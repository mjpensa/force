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6"/>
  </p:notesMasterIdLst>
  <p:sldIdLst>
    <p:sldId id="21474828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817" userDrawn="1">
          <p15:clr>
            <a:srgbClr val="A4A3A4"/>
          </p15:clr>
        </p15:guide>
        <p15:guide id="6" orient="horz" pos="10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91C"/>
    <a:srgbClr val="0C2340"/>
    <a:srgbClr val="F0F0F0"/>
    <a:srgbClr val="9DA7B3"/>
    <a:srgbClr val="546579"/>
    <a:srgbClr val="DADEE2"/>
    <a:srgbClr val="FF0000"/>
    <a:srgbClr val="FFFF00"/>
    <a:srgbClr val="92D05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5097" autoAdjust="0"/>
  </p:normalViewPr>
  <p:slideViewPr>
    <p:cSldViewPr snapToGrid="0" showGuides="1">
      <p:cViewPr varScale="1">
        <p:scale>
          <a:sx n="79" d="100"/>
          <a:sy n="79" d="100"/>
        </p:scale>
        <p:origin x="773" y="72"/>
      </p:cViewPr>
      <p:guideLst>
        <p:guide pos="3817"/>
        <p:guide orient="horz" pos="100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8FD8B-EC51-4D61-A2AE-0AA50F25C45C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20C7CF-0BF8-42CF-9275-44B54A9B3D1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399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[W]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9E5B1260-627F-BA44-F890-70C27A3037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 marL="0" indent="0">
              <a:buNone/>
              <a:defRPr>
                <a:solidFill>
                  <a:srgbClr val="DA291C"/>
                </a:solidFill>
                <a:latin typeface="Work Sans SemiBold" pitchFamily="2" charset="0"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592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000000"/>
          </p15:clr>
        </p15:guide>
        <p15:guide id="2" pos="5677">
          <p15:clr>
            <a:srgbClr val="000000"/>
          </p15:clr>
        </p15:guide>
        <p15:guide id="3" pos="2003">
          <p15:clr>
            <a:srgbClr val="000000"/>
          </p15:clr>
        </p15:guide>
        <p15:guide id="4" pos="3885">
          <p15:clr>
            <a:srgbClr val="A4A3A4"/>
          </p15:clr>
        </p15:guide>
        <p15:guide id="5" pos="3795">
          <p15:clr>
            <a:srgbClr val="A4A3A4"/>
          </p15:clr>
        </p15:guide>
        <p15:guide id="6" pos="5632">
          <p15:clr>
            <a:srgbClr val="A4A3A4"/>
          </p15:clr>
        </p15:guide>
        <p15:guide id="7" pos="5722">
          <p15:clr>
            <a:srgbClr val="A4A3A4"/>
          </p15:clr>
        </p15:guide>
        <p15:guide id="8" pos="2048">
          <p15:clr>
            <a:srgbClr val="A4A3A4"/>
          </p15:clr>
        </p15:guide>
        <p15:guide id="9" pos="1958">
          <p15:clr>
            <a:srgbClr val="A4A3A4"/>
          </p15:clr>
        </p15:guide>
        <p15:guide id="10" pos="3568">
          <p15:clr>
            <a:srgbClr val="FBAE40"/>
          </p15:clr>
        </p15:guide>
        <p15:guide id="11" pos="1731">
          <p15:clr>
            <a:srgbClr val="FBAE40"/>
          </p15:clr>
        </p15:guide>
        <p15:guide id="12" pos="5405">
          <p15:clr>
            <a:srgbClr val="FBAE40"/>
          </p15:clr>
        </p15:guide>
        <p15:guide id="13" pos="728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545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166">
          <p15:clr>
            <a:srgbClr val="F26B43"/>
          </p15:clr>
        </p15:guide>
        <p15:guide id="3" pos="7514">
          <p15:clr>
            <a:srgbClr val="F26B43"/>
          </p15:clr>
        </p15:guide>
        <p15:guide id="4" orient="horz" pos="417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51998-13B0-4811-DCA1-3446E4EA1A3A}"/>
              </a:ext>
            </a:extLst>
          </p:cNvPr>
          <p:cNvSpPr txBox="1">
            <a:spLocks/>
          </p:cNvSpPr>
          <p:nvPr/>
        </p:nvSpPr>
        <p:spPr>
          <a:xfrm>
            <a:off x="228208" y="613997"/>
            <a:ext cx="5435991" cy="21505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133" b="1" i="0" kern="0" spc="0" baseline="0">
                <a:solidFill>
                  <a:schemeClr val="accent1"/>
                </a:solidFill>
                <a:latin typeface="FS Elliot Pro" panose="02000503040000020004" pitchFamily="50" charset="0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pt-BR" sz="7200" b="0" dirty="0">
                <a:solidFill>
                  <a:srgbClr val="0C2340"/>
                </a:solidFill>
                <a:latin typeface="Work Sans Thin" pitchFamily="2" charset="0"/>
              </a:rPr>
              <a:t>Lorem ipsum sit amet sit lorem</a:t>
            </a:r>
          </a:p>
        </p:txBody>
      </p:sp>
      <p:sp>
        <p:nvSpPr>
          <p:cNvPr id="5" name="TextBox 59">
            <a:extLst>
              <a:ext uri="{FF2B5EF4-FFF2-40B4-BE49-F238E27FC236}">
                <a16:creationId xmlns:a16="http://schemas.microsoft.com/office/drawing/2014/main" id="{5EFC3135-1FE2-87AB-3817-478D02D01F57}"/>
              </a:ext>
            </a:extLst>
          </p:cNvPr>
          <p:cNvSpPr txBox="1"/>
          <p:nvPr/>
        </p:nvSpPr>
        <p:spPr>
          <a:xfrm>
            <a:off x="6167437" y="3159889"/>
            <a:ext cx="5400675" cy="3221861"/>
          </a:xfrm>
          <a:prstGeom prst="rect">
            <a:avLst/>
          </a:prstGeom>
        </p:spPr>
        <p:txBody>
          <a:bodyPr wrap="square" lIns="0" tIns="0" rIns="0" bIns="0" numCol="1" spcCol="540000" rtlCol="0" anchor="b">
            <a:noAutofit/>
          </a:bodyPr>
          <a:lstStyle/>
          <a:p>
            <a:pPr defTabSz="609630">
              <a:lnSpc>
                <a:spcPct val="120000"/>
              </a:lnSpc>
              <a:spcAft>
                <a:spcPts val="1200"/>
              </a:spcAft>
            </a:pP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Lorem ipsum dolor sit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labore et dolore magna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aliqua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. Ut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enim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ad minim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veniam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quis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nostrud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exercitationLorem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ipsum dolor sit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labore et dolore magna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aliqua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. Ut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enim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ad minim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veniam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quis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nostrud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exercitation.</a:t>
            </a:r>
          </a:p>
          <a:p>
            <a:pPr defTabSz="609630">
              <a:lnSpc>
                <a:spcPct val="120000"/>
              </a:lnSpc>
              <a:spcAft>
                <a:spcPts val="1200"/>
              </a:spcAft>
            </a:pP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Lorem ipsum dolor sit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labore et dolore magna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aliqua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. Ut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enim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ad minim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veniam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quis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nostrud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exercitationLorem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ipsum dolor sit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amet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consectetur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adipiscing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elit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sed do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eiusmod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tempor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incididunt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ut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labore et dolore magna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aliqua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. Ut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enim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ad minim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veniam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,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quis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</a:t>
            </a:r>
            <a:r>
              <a:rPr lang="en-US" sz="1200" err="1">
                <a:solidFill>
                  <a:srgbClr val="0C2340"/>
                </a:solidFill>
                <a:latin typeface="Work Sans" pitchFamily="2" charset="0"/>
              </a:rPr>
              <a:t>nostrud</a:t>
            </a:r>
            <a:r>
              <a:rPr lang="en-US" sz="1200">
                <a:solidFill>
                  <a:srgbClr val="0C2340"/>
                </a:solidFill>
                <a:latin typeface="Work Sans" pitchFamily="2" charset="0"/>
              </a:rPr>
              <a:t> exercitation.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2EC94772-3EC8-8237-E399-7429DD3F2145}"/>
              </a:ext>
            </a:extLst>
          </p:cNvPr>
          <p:cNvSpPr txBox="1"/>
          <p:nvPr/>
        </p:nvSpPr>
        <p:spPr>
          <a:xfrm>
            <a:off x="257175" y="235177"/>
            <a:ext cx="2039291" cy="201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DA291C"/>
                </a:solidFill>
                <a:latin typeface="Work Sans SemiBold" pitchFamily="2" charset="0"/>
              </a:rPr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139602460"/>
      </p:ext>
    </p:extLst>
  </p:cSld>
  <p:clrMapOvr>
    <a:masterClrMapping/>
  </p:clrMapOvr>
</p:sld>
</file>

<file path=ppt/theme/theme1.xml><?xml version="1.0" encoding="utf-8"?>
<a:theme xmlns:a="http://schemas.openxmlformats.org/drawingml/2006/main" name="Covers">
  <a:themeElements>
    <a:clrScheme name="BIP Group">
      <a:dk1>
        <a:srgbClr val="0C2340"/>
      </a:dk1>
      <a:lt1>
        <a:srgbClr val="FFFFFF"/>
      </a:lt1>
      <a:dk2>
        <a:srgbClr val="0C2340"/>
      </a:dk2>
      <a:lt2>
        <a:srgbClr val="FFFFFF"/>
      </a:lt2>
      <a:accent1>
        <a:srgbClr val="DA291C"/>
      </a:accent1>
      <a:accent2>
        <a:srgbClr val="0C2340"/>
      </a:accent2>
      <a:accent3>
        <a:srgbClr val="546579"/>
      </a:accent3>
      <a:accent4>
        <a:srgbClr val="9DA7B3"/>
      </a:accent4>
      <a:accent5>
        <a:srgbClr val="DADEE2"/>
      </a:accent5>
      <a:accent6>
        <a:srgbClr val="F0F0F0"/>
      </a:accent6>
      <a:hlink>
        <a:srgbClr val="6E7FA5"/>
      </a:hlink>
      <a:folHlink>
        <a:srgbClr val="DADEE2"/>
      </a:folHlink>
    </a:clrScheme>
    <a:fontScheme name="Default">
      <a:majorFont>
        <a:latin typeface="Work Sans Light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l"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01_BIP PPT Template_Long Version" id="{12FF0FFF-C109-4743-B42E-A28DAED04AD2}" vid="{65C111EE-5B43-4D02-A910-42E9F3775C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7DF1EF99FF67F47846B4FAD34540D85" ma:contentTypeVersion="13" ma:contentTypeDescription="Creare un nuovo documento." ma:contentTypeScope="" ma:versionID="00218aa49fa47941b686d9dcf4a436d3">
  <xsd:schema xmlns:xsd="http://www.w3.org/2001/XMLSchema" xmlns:xs="http://www.w3.org/2001/XMLSchema" xmlns:p="http://schemas.microsoft.com/office/2006/metadata/properties" xmlns:ns3="bdc50783-95fb-42bd-90d3-e6d763cf6142" xmlns:ns4="8a252674-5bef-4d02-b5ec-fc84efa581d0" targetNamespace="http://schemas.microsoft.com/office/2006/metadata/properties" ma:root="true" ma:fieldsID="e3639184e071a48bedf91650a678f8cd" ns3:_="" ns4:_="">
    <xsd:import namespace="bdc50783-95fb-42bd-90d3-e6d763cf6142"/>
    <xsd:import namespace="8a252674-5bef-4d02-b5ec-fc84efa581d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c50783-95fb-42bd-90d3-e6d763cf614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252674-5bef-4d02-b5ec-fc84efa581d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a252674-5bef-4d02-b5ec-fc84efa581d0">
      <UserInfo>
        <DisplayName>Leta, Amanda (Bip Group)</DisplayName>
        <AccountId>99</AccountId>
        <AccountType/>
      </UserInfo>
      <UserInfo>
        <DisplayName>Aranha, Carolina (Bip Group)</DisplayName>
        <AccountId>247</AccountId>
        <AccountType/>
      </UserInfo>
      <UserInfo>
        <DisplayName>Tresnan, George (Bip Group)</DisplayName>
        <AccountId>25</AccountId>
        <AccountType/>
      </UserInfo>
      <UserInfo>
        <DisplayName>Pasi, Margherita (Bip Group)</DisplayName>
        <AccountId>557</AccountId>
        <AccountType/>
      </UserInfo>
      <UserInfo>
        <DisplayName>Di Mari, Francesca (Bip Group)</DisplayName>
        <AccountId>164</AccountId>
        <AccountType/>
      </UserInfo>
      <UserInfo>
        <DisplayName>Barbaro, Antonino (Bip Group)</DisplayName>
        <AccountId>13</AccountId>
        <AccountType/>
      </UserInfo>
      <UserInfo>
        <DisplayName>Garofalo, Roberta (Bip Group)</DisplayName>
        <AccountId>15</AccountId>
        <AccountType/>
      </UserInfo>
      <UserInfo>
        <DisplayName>Schiavoni, Cecilia (Bip Group)</DisplayName>
        <AccountId>285</AccountId>
        <AccountType/>
      </UserInfo>
    </SharedWithUsers>
    <_activity xmlns="bdc50783-95fb-42bd-90d3-e6d763cf6142" xsi:nil="true"/>
  </documentManagement>
</p:properties>
</file>

<file path=customXml/itemProps1.xml><?xml version="1.0" encoding="utf-8"?>
<ds:datastoreItem xmlns:ds="http://schemas.openxmlformats.org/officeDocument/2006/customXml" ds:itemID="{561683C4-77C7-4D57-80A7-0A3EDE298B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c50783-95fb-42bd-90d3-e6d763cf6142"/>
    <ds:schemaRef ds:uri="8a252674-5bef-4d02-b5ec-fc84efa581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0769B7-4DC8-420C-B1DB-6908AA51EF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A4FB46-B038-42A2-951F-9A49AC4283DE}">
  <ds:schemaRefs>
    <ds:schemaRef ds:uri="http://schemas.microsoft.com/office/2006/documentManagement/types"/>
    <ds:schemaRef ds:uri="http://purl.org/dc/dcmitype/"/>
    <ds:schemaRef ds:uri="bdc50783-95fb-42bd-90d3-e6d763cf6142"/>
    <ds:schemaRef ds:uri="http://purl.org/dc/elements/1.1/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8a252674-5bef-4d02-b5ec-fc84efa581d0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bb1a63eb-eb09-471a-a005-37b07792a5b5}" enabled="0" method="" siteId="{bb1a63eb-eb09-471a-a005-37b07792a5b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01_BIP PPT Template_Long Version</Template>
  <TotalTime>401</TotalTime>
  <Words>132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Work Sans</vt:lpstr>
      <vt:lpstr>Work Sans SemiBold</vt:lpstr>
      <vt:lpstr>Work Sans Thin</vt:lpstr>
      <vt:lpstr>Covers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Pensa, Matthew (Bip.Monticello)</dc:creator>
  <cp:lastModifiedBy>Pensa, Matthew (Bip.Monticello)</cp:lastModifiedBy>
  <cp:revision>5</cp:revision>
  <dcterms:created xsi:type="dcterms:W3CDTF">2025-11-24T23:51:54Z</dcterms:created>
  <dcterms:modified xsi:type="dcterms:W3CDTF">2025-12-01T01:45:52Z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0x010100E7DF1EF99FF67F47846B4FAD34540D85</vt:lpwstr>
  </property>
  <property fmtid="{D5CDD505-2E9C-101B-9397-08002B2CF9AE}" pid="3" name="MediaServiceImageTags">
    <vt:lpwstr/>
  </property>
</Properties>
</file>