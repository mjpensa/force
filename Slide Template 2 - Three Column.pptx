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392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[W] 1 Column (Tag-Title-Subtitle-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002798E8-9946-A385-F444-0695D934C7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>
            <a:noAutofit/>
          </a:bodyPr>
          <a:lstStyle>
            <a:lvl1pPr>
              <a:defRPr>
                <a:solidFill>
                  <a:srgbClr val="DA291C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  <p:sp>
        <p:nvSpPr>
          <p:cNvPr id="3" name="Segnaposto titolo 4">
            <a:extLst>
              <a:ext uri="{FF2B5EF4-FFF2-40B4-BE49-F238E27FC236}">
                <a16:creationId xmlns:a16="http://schemas.microsoft.com/office/drawing/2014/main" id="{D7363CB8-0B7A-38C8-2F03-3473503518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099" y="594777"/>
            <a:ext cx="11655631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Title here</a:t>
            </a:r>
            <a:endParaRPr lang="en-GB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AC97DEC4-AF09-7E7A-6D7B-6725889AF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099" y="1795748"/>
            <a:ext cx="11655631" cy="45860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8897EF-3DFA-0CF9-0BD2-4E99B4BA60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3525" y="1174813"/>
            <a:ext cx="11653838" cy="341473"/>
          </a:xfrm>
        </p:spPr>
        <p:txBody>
          <a:bodyPr>
            <a:noAutofit/>
          </a:bodyPr>
          <a:lstStyle>
            <a:lvl1pPr>
              <a:defRPr sz="1800">
                <a:solidFill>
                  <a:srgbClr val="0C2340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2713686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611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[W]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C80D77BC-BD64-94F7-F4CD-7C8BE395D7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rgbClr val="DA291C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</p:spTree>
    <p:extLst>
      <p:ext uri="{BB962C8B-B14F-4D97-AF65-F5344CB8AC3E}">
        <p14:creationId xmlns:p14="http://schemas.microsoft.com/office/powerpoint/2010/main" val="2583220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85">
          <p15:clr>
            <a:srgbClr val="A4A3A4"/>
          </p15:clr>
        </p15:guide>
        <p15:guide id="2" pos="3795">
          <p15:clr>
            <a:srgbClr val="A4A3A4"/>
          </p15:clr>
        </p15:guide>
        <p15:guide id="5" pos="3840">
          <p15:clr>
            <a:srgbClr val="000000"/>
          </p15:clr>
        </p15:guide>
        <p15:guide id="6" pos="3568">
          <p15:clr>
            <a:srgbClr val="FBAE40"/>
          </p15:clr>
        </p15:guide>
        <p15:guide id="7" pos="728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47A05B7D-758B-13FB-710B-5DB83BDFC2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rgbClr val="DA291C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</p:spTree>
    <p:extLst>
      <p:ext uri="{BB962C8B-B14F-4D97-AF65-F5344CB8AC3E}">
        <p14:creationId xmlns:p14="http://schemas.microsoft.com/office/powerpoint/2010/main" val="2895179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61">
          <p15:clr>
            <a:srgbClr val="A4A3A4"/>
          </p15:clr>
        </p15:guide>
        <p15:guide id="2" pos="5110">
          <p15:clr>
            <a:srgbClr val="A4A3A4"/>
          </p15:clr>
        </p15:guide>
        <p15:guide id="3" pos="2570">
          <p15:clr>
            <a:srgbClr val="A4A3A4"/>
          </p15:clr>
        </p15:guide>
        <p15:guide id="6" pos="5019">
          <p15:clr>
            <a:srgbClr val="A4A3A4"/>
          </p15:clr>
        </p15:guide>
        <p15:guide id="7" pos="5065">
          <p15:clr>
            <a:srgbClr val="000000"/>
          </p15:clr>
        </p15:guide>
        <p15:guide id="8" pos="2615">
          <p15:clr>
            <a:srgbClr val="000000"/>
          </p15:clr>
        </p15:guide>
        <p15:guide id="9" pos="2343">
          <p15:clr>
            <a:srgbClr val="FBAE40"/>
          </p15:clr>
        </p15:guide>
        <p15:guide id="10" pos="4793">
          <p15:clr>
            <a:srgbClr val="FBAE40"/>
          </p15:clr>
        </p15:guide>
        <p15:guide id="11" pos="728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9E5B1260-627F-BA44-F890-70C27A3037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rgbClr val="DA291C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</p:spTree>
    <p:extLst>
      <p:ext uri="{BB962C8B-B14F-4D97-AF65-F5344CB8AC3E}">
        <p14:creationId xmlns:p14="http://schemas.microsoft.com/office/powerpoint/2010/main" val="2695878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A37B1C57-DE1C-3D55-9AA6-2EC73EA097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rgbClr val="DA291C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</p:spTree>
    <p:extLst>
      <p:ext uri="{BB962C8B-B14F-4D97-AF65-F5344CB8AC3E}">
        <p14:creationId xmlns:p14="http://schemas.microsoft.com/office/powerpoint/2010/main" val="2039318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numero diapositiva 3">
            <a:extLst>
              <a:ext uri="{FF2B5EF4-FFF2-40B4-BE49-F238E27FC236}">
                <a16:creationId xmlns:a16="http://schemas.microsoft.com/office/drawing/2014/main" id="{48B86079-8055-54E2-967C-5BB6A992C7D0}"/>
              </a:ext>
            </a:extLst>
          </p:cNvPr>
          <p:cNvSpPr txBox="1">
            <a:spLocks/>
          </p:cNvSpPr>
          <p:nvPr userDrawn="1"/>
        </p:nvSpPr>
        <p:spPr>
          <a:xfrm>
            <a:off x="258396" y="6522680"/>
            <a:ext cx="494299" cy="197211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it-IT"/>
            </a:defPPr>
            <a:lvl1pPr marL="0" algn="l" defTabSz="457200" rtl="0" eaLnBrk="1" latinLnBrk="0" hangingPunct="1">
              <a:defRPr sz="600" b="0" i="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C18EA95-C3D3-214C-9452-EF8527DBCD86}" type="slidenum">
              <a:rPr lang="it-IT" sz="800" smtClean="0">
                <a:latin typeface="+mn-lt"/>
              </a:rPr>
              <a:pPr algn="l"/>
              <a:t>‹#›</a:t>
            </a:fld>
            <a:endParaRPr lang="it-IT" sz="800">
              <a:latin typeface="+mn-lt"/>
            </a:endParaRPr>
          </a:p>
        </p:txBody>
      </p:sp>
      <p:sp>
        <p:nvSpPr>
          <p:cNvPr id="5" name="Segnaposto titolo 4"/>
          <p:cNvSpPr>
            <a:spLocks noGrp="1"/>
          </p:cNvSpPr>
          <p:nvPr>
            <p:ph type="title"/>
          </p:nvPr>
        </p:nvSpPr>
        <p:spPr>
          <a:xfrm>
            <a:off x="275099" y="307439"/>
            <a:ext cx="11655631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Title here</a:t>
            </a:r>
            <a:endParaRPr lang="en-GB"/>
          </a:p>
        </p:txBody>
      </p:sp>
      <p:grpSp>
        <p:nvGrpSpPr>
          <p:cNvPr id="22" name="Graphic 6">
            <a:extLst>
              <a:ext uri="{FF2B5EF4-FFF2-40B4-BE49-F238E27FC236}">
                <a16:creationId xmlns:a16="http://schemas.microsoft.com/office/drawing/2014/main" id="{0AEDAF7C-5160-AD8E-0DC4-7807EDCD172F}"/>
              </a:ext>
            </a:extLst>
          </p:cNvPr>
          <p:cNvGrpSpPr/>
          <p:nvPr/>
        </p:nvGrpSpPr>
        <p:grpSpPr>
          <a:xfrm>
            <a:off x="11618002" y="6507090"/>
            <a:ext cx="312729" cy="218045"/>
            <a:chOff x="3414712" y="1223962"/>
            <a:chExt cx="5362003" cy="3738562"/>
          </a:xfrm>
          <a:solidFill>
            <a:srgbClr val="DA291C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CB30FE0-AD6C-B08A-E8E5-34150463D083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B82BADA-C32C-04B5-DD2E-0E4B72F53EDF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41F6A31-F524-6913-0301-610BFEEAFC44}"/>
                </a:ext>
              </a:extLst>
            </p:cNvPr>
            <p:cNvSpPr/>
            <p:nvPr/>
          </p:nvSpPr>
          <p:spPr>
            <a:xfrm>
              <a:off x="5430202" y="2035872"/>
              <a:ext cx="551783" cy="2105310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4D8D972-84DE-D2D1-B133-9D10E3CD9F14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84E9D118-7602-3AA8-0AD5-359A7A2EE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5099" y="934720"/>
            <a:ext cx="11655631" cy="54470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3848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spcAft>
          <a:spcPts val="1200"/>
        </a:spcAft>
        <a:buNone/>
        <a:defRPr sz="3600" b="0" i="0" kern="0" spc="0" baseline="0">
          <a:solidFill>
            <a:srgbClr val="0C2340"/>
          </a:solidFill>
          <a:latin typeface="Work Sans Light" pitchFamily="2" charset="0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defRPr sz="1200" kern="1200" baseline="0">
          <a:solidFill>
            <a:srgbClr val="0C2340"/>
          </a:solidFill>
          <a:latin typeface="+mn-lt"/>
          <a:ea typeface="+mn-ea"/>
          <a:cs typeface="+mn-cs"/>
        </a:defRPr>
      </a:lvl1pPr>
      <a:lvl2pPr marL="0" indent="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200" kern="1200" baseline="0">
          <a:solidFill>
            <a:srgbClr val="0C2340"/>
          </a:solidFill>
          <a:latin typeface="+mn-lt"/>
          <a:ea typeface="+mn-ea"/>
          <a:cs typeface="+mn-cs"/>
        </a:defRPr>
      </a:lvl2pPr>
      <a:lvl3pPr marL="538163" indent="-182563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rabicPeriod"/>
        <a:defRPr sz="1200" kern="1200" baseline="0">
          <a:solidFill>
            <a:srgbClr val="0C2340"/>
          </a:solidFill>
          <a:latin typeface="+mn-lt"/>
          <a:ea typeface="+mn-ea"/>
          <a:cs typeface="+mn-cs"/>
        </a:defRPr>
      </a:lvl3pPr>
      <a:lvl4pPr marL="893763" indent="-173038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lphaUcPeriod"/>
        <a:defRPr sz="1200" kern="1200" baseline="0">
          <a:solidFill>
            <a:srgbClr val="0C2340"/>
          </a:solidFill>
          <a:latin typeface="+mn-lt"/>
          <a:ea typeface="+mn-ea"/>
          <a:cs typeface="+mn-cs"/>
        </a:defRPr>
      </a:lvl4pPr>
      <a:lvl5pPr marL="1247775" indent="-17145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DA291C"/>
        </a:buClr>
        <a:buFont typeface="Wingdings" panose="05000000000000000000" pitchFamily="2" charset="2"/>
        <a:buChar char="§"/>
        <a:defRPr sz="1200" b="0" kern="1200" baseline="0">
          <a:solidFill>
            <a:srgbClr val="546579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166">
          <p15:clr>
            <a:srgbClr val="F26B43"/>
          </p15:clr>
        </p15:guide>
        <p15:guide id="3" orient="horz" pos="187">
          <p15:clr>
            <a:srgbClr val="F26B43"/>
          </p15:clr>
        </p15:guide>
        <p15:guide id="4" pos="7514">
          <p15:clr>
            <a:srgbClr val="F26B43"/>
          </p15:clr>
        </p15:guide>
        <p15:guide id="5" orient="horz" pos="4020">
          <p15:clr>
            <a:srgbClr val="F26B43"/>
          </p15:clr>
        </p15:guide>
        <p15:guide id="6" orient="horz" pos="420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51998-13B0-4811-DCA1-3446E4EA1A3A}"/>
              </a:ext>
            </a:extLst>
          </p:cNvPr>
          <p:cNvSpPr txBox="1">
            <a:spLocks/>
          </p:cNvSpPr>
          <p:nvPr/>
        </p:nvSpPr>
        <p:spPr>
          <a:xfrm>
            <a:off x="228209" y="613997"/>
            <a:ext cx="2519754" cy="21505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133" b="1" i="0" kern="0" spc="0" baseline="0">
                <a:solidFill>
                  <a:schemeClr val="accent1"/>
                </a:solidFill>
                <a:latin typeface="FS Elliot Pro" panose="02000503040000020004" pitchFamily="50" charset="0"/>
                <a:ea typeface="+mj-ea"/>
                <a:cs typeface="+mj-cs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7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400" b="0" i="0" u="none" strike="noStrike" kern="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 Light" pitchFamily="2" charset="0"/>
                <a:ea typeface="+mj-ea"/>
                <a:cs typeface="+mj-cs"/>
              </a:rPr>
              <a:t>Lorem ipsum sit amet sit lorem</a:t>
            </a:r>
          </a:p>
        </p:txBody>
      </p:sp>
      <p:sp>
        <p:nvSpPr>
          <p:cNvPr id="5" name="TextBox 59">
            <a:extLst>
              <a:ext uri="{FF2B5EF4-FFF2-40B4-BE49-F238E27FC236}">
                <a16:creationId xmlns:a16="http://schemas.microsoft.com/office/drawing/2014/main" id="{5EFC3135-1FE2-87AB-3817-478D02D01F57}"/>
              </a:ext>
            </a:extLst>
          </p:cNvPr>
          <p:cNvSpPr txBox="1"/>
          <p:nvPr/>
        </p:nvSpPr>
        <p:spPr>
          <a:xfrm>
            <a:off x="3251199" y="3159889"/>
            <a:ext cx="8316914" cy="3221861"/>
          </a:xfrm>
          <a:prstGeom prst="rect">
            <a:avLst/>
          </a:prstGeom>
        </p:spPr>
        <p:txBody>
          <a:bodyPr wrap="square" lIns="0" tIns="0" rIns="0" bIns="0" numCol="3" spcCol="540000" rtlCol="0" anchor="b">
            <a:noAutofit/>
          </a:bodyPr>
          <a:lstStyle/>
          <a:p>
            <a:pPr marL="0" marR="0" lvl="0" indent="0" algn="l" defTabSz="60963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Lorem ipsum dolor sit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amet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consectetur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adipiscing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elit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sed do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eiusmod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tempor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incididunt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ut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labore et dolore magna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aliqua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. Ut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enim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ad minim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veniam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quis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nostrud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exercitation Lorem ipsum dolor sit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amet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consectetur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adipiscing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elit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sed do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eiusmod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tempor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incididunt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ut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labore et dolore magna: Lorem ipsum dolor sit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amet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consectetur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adipiscing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elit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sed do </a:t>
            </a: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eiusmod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tempor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incididunt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ut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labore et dolore magna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aliqua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. Ut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enim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ad minim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veniam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quis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nostrud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exercitation Lorem ipsum dolor sit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amet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consectetur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adipiscing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elit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sed do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eiusmod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tempor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incididunt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ut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labore et dolore magna:</a:t>
            </a:r>
          </a:p>
          <a:p>
            <a:pPr marL="0" marR="0" lvl="0" indent="0" algn="l" defTabSz="60963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Lorem ipsum dolor sit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amet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consectetur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adipiscing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elit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sed do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eiusmod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tempor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incididunt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ut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labore et dolore magna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aliqua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. Ut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enim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ad minim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veniam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quis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nostrud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exercitationLorem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ipsum dolor sit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amet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consectetur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adipiscing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elit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sed do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eiusmod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tempor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incididunt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ut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labore et dolore magna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aliqua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. Ut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enim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ad minim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veniam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quis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nostrud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exercitation.</a:t>
            </a:r>
          </a:p>
          <a:p>
            <a:pPr marL="0" marR="0" lvl="0" indent="0" algn="l" defTabSz="60963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Lorem ipsum dolor sit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amet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consectetur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adipiscing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elit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sed do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eiusmod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tempor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incididunt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ut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labore et dolore magna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aliqua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. Ut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enim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ad minim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veniam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quis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nostrud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exercitationLorem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ipsum dolor sit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amet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2EC94772-3EC8-8237-E399-7429DD3F2145}"/>
              </a:ext>
            </a:extLst>
          </p:cNvPr>
          <p:cNvSpPr txBox="1"/>
          <p:nvPr/>
        </p:nvSpPr>
        <p:spPr>
          <a:xfrm>
            <a:off x="257175" y="235177"/>
            <a:ext cx="2039291" cy="201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A291C"/>
                </a:solidFill>
                <a:effectLst/>
                <a:uLnTx/>
                <a:uFillTx/>
                <a:latin typeface="Work Sans SemiBold" pitchFamily="2" charset="0"/>
                <a:ea typeface="+mn-ea"/>
                <a:cs typeface="+mn-cs"/>
              </a:rPr>
              <a:t>LOREM IPSUM</a:t>
            </a:r>
          </a:p>
        </p:txBody>
      </p:sp>
      <p:pic>
        <p:nvPicPr>
          <p:cNvPr id="9" name="Picture 8" descr="A red white and blue square&#10;&#10;Description automatically generated">
            <a:extLst>
              <a:ext uri="{FF2B5EF4-FFF2-40B4-BE49-F238E27FC236}">
                <a16:creationId xmlns:a16="http://schemas.microsoft.com/office/drawing/2014/main" id="{9B88A65D-B175-0F18-D114-55D588AA0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865796" y="0"/>
            <a:ext cx="1326204" cy="132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998077"/>
      </p:ext>
    </p:extLst>
  </p:cSld>
  <p:clrMapOvr>
    <a:masterClrMapping/>
  </p:clrMapOvr>
</p:sld>
</file>

<file path=ppt/theme/theme1.xml><?xml version="1.0" encoding="utf-8"?>
<a:theme xmlns:a="http://schemas.openxmlformats.org/drawingml/2006/main" name="[W] Column Grid">
  <a:themeElements>
    <a:clrScheme name="BIP Group">
      <a:dk1>
        <a:srgbClr val="0C2340"/>
      </a:dk1>
      <a:lt1>
        <a:srgbClr val="FFFFFF"/>
      </a:lt1>
      <a:dk2>
        <a:srgbClr val="0C2340"/>
      </a:dk2>
      <a:lt2>
        <a:srgbClr val="FFFFFF"/>
      </a:lt2>
      <a:accent1>
        <a:srgbClr val="DA291C"/>
      </a:accent1>
      <a:accent2>
        <a:srgbClr val="0C2340"/>
      </a:accent2>
      <a:accent3>
        <a:srgbClr val="546579"/>
      </a:accent3>
      <a:accent4>
        <a:srgbClr val="9DA7B3"/>
      </a:accent4>
      <a:accent5>
        <a:srgbClr val="DADEE2"/>
      </a:accent5>
      <a:accent6>
        <a:srgbClr val="F0F0F0"/>
      </a:accent6>
      <a:hlink>
        <a:srgbClr val="6E7FA5"/>
      </a:hlink>
      <a:folHlink>
        <a:srgbClr val="DADEE2"/>
      </a:folHlink>
    </a:clrScheme>
    <a:fontScheme name="Default">
      <a:majorFont>
        <a:latin typeface="Work Sans Light"/>
        <a:ea typeface=""/>
        <a:cs typeface=""/>
      </a:majorFont>
      <a:minorFont>
        <a:latin typeface="Work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 sz="1200"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DA291C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 rtlCol="0" anchor="b">
        <a:spAutoFit/>
      </a:bodyPr>
      <a:lstStyle>
        <a:defPPr algn="l" defTabSz="609630">
          <a:spcAft>
            <a:spcPts val="1200"/>
          </a:spcAft>
          <a:defRPr sz="1000">
            <a:latin typeface="Work Sans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01_BIP PPT Template_Long Version" id="{12FF0FFF-C109-4743-B42E-A28DAED04AD2}" vid="{C0612C40-8B12-4EE4-A615-0E5D94D3F0A2}"/>
    </a:ext>
  </a:extLst>
</a:theme>
</file>

<file path=docMetadata/LabelInfo.xml><?xml version="1.0" encoding="utf-8"?>
<clbl:labelList xmlns:clbl="http://schemas.microsoft.com/office/2020/mipLabelMetadata">
  <clbl:label id="{bb1a63eb-eb09-471a-a005-37b07792a5b5}" enabled="0" method="" siteId="{bb1a63eb-eb09-471a-a005-37b07792a5b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210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Wingdings</vt:lpstr>
      <vt:lpstr>Work Sans</vt:lpstr>
      <vt:lpstr>Work Sans Light</vt:lpstr>
      <vt:lpstr>Work Sans SemiBold</vt:lpstr>
      <vt:lpstr>[W] Column Grid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Pensa, Matthew (Bip.Monticello)</dc:creator>
  <cp:lastModifiedBy>Pensa, Matthew (Bip.Monticello)</cp:lastModifiedBy>
  <cp:revision>1</cp:revision>
  <dcterms:created xsi:type="dcterms:W3CDTF">2025-12-15T17:27:12Z</dcterms:created>
  <dcterms:modified xsi:type="dcterms:W3CDTF">2025-12-15T17:32:31Z</dcterms:modified>
</cp:coreProperties>
</file>