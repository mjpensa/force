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4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5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6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7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8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9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theme/theme10.xml" ContentType="application/vnd.openxmlformats-officedocument.theme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6" r:id="rId4"/>
    <p:sldMasterId id="2147483903" r:id="rId5"/>
    <p:sldMasterId id="2147483881" r:id="rId6"/>
    <p:sldMasterId id="2147483839" r:id="rId7"/>
    <p:sldMasterId id="2147483861" r:id="rId8"/>
    <p:sldMasterId id="2147483874" r:id="rId9"/>
    <p:sldMasterId id="2147483660" r:id="rId10"/>
    <p:sldMasterId id="2147483799" r:id="rId11"/>
    <p:sldMasterId id="2147483892" r:id="rId12"/>
    <p:sldMasterId id="2147483910" r:id="rId13"/>
    <p:sldMasterId id="2147483793" r:id="rId14"/>
  </p:sldMasterIdLst>
  <p:notesMasterIdLst>
    <p:notesMasterId r:id="rId18"/>
  </p:notesMasterIdLst>
  <p:sldIdLst>
    <p:sldId id="2147482859" r:id="rId15"/>
    <p:sldId id="2147473920" r:id="rId16"/>
    <p:sldId id="2147473918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pos="3817" userDrawn="1">
          <p15:clr>
            <a:srgbClr val="A4A3A4"/>
          </p15:clr>
        </p15:guide>
        <p15:guide id="6" orient="horz" pos="10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291C"/>
    <a:srgbClr val="0C2340"/>
    <a:srgbClr val="F0F0F0"/>
    <a:srgbClr val="9DA7B3"/>
    <a:srgbClr val="546579"/>
    <a:srgbClr val="DADEE2"/>
    <a:srgbClr val="FF0000"/>
    <a:srgbClr val="FFFF00"/>
    <a:srgbClr val="92D05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5097" autoAdjust="0"/>
  </p:normalViewPr>
  <p:slideViewPr>
    <p:cSldViewPr snapToGrid="0" showGuides="1">
      <p:cViewPr varScale="1">
        <p:scale>
          <a:sx n="79" d="100"/>
          <a:sy n="79" d="100"/>
        </p:scale>
        <p:origin x="773" y="72"/>
      </p:cViewPr>
      <p:guideLst>
        <p:guide pos="3817"/>
        <p:guide orient="horz" pos="1003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Master" Target="slideMasters/slideMaster10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.xml"/><Relationship Id="rId10" Type="http://schemas.openxmlformats.org/officeDocument/2006/relationships/slideMaster" Target="slideMasters/slideMaster7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8FD8B-EC51-4D61-A2AE-0AA50F25C45C}" type="datetimeFigureOut">
              <a:rPr lang="pt-BR" smtClean="0"/>
              <a:t>30/11/2025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20C7CF-0BF8-42CF-9275-44B54A9B3D1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3994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46.svg"/><Relationship Id="rId4" Type="http://schemas.openxmlformats.org/officeDocument/2006/relationships/image" Target="../media/image45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48.svg"/><Relationship Id="rId4" Type="http://schemas.openxmlformats.org/officeDocument/2006/relationships/image" Target="../media/image47.pn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jpeg"/><Relationship Id="rId1" Type="http://schemas.openxmlformats.org/officeDocument/2006/relationships/slideMaster" Target="../slideMasters/slideMaster10.xml"/></Relationships>
</file>

<file path=ppt/slideLayouts/_rels/slideLayout70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52.png"/></Relationships>
</file>

<file path=ppt/slideLayouts/_rels/slideLayout71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53.png"/><Relationship Id="rId1" Type="http://schemas.openxmlformats.org/officeDocument/2006/relationships/slideMaster" Target="../slideMasters/slideMaster10.xml"/><Relationship Id="rId5" Type="http://schemas.openxmlformats.org/officeDocument/2006/relationships/image" Target="../media/image55.svg"/><Relationship Id="rId4" Type="http://schemas.openxmlformats.org/officeDocument/2006/relationships/image" Target="../media/image54.png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49.jpeg"/><Relationship Id="rId1" Type="http://schemas.openxmlformats.org/officeDocument/2006/relationships/slideMaster" Target="../slideMasters/slideMaster10.xml"/></Relationships>
</file>

<file path=ppt/slideLayouts/_rels/slideLayout73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10.xml"/><Relationship Id="rId5" Type="http://schemas.openxmlformats.org/officeDocument/2006/relationships/image" Target="../media/image58.svg"/><Relationship Id="rId4" Type="http://schemas.openxmlformats.org/officeDocument/2006/relationships/image" Target="../media/image57.png"/></Relationships>
</file>

<file path=ppt/slideLayouts/_rels/slideLayout74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53.png"/><Relationship Id="rId1" Type="http://schemas.openxmlformats.org/officeDocument/2006/relationships/slideMaster" Target="../slideMasters/slideMaster10.xml"/><Relationship Id="rId5" Type="http://schemas.openxmlformats.org/officeDocument/2006/relationships/image" Target="../media/image60.svg"/><Relationship Id="rId4" Type="http://schemas.openxmlformats.org/officeDocument/2006/relationships/image" Target="../media/image59.pn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Master" Target="../slideMasters/slideMaster10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10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10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Master" Target="../slideMasters/slideMaster10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Master" Target="../slideMasters/slideMaster10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Master" Target="../slideMasters/slideMaster10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Master" Target="../slideMasters/slideMaster10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Master" Target="../slideMasters/slideMaster10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Master" Target="../slideMasters/slideMaster10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Master" Target="../slideMasters/slideMaster10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Master" Target="../slideMasters/slideMaster10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Master" Target="../slideMasters/slideMaster10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g-Title-Area-Date-Image"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m 15" descr="Uma imagem contendo mesa&#10;&#10;Descrição gerada automaticamente">
            <a:extLst>
              <a:ext uri="{FF2B5EF4-FFF2-40B4-BE49-F238E27FC236}">
                <a16:creationId xmlns:a16="http://schemas.microsoft.com/office/drawing/2014/main" id="{0F6A4F9A-8239-02EC-642F-D45EC2613F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60249" y="0"/>
            <a:ext cx="7481912" cy="6858000"/>
          </a:xfrm>
          <a:prstGeom prst="rect">
            <a:avLst/>
          </a:prstGeom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5FA91B6-6A5D-B714-B48A-CC066579D2B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771377" y="0"/>
            <a:ext cx="7470783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pt-BR" err="1"/>
              <a:t>Placeholder</a:t>
            </a:r>
            <a:r>
              <a:rPr lang="pt-BR"/>
              <a:t> Picture</a:t>
            </a:r>
            <a:endParaRPr lang="en-GB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88157E4-CF4A-CC2F-365E-69A0AE8813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3499" y="1009692"/>
            <a:ext cx="4329113" cy="13354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kumimoji="0" lang="en-GB" sz="5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ork Sans Light" pitchFamily="2" charset="0"/>
              </a:defRPr>
            </a:lvl1pPr>
          </a:lstStyle>
          <a:p>
            <a:pPr marL="0" marR="0" lvl="0" indent="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/>
              <a:t>Title of the Presentation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4A612D7A-D54E-5A27-88DE-D76EEE635BB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3337" y="333375"/>
            <a:ext cx="4329113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en-GB" sz="1600" i="0" u="none" strike="noStrike" baseline="0" dirty="0">
                <a:solidFill>
                  <a:srgbClr val="FFFFFF"/>
                </a:solidFill>
                <a:latin typeface="Work Sans SemiBold" pitchFamily="2" charset="0"/>
              </a:defRPr>
            </a:lvl1pPr>
          </a:lstStyle>
          <a:p>
            <a:pPr marL="0" lvl="0"/>
            <a:r>
              <a:rPr lang="en-GB" dirty="0"/>
              <a:t>TAGLINE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A2361E4B-DD54-270B-E8BF-B365E07793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73516" y="6202069"/>
            <a:ext cx="1262083" cy="4431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GB" sz="1600" i="0" u="none" strike="noStrike" baseline="0" dirty="0">
                <a:solidFill>
                  <a:srgbClr val="FFFFFF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Business Area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13B071DB-81F6-1553-B065-3CC35000DE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17793" y="6202069"/>
            <a:ext cx="1262083" cy="4431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GB" sz="1600" i="0" u="none" strike="noStrike" baseline="0" dirty="0">
                <a:solidFill>
                  <a:srgbClr val="FFFFFF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Month</a:t>
            </a:r>
            <a:br>
              <a:rPr lang="en-GB"/>
            </a:br>
            <a:r>
              <a:rPr lang="en-GB"/>
              <a:t>Year</a:t>
            </a:r>
          </a:p>
        </p:txBody>
      </p:sp>
      <p:grpSp>
        <p:nvGrpSpPr>
          <p:cNvPr id="2" name="Graphic 6">
            <a:extLst>
              <a:ext uri="{FF2B5EF4-FFF2-40B4-BE49-F238E27FC236}">
                <a16:creationId xmlns:a16="http://schemas.microsoft.com/office/drawing/2014/main" id="{05C0B5DE-6E8F-A21C-FA68-EFF3243F9E2F}"/>
              </a:ext>
            </a:extLst>
          </p:cNvPr>
          <p:cNvGrpSpPr/>
          <p:nvPr userDrawn="1"/>
        </p:nvGrpSpPr>
        <p:grpSpPr>
          <a:xfrm>
            <a:off x="267657" y="6200294"/>
            <a:ext cx="630106" cy="439331"/>
            <a:chOff x="3414712" y="1223962"/>
            <a:chExt cx="5362003" cy="3738562"/>
          </a:xfrm>
          <a:solidFill>
            <a:srgbClr val="DA291C"/>
          </a:solidFill>
        </p:grpSpPr>
        <p:sp>
          <p:nvSpPr>
            <p:cNvPr id="3" name="Freeform: Shape 22">
              <a:extLst>
                <a:ext uri="{FF2B5EF4-FFF2-40B4-BE49-F238E27FC236}">
                  <a16:creationId xmlns:a16="http://schemas.microsoft.com/office/drawing/2014/main" id="{83E762D2-E6C8-D1D9-CBED-0E94E3825F4D}"/>
                </a:ext>
              </a:extLst>
            </p:cNvPr>
            <p:cNvSpPr/>
            <p:nvPr/>
          </p:nvSpPr>
          <p:spPr>
            <a:xfrm>
              <a:off x="6326790" y="2037882"/>
              <a:ext cx="1714200" cy="2924642"/>
            </a:xfrm>
            <a:custGeom>
              <a:avLst/>
              <a:gdLst>
                <a:gd name="connsiteX0" fmla="*/ 0 w 1714200"/>
                <a:gd name="connsiteY0" fmla="*/ 1557424 h 2924642"/>
                <a:gd name="connsiteX1" fmla="*/ 16288 w 1714200"/>
                <a:gd name="connsiteY1" fmla="*/ 1557424 h 2924642"/>
                <a:gd name="connsiteX2" fmla="*/ 658463 w 1714200"/>
                <a:gd name="connsiteY2" fmla="*/ 1557424 h 2924642"/>
                <a:gd name="connsiteX3" fmla="*/ 1153477 w 1714200"/>
                <a:gd name="connsiteY3" fmla="*/ 1142229 h 2924642"/>
                <a:gd name="connsiteX4" fmla="*/ 750475 w 1714200"/>
                <a:gd name="connsiteY4" fmla="*/ 562538 h 2924642"/>
                <a:gd name="connsiteX5" fmla="*/ 653129 w 1714200"/>
                <a:gd name="connsiteY5" fmla="*/ 553775 h 2924642"/>
                <a:gd name="connsiteX6" fmla="*/ 292703 w 1714200"/>
                <a:gd name="connsiteY6" fmla="*/ 553394 h 2924642"/>
                <a:gd name="connsiteX7" fmla="*/ 277273 w 1714200"/>
                <a:gd name="connsiteY7" fmla="*/ 553394 h 2924642"/>
                <a:gd name="connsiteX8" fmla="*/ 277273 w 1714200"/>
                <a:gd name="connsiteY8" fmla="*/ 944 h 2924642"/>
                <a:gd name="connsiteX9" fmla="*/ 289655 w 1714200"/>
                <a:gd name="connsiteY9" fmla="*/ 372 h 2924642"/>
                <a:gd name="connsiteX10" fmla="*/ 658082 w 1714200"/>
                <a:gd name="connsiteY10" fmla="*/ 563 h 2924642"/>
                <a:gd name="connsiteX11" fmla="*/ 1383221 w 1714200"/>
                <a:gd name="connsiteY11" fmla="*/ 288694 h 2924642"/>
                <a:gd name="connsiteX12" fmla="*/ 1691164 w 1714200"/>
                <a:gd name="connsiteY12" fmla="*/ 835810 h 2924642"/>
                <a:gd name="connsiteX13" fmla="*/ 1712690 w 1714200"/>
                <a:gd name="connsiteY13" fmla="*/ 1107558 h 2924642"/>
                <a:gd name="connsiteX14" fmla="*/ 1424749 w 1714200"/>
                <a:gd name="connsiteY14" fmla="*/ 1780690 h 2924642"/>
                <a:gd name="connsiteX15" fmla="*/ 847915 w 1714200"/>
                <a:gd name="connsiteY15" fmla="*/ 2093205 h 2924642"/>
                <a:gd name="connsiteX16" fmla="*/ 631317 w 1714200"/>
                <a:gd name="connsiteY16" fmla="*/ 2109493 h 2924642"/>
                <a:gd name="connsiteX17" fmla="*/ 562927 w 1714200"/>
                <a:gd name="connsiteY17" fmla="*/ 2109302 h 2924642"/>
                <a:gd name="connsiteX18" fmla="*/ 552545 w 1714200"/>
                <a:gd name="connsiteY18" fmla="*/ 2119780 h 2924642"/>
                <a:gd name="connsiteX19" fmla="*/ 552545 w 1714200"/>
                <a:gd name="connsiteY19" fmla="*/ 2128924 h 2924642"/>
                <a:gd name="connsiteX20" fmla="*/ 552545 w 1714200"/>
                <a:gd name="connsiteY20" fmla="*/ 2907783 h 2924642"/>
                <a:gd name="connsiteX21" fmla="*/ 552545 w 1714200"/>
                <a:gd name="connsiteY21" fmla="*/ 2924642 h 2924642"/>
                <a:gd name="connsiteX22" fmla="*/ 95 w 1714200"/>
                <a:gd name="connsiteY22" fmla="*/ 2924642 h 2924642"/>
                <a:gd name="connsiteX23" fmla="*/ 95 w 1714200"/>
                <a:gd name="connsiteY23" fmla="*/ 1557424 h 292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14200" h="2924642">
                  <a:moveTo>
                    <a:pt x="0" y="1557424"/>
                  </a:moveTo>
                  <a:cubicBezTo>
                    <a:pt x="6477" y="1557424"/>
                    <a:pt x="11335" y="1557424"/>
                    <a:pt x="16288" y="1557424"/>
                  </a:cubicBezTo>
                  <a:cubicBezTo>
                    <a:pt x="230314" y="1557424"/>
                    <a:pt x="444341" y="1557424"/>
                    <a:pt x="658463" y="1557424"/>
                  </a:cubicBezTo>
                  <a:cubicBezTo>
                    <a:pt x="901922" y="1557424"/>
                    <a:pt x="1110901" y="1382069"/>
                    <a:pt x="1153477" y="1142229"/>
                  </a:cubicBezTo>
                  <a:cubicBezTo>
                    <a:pt x="1201388" y="872005"/>
                    <a:pt x="1019461" y="609782"/>
                    <a:pt x="750475" y="562538"/>
                  </a:cubicBezTo>
                  <a:cubicBezTo>
                    <a:pt x="718471" y="556918"/>
                    <a:pt x="685609" y="554060"/>
                    <a:pt x="653129" y="553775"/>
                  </a:cubicBezTo>
                  <a:cubicBezTo>
                    <a:pt x="533019" y="552727"/>
                    <a:pt x="412813" y="553394"/>
                    <a:pt x="292703" y="553394"/>
                  </a:cubicBezTo>
                  <a:lnTo>
                    <a:pt x="277273" y="553394"/>
                  </a:lnTo>
                  <a:lnTo>
                    <a:pt x="277273" y="944"/>
                  </a:lnTo>
                  <a:cubicBezTo>
                    <a:pt x="281559" y="753"/>
                    <a:pt x="285559" y="372"/>
                    <a:pt x="289655" y="372"/>
                  </a:cubicBezTo>
                  <a:cubicBezTo>
                    <a:pt x="412432" y="372"/>
                    <a:pt x="535305" y="-580"/>
                    <a:pt x="658082" y="563"/>
                  </a:cubicBezTo>
                  <a:cubicBezTo>
                    <a:pt x="936784" y="3134"/>
                    <a:pt x="1179862" y="97527"/>
                    <a:pt x="1383221" y="288694"/>
                  </a:cubicBezTo>
                  <a:cubicBezTo>
                    <a:pt x="1542669" y="438522"/>
                    <a:pt x="1645348" y="621402"/>
                    <a:pt x="1691164" y="835810"/>
                  </a:cubicBezTo>
                  <a:cubicBezTo>
                    <a:pt x="1710404" y="925440"/>
                    <a:pt x="1717643" y="1016213"/>
                    <a:pt x="1712690" y="1107558"/>
                  </a:cubicBezTo>
                  <a:cubicBezTo>
                    <a:pt x="1698593" y="1366733"/>
                    <a:pt x="1603248" y="1592095"/>
                    <a:pt x="1424749" y="1780690"/>
                  </a:cubicBezTo>
                  <a:cubicBezTo>
                    <a:pt x="1266920" y="1947473"/>
                    <a:pt x="1074134" y="2051676"/>
                    <a:pt x="847915" y="2093205"/>
                  </a:cubicBezTo>
                  <a:cubicBezTo>
                    <a:pt x="776288" y="2106350"/>
                    <a:pt x="703993" y="2110731"/>
                    <a:pt x="631317" y="2109493"/>
                  </a:cubicBezTo>
                  <a:cubicBezTo>
                    <a:pt x="608552" y="2109112"/>
                    <a:pt x="585692" y="2109683"/>
                    <a:pt x="562927" y="2109302"/>
                  </a:cubicBezTo>
                  <a:cubicBezTo>
                    <a:pt x="555022" y="2109207"/>
                    <a:pt x="551593" y="2111684"/>
                    <a:pt x="552545" y="2119780"/>
                  </a:cubicBezTo>
                  <a:cubicBezTo>
                    <a:pt x="552926" y="2122733"/>
                    <a:pt x="552545" y="2125876"/>
                    <a:pt x="552545" y="2128924"/>
                  </a:cubicBezTo>
                  <a:cubicBezTo>
                    <a:pt x="552545" y="2388575"/>
                    <a:pt x="552545" y="2648132"/>
                    <a:pt x="552545" y="2907783"/>
                  </a:cubicBezTo>
                  <a:cubicBezTo>
                    <a:pt x="552545" y="2913117"/>
                    <a:pt x="552545" y="2918356"/>
                    <a:pt x="552545" y="2924642"/>
                  </a:cubicBezTo>
                  <a:lnTo>
                    <a:pt x="95" y="2924642"/>
                  </a:lnTo>
                  <a:lnTo>
                    <a:pt x="95" y="1557424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>
                <a:latin typeface="Work Sans" pitchFamily="2" charset="0"/>
              </a:endParaRPr>
            </a:p>
          </p:txBody>
        </p:sp>
        <p:sp>
          <p:nvSpPr>
            <p:cNvPr id="4" name="Freeform: Shape 23">
              <a:extLst>
                <a:ext uri="{FF2B5EF4-FFF2-40B4-BE49-F238E27FC236}">
                  <a16:creationId xmlns:a16="http://schemas.microsoft.com/office/drawing/2014/main" id="{3A7DA1F4-A3E4-90B2-234C-FDE165726065}"/>
                </a:ext>
              </a:extLst>
            </p:cNvPr>
            <p:cNvSpPr/>
            <p:nvPr/>
          </p:nvSpPr>
          <p:spPr>
            <a:xfrm>
              <a:off x="3414712" y="1223962"/>
              <a:ext cx="1713050" cy="2923604"/>
            </a:xfrm>
            <a:custGeom>
              <a:avLst/>
              <a:gdLst>
                <a:gd name="connsiteX0" fmla="*/ 276320 w 1713050"/>
                <a:gd name="connsiteY0" fmla="*/ 2923413 h 2923604"/>
                <a:gd name="connsiteX1" fmla="*/ 276320 w 1713050"/>
                <a:gd name="connsiteY1" fmla="*/ 2371439 h 2923604"/>
                <a:gd name="connsiteX2" fmla="*/ 291179 w 1713050"/>
                <a:gd name="connsiteY2" fmla="*/ 2371439 h 2923604"/>
                <a:gd name="connsiteX3" fmla="*/ 657320 w 1713050"/>
                <a:gd name="connsiteY3" fmla="*/ 2371439 h 2923604"/>
                <a:gd name="connsiteX4" fmla="*/ 1151192 w 1713050"/>
                <a:gd name="connsiteY4" fmla="*/ 1966817 h 2923604"/>
                <a:gd name="connsiteX5" fmla="*/ 749237 w 1713050"/>
                <a:gd name="connsiteY5" fmla="*/ 1376458 h 2923604"/>
                <a:gd name="connsiteX6" fmla="*/ 654177 w 1713050"/>
                <a:gd name="connsiteY6" fmla="*/ 1367790 h 2923604"/>
                <a:gd name="connsiteX7" fmla="*/ 15431 w 1713050"/>
                <a:gd name="connsiteY7" fmla="*/ 1367409 h 2923604"/>
                <a:gd name="connsiteX8" fmla="*/ 0 w 1713050"/>
                <a:gd name="connsiteY8" fmla="*/ 1367409 h 2923604"/>
                <a:gd name="connsiteX9" fmla="*/ 0 w 1713050"/>
                <a:gd name="connsiteY9" fmla="*/ 0 h 2923604"/>
                <a:gd name="connsiteX10" fmla="*/ 551021 w 1713050"/>
                <a:gd name="connsiteY10" fmla="*/ 0 h 2923604"/>
                <a:gd name="connsiteX11" fmla="*/ 551688 w 1713050"/>
                <a:gd name="connsiteY11" fmla="*/ 15431 h 2923604"/>
                <a:gd name="connsiteX12" fmla="*/ 551688 w 1713050"/>
                <a:gd name="connsiteY12" fmla="*/ 794290 h 2923604"/>
                <a:gd name="connsiteX13" fmla="*/ 551688 w 1713050"/>
                <a:gd name="connsiteY13" fmla="*/ 805720 h 2923604"/>
                <a:gd name="connsiteX14" fmla="*/ 560356 w 1713050"/>
                <a:gd name="connsiteY14" fmla="*/ 814388 h 2923604"/>
                <a:gd name="connsiteX15" fmla="*/ 605981 w 1713050"/>
                <a:gd name="connsiteY15" fmla="*/ 814388 h 2923604"/>
                <a:gd name="connsiteX16" fmla="*/ 803815 w 1713050"/>
                <a:gd name="connsiteY16" fmla="*/ 824675 h 2923604"/>
                <a:gd name="connsiteX17" fmla="*/ 1114425 w 1713050"/>
                <a:gd name="connsiteY17" fmla="*/ 917638 h 2923604"/>
                <a:gd name="connsiteX18" fmla="*/ 1411224 w 1713050"/>
                <a:gd name="connsiteY18" fmla="*/ 1130332 h 2923604"/>
                <a:gd name="connsiteX19" fmla="*/ 1696307 w 1713050"/>
                <a:gd name="connsiteY19" fmla="*/ 1682306 h 2923604"/>
                <a:gd name="connsiteX20" fmla="*/ 1429322 w 1713050"/>
                <a:gd name="connsiteY20" fmla="*/ 2588800 h 2923604"/>
                <a:gd name="connsiteX21" fmla="*/ 866204 w 1713050"/>
                <a:gd name="connsiteY21" fmla="*/ 2903887 h 2923604"/>
                <a:gd name="connsiteX22" fmla="*/ 670465 w 1713050"/>
                <a:gd name="connsiteY22" fmla="*/ 2923604 h 2923604"/>
                <a:gd name="connsiteX23" fmla="*/ 291751 w 1713050"/>
                <a:gd name="connsiteY23" fmla="*/ 2923604 h 2923604"/>
                <a:gd name="connsiteX24" fmla="*/ 276416 w 1713050"/>
                <a:gd name="connsiteY24" fmla="*/ 2923604 h 2923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13050" h="2923604">
                  <a:moveTo>
                    <a:pt x="276320" y="2923413"/>
                  </a:moveTo>
                  <a:lnTo>
                    <a:pt x="276320" y="2371439"/>
                  </a:lnTo>
                  <a:lnTo>
                    <a:pt x="291179" y="2371439"/>
                  </a:lnTo>
                  <a:cubicBezTo>
                    <a:pt x="413195" y="2371439"/>
                    <a:pt x="535305" y="2371439"/>
                    <a:pt x="657320" y="2371439"/>
                  </a:cubicBezTo>
                  <a:cubicBezTo>
                    <a:pt x="897065" y="2371439"/>
                    <a:pt x="1104233" y="2201704"/>
                    <a:pt x="1151192" y="1966817"/>
                  </a:cubicBezTo>
                  <a:cubicBezTo>
                    <a:pt x="1205770" y="1693736"/>
                    <a:pt x="1023557" y="1425607"/>
                    <a:pt x="749237" y="1376458"/>
                  </a:cubicBezTo>
                  <a:cubicBezTo>
                    <a:pt x="717995" y="1370838"/>
                    <a:pt x="685895" y="1367885"/>
                    <a:pt x="654177" y="1367790"/>
                  </a:cubicBezTo>
                  <a:cubicBezTo>
                    <a:pt x="441293" y="1367028"/>
                    <a:pt x="228314" y="1367409"/>
                    <a:pt x="15431" y="1367409"/>
                  </a:cubicBezTo>
                  <a:lnTo>
                    <a:pt x="0" y="1367409"/>
                  </a:lnTo>
                  <a:lnTo>
                    <a:pt x="0" y="0"/>
                  </a:lnTo>
                  <a:lnTo>
                    <a:pt x="551021" y="0"/>
                  </a:lnTo>
                  <a:cubicBezTo>
                    <a:pt x="551212" y="5144"/>
                    <a:pt x="551688" y="10287"/>
                    <a:pt x="551688" y="15431"/>
                  </a:cubicBezTo>
                  <a:cubicBezTo>
                    <a:pt x="551688" y="275082"/>
                    <a:pt x="551688" y="534734"/>
                    <a:pt x="551688" y="794290"/>
                  </a:cubicBezTo>
                  <a:cubicBezTo>
                    <a:pt x="551688" y="798100"/>
                    <a:pt x="551974" y="801910"/>
                    <a:pt x="551688" y="805720"/>
                  </a:cubicBezTo>
                  <a:cubicBezTo>
                    <a:pt x="551212" y="812102"/>
                    <a:pt x="553974" y="814483"/>
                    <a:pt x="560356" y="814388"/>
                  </a:cubicBezTo>
                  <a:cubicBezTo>
                    <a:pt x="575596" y="814102"/>
                    <a:pt x="590741" y="814388"/>
                    <a:pt x="605981" y="814388"/>
                  </a:cubicBezTo>
                  <a:cubicBezTo>
                    <a:pt x="672084" y="814388"/>
                    <a:pt x="738092" y="815626"/>
                    <a:pt x="803815" y="824675"/>
                  </a:cubicBezTo>
                  <a:cubicBezTo>
                    <a:pt x="912209" y="839629"/>
                    <a:pt x="1015746" y="870395"/>
                    <a:pt x="1114425" y="917638"/>
                  </a:cubicBezTo>
                  <a:cubicBezTo>
                    <a:pt x="1225868" y="970979"/>
                    <a:pt x="1325023" y="1041940"/>
                    <a:pt x="1411224" y="1130332"/>
                  </a:cubicBezTo>
                  <a:cubicBezTo>
                    <a:pt x="1562291" y="1285208"/>
                    <a:pt x="1660970" y="1468469"/>
                    <a:pt x="1696307" y="1682306"/>
                  </a:cubicBezTo>
                  <a:cubicBezTo>
                    <a:pt x="1753076" y="2026539"/>
                    <a:pt x="1665827" y="2330863"/>
                    <a:pt x="1429322" y="2588800"/>
                  </a:cubicBezTo>
                  <a:cubicBezTo>
                    <a:pt x="1276826" y="2755106"/>
                    <a:pt x="1087279" y="2858738"/>
                    <a:pt x="866204" y="2903887"/>
                  </a:cubicBezTo>
                  <a:cubicBezTo>
                    <a:pt x="801719" y="2917031"/>
                    <a:pt x="736378" y="2923699"/>
                    <a:pt x="670465" y="2923604"/>
                  </a:cubicBezTo>
                  <a:cubicBezTo>
                    <a:pt x="544259" y="2923413"/>
                    <a:pt x="418052" y="2923604"/>
                    <a:pt x="291751" y="2923604"/>
                  </a:cubicBezTo>
                  <a:lnTo>
                    <a:pt x="276416" y="2923604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>
                <a:latin typeface="Work Sans" pitchFamily="2" charset="0"/>
              </a:endParaRPr>
            </a:p>
          </p:txBody>
        </p:sp>
        <p:sp>
          <p:nvSpPr>
            <p:cNvPr id="5" name="Freeform: Shape 24">
              <a:extLst>
                <a:ext uri="{FF2B5EF4-FFF2-40B4-BE49-F238E27FC236}">
                  <a16:creationId xmlns:a16="http://schemas.microsoft.com/office/drawing/2014/main" id="{DB5E4499-F380-8E5F-E726-81C8FD9EFD8D}"/>
                </a:ext>
              </a:extLst>
            </p:cNvPr>
            <p:cNvSpPr/>
            <p:nvPr/>
          </p:nvSpPr>
          <p:spPr>
            <a:xfrm>
              <a:off x="5430202" y="2035872"/>
              <a:ext cx="551783" cy="2105310"/>
            </a:xfrm>
            <a:custGeom>
              <a:avLst/>
              <a:gdLst>
                <a:gd name="connsiteX0" fmla="*/ 551783 w 551783"/>
                <a:gd name="connsiteY0" fmla="*/ 0 h 2105310"/>
                <a:gd name="connsiteX1" fmla="*/ 551783 w 551783"/>
                <a:gd name="connsiteY1" fmla="*/ 2105311 h 2105310"/>
                <a:gd name="connsiteX2" fmla="*/ 0 w 551783"/>
                <a:gd name="connsiteY2" fmla="*/ 2105311 h 2105310"/>
                <a:gd name="connsiteX3" fmla="*/ 0 w 551783"/>
                <a:gd name="connsiteY3" fmla="*/ 0 h 2105310"/>
                <a:gd name="connsiteX4" fmla="*/ 551783 w 551783"/>
                <a:gd name="connsiteY4" fmla="*/ 0 h 210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1783" h="2105310">
                  <a:moveTo>
                    <a:pt x="551783" y="0"/>
                  </a:moveTo>
                  <a:lnTo>
                    <a:pt x="551783" y="2105311"/>
                  </a:lnTo>
                  <a:lnTo>
                    <a:pt x="0" y="2105311"/>
                  </a:lnTo>
                  <a:lnTo>
                    <a:pt x="0" y="0"/>
                  </a:lnTo>
                  <a:lnTo>
                    <a:pt x="551783" y="0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>
                <a:latin typeface="Work Sans" pitchFamily="2" charset="0"/>
              </a:endParaRPr>
            </a:p>
          </p:txBody>
        </p:sp>
        <p:sp>
          <p:nvSpPr>
            <p:cNvPr id="6" name="Freeform: Shape 25">
              <a:extLst>
                <a:ext uri="{FF2B5EF4-FFF2-40B4-BE49-F238E27FC236}">
                  <a16:creationId xmlns:a16="http://schemas.microsoft.com/office/drawing/2014/main" id="{ECE7127A-4DE6-BEA9-F211-9F34EE6128BD}"/>
                </a:ext>
              </a:extLst>
            </p:cNvPr>
            <p:cNvSpPr/>
            <p:nvPr/>
          </p:nvSpPr>
          <p:spPr>
            <a:xfrm>
              <a:off x="8225979" y="3593115"/>
              <a:ext cx="550735" cy="548068"/>
            </a:xfrm>
            <a:custGeom>
              <a:avLst/>
              <a:gdLst>
                <a:gd name="connsiteX0" fmla="*/ 0 w 550735"/>
                <a:gd name="connsiteY0" fmla="*/ 0 h 548068"/>
                <a:gd name="connsiteX1" fmla="*/ 550736 w 550735"/>
                <a:gd name="connsiteY1" fmla="*/ 0 h 548068"/>
                <a:gd name="connsiteX2" fmla="*/ 550736 w 550735"/>
                <a:gd name="connsiteY2" fmla="*/ 548068 h 548068"/>
                <a:gd name="connsiteX3" fmla="*/ 0 w 550735"/>
                <a:gd name="connsiteY3" fmla="*/ 548068 h 548068"/>
                <a:gd name="connsiteX4" fmla="*/ 0 w 550735"/>
                <a:gd name="connsiteY4" fmla="*/ 0 h 548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0735" h="548068">
                  <a:moveTo>
                    <a:pt x="0" y="0"/>
                  </a:moveTo>
                  <a:lnTo>
                    <a:pt x="550736" y="0"/>
                  </a:lnTo>
                  <a:lnTo>
                    <a:pt x="550736" y="548068"/>
                  </a:lnTo>
                  <a:lnTo>
                    <a:pt x="0" y="5480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>
                <a:latin typeface="Work San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155122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g-Title-Subtitle-Area-Date-Image"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m 15" descr="Uma imagem contendo mesa&#10;&#10;Descrição gerada automaticamente">
            <a:extLst>
              <a:ext uri="{FF2B5EF4-FFF2-40B4-BE49-F238E27FC236}">
                <a16:creationId xmlns:a16="http://schemas.microsoft.com/office/drawing/2014/main" id="{0F6A4F9A-8239-02EC-642F-D45EC2613F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60249" y="0"/>
            <a:ext cx="7481912" cy="6858000"/>
          </a:xfrm>
          <a:prstGeom prst="rect">
            <a:avLst/>
          </a:prstGeom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5FA91B6-6A5D-B714-B48A-CC066579D2B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771377" y="0"/>
            <a:ext cx="7470783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pt-BR" err="1"/>
              <a:t>Placeholder</a:t>
            </a:r>
            <a:r>
              <a:rPr lang="pt-BR"/>
              <a:t> Picture</a:t>
            </a:r>
            <a:endParaRPr lang="en-GB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88157E4-CF4A-CC2F-365E-69A0AE8813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3499" y="1009692"/>
            <a:ext cx="4329113" cy="13354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kumimoji="0" lang="en-GB" sz="5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ork Sans Light" pitchFamily="2" charset="0"/>
              </a:defRPr>
            </a:lvl1pPr>
          </a:lstStyle>
          <a:p>
            <a:pPr marL="0" marR="0" lvl="0" indent="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/>
              <a:t>Title of the Presentation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4A612D7A-D54E-5A27-88DE-D76EEE635BB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3337" y="333375"/>
            <a:ext cx="4329113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en-GB" sz="1600" i="0" u="none" strike="noStrike" baseline="0" dirty="0">
                <a:solidFill>
                  <a:srgbClr val="FFFFFF">
                    <a:alpha val="50000"/>
                  </a:srgbClr>
                </a:solidFill>
                <a:latin typeface="Work Sans SemiBold" pitchFamily="2" charset="0"/>
              </a:defRPr>
            </a:lvl1pPr>
          </a:lstStyle>
          <a:p>
            <a:pPr marL="0" lvl="0"/>
            <a:r>
              <a:rPr lang="en-GB"/>
              <a:t>TAGLINE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A2361E4B-DD54-270B-E8BF-B365E07793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73516" y="6202069"/>
            <a:ext cx="1262083" cy="443198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>
            <a:lvl1pPr marL="0" indent="0">
              <a:buNone/>
              <a:defRPr lang="en-GB" sz="1600" i="0" u="none" strike="noStrike" baseline="0" dirty="0">
                <a:solidFill>
                  <a:srgbClr val="FFFFFF"/>
                </a:solidFill>
                <a:latin typeface="+mj-lt"/>
              </a:defRPr>
            </a:lvl1pPr>
          </a:lstStyle>
          <a:p>
            <a:pPr marL="0" lvl="0"/>
            <a:r>
              <a:rPr lang="en-GB" dirty="0"/>
              <a:t>Business Area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13B071DB-81F6-1553-B065-3CC35000DE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17793" y="6202069"/>
            <a:ext cx="1262083" cy="443198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>
            <a:lvl1pPr marL="0" indent="0">
              <a:buNone/>
              <a:defRPr lang="en-GB" sz="1600" i="0" u="none" strike="noStrike" baseline="0" dirty="0">
                <a:solidFill>
                  <a:srgbClr val="FFFFFF"/>
                </a:solidFill>
                <a:latin typeface="+mj-lt"/>
              </a:defRPr>
            </a:lvl1pPr>
          </a:lstStyle>
          <a:p>
            <a:pPr marL="0" lvl="0"/>
            <a:r>
              <a:rPr lang="en-GB"/>
              <a:t>Month</a:t>
            </a:r>
            <a:br>
              <a:rPr lang="en-GB"/>
            </a:br>
            <a:r>
              <a:rPr lang="en-GB"/>
              <a:t>Year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6E588426-73B1-66CB-0756-3FABDBF107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2411" y="2485972"/>
            <a:ext cx="4290201" cy="221599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>
            <a:lvl1pPr marL="0" indent="0" algn="l">
              <a:buNone/>
              <a:defRPr lang="en-GB" sz="1600" i="0" u="none" strike="noStrike" baseline="0" dirty="0">
                <a:solidFill>
                  <a:srgbClr val="FFFFFF"/>
                </a:solidFill>
                <a:latin typeface="Work Sans SemiBold" pitchFamily="2" charset="0"/>
              </a:defRPr>
            </a:lvl1pPr>
          </a:lstStyle>
          <a:p>
            <a:pPr marL="0" lvl="0"/>
            <a:r>
              <a:rPr lang="en-GB"/>
              <a:t>Subtitle of the presentation</a:t>
            </a:r>
          </a:p>
        </p:txBody>
      </p:sp>
      <p:grpSp>
        <p:nvGrpSpPr>
          <p:cNvPr id="3" name="Graphic 6">
            <a:extLst>
              <a:ext uri="{FF2B5EF4-FFF2-40B4-BE49-F238E27FC236}">
                <a16:creationId xmlns:a16="http://schemas.microsoft.com/office/drawing/2014/main" id="{8A6F8A46-1BEB-973F-B43E-09EC31630C6F}"/>
              </a:ext>
            </a:extLst>
          </p:cNvPr>
          <p:cNvGrpSpPr/>
          <p:nvPr userDrawn="1"/>
        </p:nvGrpSpPr>
        <p:grpSpPr>
          <a:xfrm>
            <a:off x="267657" y="6200294"/>
            <a:ext cx="630106" cy="439331"/>
            <a:chOff x="3414712" y="1223962"/>
            <a:chExt cx="5362003" cy="3738562"/>
          </a:xfrm>
          <a:solidFill>
            <a:srgbClr val="DA291C"/>
          </a:solidFill>
        </p:grpSpPr>
        <p:sp>
          <p:nvSpPr>
            <p:cNvPr id="4" name="Freeform: Shape 22">
              <a:extLst>
                <a:ext uri="{FF2B5EF4-FFF2-40B4-BE49-F238E27FC236}">
                  <a16:creationId xmlns:a16="http://schemas.microsoft.com/office/drawing/2014/main" id="{0594AF9E-2320-EBED-D1BB-7A71FE9C6C52}"/>
                </a:ext>
              </a:extLst>
            </p:cNvPr>
            <p:cNvSpPr/>
            <p:nvPr/>
          </p:nvSpPr>
          <p:spPr>
            <a:xfrm>
              <a:off x="6326790" y="2037882"/>
              <a:ext cx="1714200" cy="2924642"/>
            </a:xfrm>
            <a:custGeom>
              <a:avLst/>
              <a:gdLst>
                <a:gd name="connsiteX0" fmla="*/ 0 w 1714200"/>
                <a:gd name="connsiteY0" fmla="*/ 1557424 h 2924642"/>
                <a:gd name="connsiteX1" fmla="*/ 16288 w 1714200"/>
                <a:gd name="connsiteY1" fmla="*/ 1557424 h 2924642"/>
                <a:gd name="connsiteX2" fmla="*/ 658463 w 1714200"/>
                <a:gd name="connsiteY2" fmla="*/ 1557424 h 2924642"/>
                <a:gd name="connsiteX3" fmla="*/ 1153477 w 1714200"/>
                <a:gd name="connsiteY3" fmla="*/ 1142229 h 2924642"/>
                <a:gd name="connsiteX4" fmla="*/ 750475 w 1714200"/>
                <a:gd name="connsiteY4" fmla="*/ 562538 h 2924642"/>
                <a:gd name="connsiteX5" fmla="*/ 653129 w 1714200"/>
                <a:gd name="connsiteY5" fmla="*/ 553775 h 2924642"/>
                <a:gd name="connsiteX6" fmla="*/ 292703 w 1714200"/>
                <a:gd name="connsiteY6" fmla="*/ 553394 h 2924642"/>
                <a:gd name="connsiteX7" fmla="*/ 277273 w 1714200"/>
                <a:gd name="connsiteY7" fmla="*/ 553394 h 2924642"/>
                <a:gd name="connsiteX8" fmla="*/ 277273 w 1714200"/>
                <a:gd name="connsiteY8" fmla="*/ 944 h 2924642"/>
                <a:gd name="connsiteX9" fmla="*/ 289655 w 1714200"/>
                <a:gd name="connsiteY9" fmla="*/ 372 h 2924642"/>
                <a:gd name="connsiteX10" fmla="*/ 658082 w 1714200"/>
                <a:gd name="connsiteY10" fmla="*/ 563 h 2924642"/>
                <a:gd name="connsiteX11" fmla="*/ 1383221 w 1714200"/>
                <a:gd name="connsiteY11" fmla="*/ 288694 h 2924642"/>
                <a:gd name="connsiteX12" fmla="*/ 1691164 w 1714200"/>
                <a:gd name="connsiteY12" fmla="*/ 835810 h 2924642"/>
                <a:gd name="connsiteX13" fmla="*/ 1712690 w 1714200"/>
                <a:gd name="connsiteY13" fmla="*/ 1107558 h 2924642"/>
                <a:gd name="connsiteX14" fmla="*/ 1424749 w 1714200"/>
                <a:gd name="connsiteY14" fmla="*/ 1780690 h 2924642"/>
                <a:gd name="connsiteX15" fmla="*/ 847915 w 1714200"/>
                <a:gd name="connsiteY15" fmla="*/ 2093205 h 2924642"/>
                <a:gd name="connsiteX16" fmla="*/ 631317 w 1714200"/>
                <a:gd name="connsiteY16" fmla="*/ 2109493 h 2924642"/>
                <a:gd name="connsiteX17" fmla="*/ 562927 w 1714200"/>
                <a:gd name="connsiteY17" fmla="*/ 2109302 h 2924642"/>
                <a:gd name="connsiteX18" fmla="*/ 552545 w 1714200"/>
                <a:gd name="connsiteY18" fmla="*/ 2119780 h 2924642"/>
                <a:gd name="connsiteX19" fmla="*/ 552545 w 1714200"/>
                <a:gd name="connsiteY19" fmla="*/ 2128924 h 2924642"/>
                <a:gd name="connsiteX20" fmla="*/ 552545 w 1714200"/>
                <a:gd name="connsiteY20" fmla="*/ 2907783 h 2924642"/>
                <a:gd name="connsiteX21" fmla="*/ 552545 w 1714200"/>
                <a:gd name="connsiteY21" fmla="*/ 2924642 h 2924642"/>
                <a:gd name="connsiteX22" fmla="*/ 95 w 1714200"/>
                <a:gd name="connsiteY22" fmla="*/ 2924642 h 2924642"/>
                <a:gd name="connsiteX23" fmla="*/ 95 w 1714200"/>
                <a:gd name="connsiteY23" fmla="*/ 1557424 h 292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14200" h="2924642">
                  <a:moveTo>
                    <a:pt x="0" y="1557424"/>
                  </a:moveTo>
                  <a:cubicBezTo>
                    <a:pt x="6477" y="1557424"/>
                    <a:pt x="11335" y="1557424"/>
                    <a:pt x="16288" y="1557424"/>
                  </a:cubicBezTo>
                  <a:cubicBezTo>
                    <a:pt x="230314" y="1557424"/>
                    <a:pt x="444341" y="1557424"/>
                    <a:pt x="658463" y="1557424"/>
                  </a:cubicBezTo>
                  <a:cubicBezTo>
                    <a:pt x="901922" y="1557424"/>
                    <a:pt x="1110901" y="1382069"/>
                    <a:pt x="1153477" y="1142229"/>
                  </a:cubicBezTo>
                  <a:cubicBezTo>
                    <a:pt x="1201388" y="872005"/>
                    <a:pt x="1019461" y="609782"/>
                    <a:pt x="750475" y="562538"/>
                  </a:cubicBezTo>
                  <a:cubicBezTo>
                    <a:pt x="718471" y="556918"/>
                    <a:pt x="685609" y="554060"/>
                    <a:pt x="653129" y="553775"/>
                  </a:cubicBezTo>
                  <a:cubicBezTo>
                    <a:pt x="533019" y="552727"/>
                    <a:pt x="412813" y="553394"/>
                    <a:pt x="292703" y="553394"/>
                  </a:cubicBezTo>
                  <a:lnTo>
                    <a:pt x="277273" y="553394"/>
                  </a:lnTo>
                  <a:lnTo>
                    <a:pt x="277273" y="944"/>
                  </a:lnTo>
                  <a:cubicBezTo>
                    <a:pt x="281559" y="753"/>
                    <a:pt x="285559" y="372"/>
                    <a:pt x="289655" y="372"/>
                  </a:cubicBezTo>
                  <a:cubicBezTo>
                    <a:pt x="412432" y="372"/>
                    <a:pt x="535305" y="-580"/>
                    <a:pt x="658082" y="563"/>
                  </a:cubicBezTo>
                  <a:cubicBezTo>
                    <a:pt x="936784" y="3134"/>
                    <a:pt x="1179862" y="97527"/>
                    <a:pt x="1383221" y="288694"/>
                  </a:cubicBezTo>
                  <a:cubicBezTo>
                    <a:pt x="1542669" y="438522"/>
                    <a:pt x="1645348" y="621402"/>
                    <a:pt x="1691164" y="835810"/>
                  </a:cubicBezTo>
                  <a:cubicBezTo>
                    <a:pt x="1710404" y="925440"/>
                    <a:pt x="1717643" y="1016213"/>
                    <a:pt x="1712690" y="1107558"/>
                  </a:cubicBezTo>
                  <a:cubicBezTo>
                    <a:pt x="1698593" y="1366733"/>
                    <a:pt x="1603248" y="1592095"/>
                    <a:pt x="1424749" y="1780690"/>
                  </a:cubicBezTo>
                  <a:cubicBezTo>
                    <a:pt x="1266920" y="1947473"/>
                    <a:pt x="1074134" y="2051676"/>
                    <a:pt x="847915" y="2093205"/>
                  </a:cubicBezTo>
                  <a:cubicBezTo>
                    <a:pt x="776288" y="2106350"/>
                    <a:pt x="703993" y="2110731"/>
                    <a:pt x="631317" y="2109493"/>
                  </a:cubicBezTo>
                  <a:cubicBezTo>
                    <a:pt x="608552" y="2109112"/>
                    <a:pt x="585692" y="2109683"/>
                    <a:pt x="562927" y="2109302"/>
                  </a:cubicBezTo>
                  <a:cubicBezTo>
                    <a:pt x="555022" y="2109207"/>
                    <a:pt x="551593" y="2111684"/>
                    <a:pt x="552545" y="2119780"/>
                  </a:cubicBezTo>
                  <a:cubicBezTo>
                    <a:pt x="552926" y="2122733"/>
                    <a:pt x="552545" y="2125876"/>
                    <a:pt x="552545" y="2128924"/>
                  </a:cubicBezTo>
                  <a:cubicBezTo>
                    <a:pt x="552545" y="2388575"/>
                    <a:pt x="552545" y="2648132"/>
                    <a:pt x="552545" y="2907783"/>
                  </a:cubicBezTo>
                  <a:cubicBezTo>
                    <a:pt x="552545" y="2913117"/>
                    <a:pt x="552545" y="2918356"/>
                    <a:pt x="552545" y="2924642"/>
                  </a:cubicBezTo>
                  <a:lnTo>
                    <a:pt x="95" y="2924642"/>
                  </a:lnTo>
                  <a:lnTo>
                    <a:pt x="95" y="1557424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>
                <a:latin typeface="Work Sans" pitchFamily="2" charset="0"/>
              </a:endParaRPr>
            </a:p>
          </p:txBody>
        </p:sp>
        <p:sp>
          <p:nvSpPr>
            <p:cNvPr id="5" name="Freeform: Shape 23">
              <a:extLst>
                <a:ext uri="{FF2B5EF4-FFF2-40B4-BE49-F238E27FC236}">
                  <a16:creationId xmlns:a16="http://schemas.microsoft.com/office/drawing/2014/main" id="{07DF34B0-49A5-13A2-3FDF-1F735F22BEEB}"/>
                </a:ext>
              </a:extLst>
            </p:cNvPr>
            <p:cNvSpPr/>
            <p:nvPr/>
          </p:nvSpPr>
          <p:spPr>
            <a:xfrm>
              <a:off x="3414712" y="1223962"/>
              <a:ext cx="1713050" cy="2923604"/>
            </a:xfrm>
            <a:custGeom>
              <a:avLst/>
              <a:gdLst>
                <a:gd name="connsiteX0" fmla="*/ 276320 w 1713050"/>
                <a:gd name="connsiteY0" fmla="*/ 2923413 h 2923604"/>
                <a:gd name="connsiteX1" fmla="*/ 276320 w 1713050"/>
                <a:gd name="connsiteY1" fmla="*/ 2371439 h 2923604"/>
                <a:gd name="connsiteX2" fmla="*/ 291179 w 1713050"/>
                <a:gd name="connsiteY2" fmla="*/ 2371439 h 2923604"/>
                <a:gd name="connsiteX3" fmla="*/ 657320 w 1713050"/>
                <a:gd name="connsiteY3" fmla="*/ 2371439 h 2923604"/>
                <a:gd name="connsiteX4" fmla="*/ 1151192 w 1713050"/>
                <a:gd name="connsiteY4" fmla="*/ 1966817 h 2923604"/>
                <a:gd name="connsiteX5" fmla="*/ 749237 w 1713050"/>
                <a:gd name="connsiteY5" fmla="*/ 1376458 h 2923604"/>
                <a:gd name="connsiteX6" fmla="*/ 654177 w 1713050"/>
                <a:gd name="connsiteY6" fmla="*/ 1367790 h 2923604"/>
                <a:gd name="connsiteX7" fmla="*/ 15431 w 1713050"/>
                <a:gd name="connsiteY7" fmla="*/ 1367409 h 2923604"/>
                <a:gd name="connsiteX8" fmla="*/ 0 w 1713050"/>
                <a:gd name="connsiteY8" fmla="*/ 1367409 h 2923604"/>
                <a:gd name="connsiteX9" fmla="*/ 0 w 1713050"/>
                <a:gd name="connsiteY9" fmla="*/ 0 h 2923604"/>
                <a:gd name="connsiteX10" fmla="*/ 551021 w 1713050"/>
                <a:gd name="connsiteY10" fmla="*/ 0 h 2923604"/>
                <a:gd name="connsiteX11" fmla="*/ 551688 w 1713050"/>
                <a:gd name="connsiteY11" fmla="*/ 15431 h 2923604"/>
                <a:gd name="connsiteX12" fmla="*/ 551688 w 1713050"/>
                <a:gd name="connsiteY12" fmla="*/ 794290 h 2923604"/>
                <a:gd name="connsiteX13" fmla="*/ 551688 w 1713050"/>
                <a:gd name="connsiteY13" fmla="*/ 805720 h 2923604"/>
                <a:gd name="connsiteX14" fmla="*/ 560356 w 1713050"/>
                <a:gd name="connsiteY14" fmla="*/ 814388 h 2923604"/>
                <a:gd name="connsiteX15" fmla="*/ 605981 w 1713050"/>
                <a:gd name="connsiteY15" fmla="*/ 814388 h 2923604"/>
                <a:gd name="connsiteX16" fmla="*/ 803815 w 1713050"/>
                <a:gd name="connsiteY16" fmla="*/ 824675 h 2923604"/>
                <a:gd name="connsiteX17" fmla="*/ 1114425 w 1713050"/>
                <a:gd name="connsiteY17" fmla="*/ 917638 h 2923604"/>
                <a:gd name="connsiteX18" fmla="*/ 1411224 w 1713050"/>
                <a:gd name="connsiteY18" fmla="*/ 1130332 h 2923604"/>
                <a:gd name="connsiteX19" fmla="*/ 1696307 w 1713050"/>
                <a:gd name="connsiteY19" fmla="*/ 1682306 h 2923604"/>
                <a:gd name="connsiteX20" fmla="*/ 1429322 w 1713050"/>
                <a:gd name="connsiteY20" fmla="*/ 2588800 h 2923604"/>
                <a:gd name="connsiteX21" fmla="*/ 866204 w 1713050"/>
                <a:gd name="connsiteY21" fmla="*/ 2903887 h 2923604"/>
                <a:gd name="connsiteX22" fmla="*/ 670465 w 1713050"/>
                <a:gd name="connsiteY22" fmla="*/ 2923604 h 2923604"/>
                <a:gd name="connsiteX23" fmla="*/ 291751 w 1713050"/>
                <a:gd name="connsiteY23" fmla="*/ 2923604 h 2923604"/>
                <a:gd name="connsiteX24" fmla="*/ 276416 w 1713050"/>
                <a:gd name="connsiteY24" fmla="*/ 2923604 h 2923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13050" h="2923604">
                  <a:moveTo>
                    <a:pt x="276320" y="2923413"/>
                  </a:moveTo>
                  <a:lnTo>
                    <a:pt x="276320" y="2371439"/>
                  </a:lnTo>
                  <a:lnTo>
                    <a:pt x="291179" y="2371439"/>
                  </a:lnTo>
                  <a:cubicBezTo>
                    <a:pt x="413195" y="2371439"/>
                    <a:pt x="535305" y="2371439"/>
                    <a:pt x="657320" y="2371439"/>
                  </a:cubicBezTo>
                  <a:cubicBezTo>
                    <a:pt x="897065" y="2371439"/>
                    <a:pt x="1104233" y="2201704"/>
                    <a:pt x="1151192" y="1966817"/>
                  </a:cubicBezTo>
                  <a:cubicBezTo>
                    <a:pt x="1205770" y="1693736"/>
                    <a:pt x="1023557" y="1425607"/>
                    <a:pt x="749237" y="1376458"/>
                  </a:cubicBezTo>
                  <a:cubicBezTo>
                    <a:pt x="717995" y="1370838"/>
                    <a:pt x="685895" y="1367885"/>
                    <a:pt x="654177" y="1367790"/>
                  </a:cubicBezTo>
                  <a:cubicBezTo>
                    <a:pt x="441293" y="1367028"/>
                    <a:pt x="228314" y="1367409"/>
                    <a:pt x="15431" y="1367409"/>
                  </a:cubicBezTo>
                  <a:lnTo>
                    <a:pt x="0" y="1367409"/>
                  </a:lnTo>
                  <a:lnTo>
                    <a:pt x="0" y="0"/>
                  </a:lnTo>
                  <a:lnTo>
                    <a:pt x="551021" y="0"/>
                  </a:lnTo>
                  <a:cubicBezTo>
                    <a:pt x="551212" y="5144"/>
                    <a:pt x="551688" y="10287"/>
                    <a:pt x="551688" y="15431"/>
                  </a:cubicBezTo>
                  <a:cubicBezTo>
                    <a:pt x="551688" y="275082"/>
                    <a:pt x="551688" y="534734"/>
                    <a:pt x="551688" y="794290"/>
                  </a:cubicBezTo>
                  <a:cubicBezTo>
                    <a:pt x="551688" y="798100"/>
                    <a:pt x="551974" y="801910"/>
                    <a:pt x="551688" y="805720"/>
                  </a:cubicBezTo>
                  <a:cubicBezTo>
                    <a:pt x="551212" y="812102"/>
                    <a:pt x="553974" y="814483"/>
                    <a:pt x="560356" y="814388"/>
                  </a:cubicBezTo>
                  <a:cubicBezTo>
                    <a:pt x="575596" y="814102"/>
                    <a:pt x="590741" y="814388"/>
                    <a:pt x="605981" y="814388"/>
                  </a:cubicBezTo>
                  <a:cubicBezTo>
                    <a:pt x="672084" y="814388"/>
                    <a:pt x="738092" y="815626"/>
                    <a:pt x="803815" y="824675"/>
                  </a:cubicBezTo>
                  <a:cubicBezTo>
                    <a:pt x="912209" y="839629"/>
                    <a:pt x="1015746" y="870395"/>
                    <a:pt x="1114425" y="917638"/>
                  </a:cubicBezTo>
                  <a:cubicBezTo>
                    <a:pt x="1225868" y="970979"/>
                    <a:pt x="1325023" y="1041940"/>
                    <a:pt x="1411224" y="1130332"/>
                  </a:cubicBezTo>
                  <a:cubicBezTo>
                    <a:pt x="1562291" y="1285208"/>
                    <a:pt x="1660970" y="1468469"/>
                    <a:pt x="1696307" y="1682306"/>
                  </a:cubicBezTo>
                  <a:cubicBezTo>
                    <a:pt x="1753076" y="2026539"/>
                    <a:pt x="1665827" y="2330863"/>
                    <a:pt x="1429322" y="2588800"/>
                  </a:cubicBezTo>
                  <a:cubicBezTo>
                    <a:pt x="1276826" y="2755106"/>
                    <a:pt x="1087279" y="2858738"/>
                    <a:pt x="866204" y="2903887"/>
                  </a:cubicBezTo>
                  <a:cubicBezTo>
                    <a:pt x="801719" y="2917031"/>
                    <a:pt x="736378" y="2923699"/>
                    <a:pt x="670465" y="2923604"/>
                  </a:cubicBezTo>
                  <a:cubicBezTo>
                    <a:pt x="544259" y="2923413"/>
                    <a:pt x="418052" y="2923604"/>
                    <a:pt x="291751" y="2923604"/>
                  </a:cubicBezTo>
                  <a:lnTo>
                    <a:pt x="276416" y="2923604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>
                <a:latin typeface="Work Sans" pitchFamily="2" charset="0"/>
              </a:endParaRPr>
            </a:p>
          </p:txBody>
        </p:sp>
        <p:sp>
          <p:nvSpPr>
            <p:cNvPr id="6" name="Freeform: Shape 24">
              <a:extLst>
                <a:ext uri="{FF2B5EF4-FFF2-40B4-BE49-F238E27FC236}">
                  <a16:creationId xmlns:a16="http://schemas.microsoft.com/office/drawing/2014/main" id="{89E7404E-61D6-28C3-9224-B1E47A2F856E}"/>
                </a:ext>
              </a:extLst>
            </p:cNvPr>
            <p:cNvSpPr/>
            <p:nvPr/>
          </p:nvSpPr>
          <p:spPr>
            <a:xfrm>
              <a:off x="5430202" y="2035872"/>
              <a:ext cx="551783" cy="2105310"/>
            </a:xfrm>
            <a:custGeom>
              <a:avLst/>
              <a:gdLst>
                <a:gd name="connsiteX0" fmla="*/ 551783 w 551783"/>
                <a:gd name="connsiteY0" fmla="*/ 0 h 2105310"/>
                <a:gd name="connsiteX1" fmla="*/ 551783 w 551783"/>
                <a:gd name="connsiteY1" fmla="*/ 2105311 h 2105310"/>
                <a:gd name="connsiteX2" fmla="*/ 0 w 551783"/>
                <a:gd name="connsiteY2" fmla="*/ 2105311 h 2105310"/>
                <a:gd name="connsiteX3" fmla="*/ 0 w 551783"/>
                <a:gd name="connsiteY3" fmla="*/ 0 h 2105310"/>
                <a:gd name="connsiteX4" fmla="*/ 551783 w 551783"/>
                <a:gd name="connsiteY4" fmla="*/ 0 h 210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1783" h="2105310">
                  <a:moveTo>
                    <a:pt x="551783" y="0"/>
                  </a:moveTo>
                  <a:lnTo>
                    <a:pt x="551783" y="2105311"/>
                  </a:lnTo>
                  <a:lnTo>
                    <a:pt x="0" y="2105311"/>
                  </a:lnTo>
                  <a:lnTo>
                    <a:pt x="0" y="0"/>
                  </a:lnTo>
                  <a:lnTo>
                    <a:pt x="551783" y="0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>
                <a:latin typeface="Work Sans" pitchFamily="2" charset="0"/>
              </a:endParaRPr>
            </a:p>
          </p:txBody>
        </p:sp>
        <p:sp>
          <p:nvSpPr>
            <p:cNvPr id="8" name="Freeform: Shape 25">
              <a:extLst>
                <a:ext uri="{FF2B5EF4-FFF2-40B4-BE49-F238E27FC236}">
                  <a16:creationId xmlns:a16="http://schemas.microsoft.com/office/drawing/2014/main" id="{D3E725C8-32B0-21A6-E234-1DD8DC6C28FF}"/>
                </a:ext>
              </a:extLst>
            </p:cNvPr>
            <p:cNvSpPr/>
            <p:nvPr/>
          </p:nvSpPr>
          <p:spPr>
            <a:xfrm>
              <a:off x="8225979" y="3593115"/>
              <a:ext cx="550735" cy="548068"/>
            </a:xfrm>
            <a:custGeom>
              <a:avLst/>
              <a:gdLst>
                <a:gd name="connsiteX0" fmla="*/ 0 w 550735"/>
                <a:gd name="connsiteY0" fmla="*/ 0 h 548068"/>
                <a:gd name="connsiteX1" fmla="*/ 550736 w 550735"/>
                <a:gd name="connsiteY1" fmla="*/ 0 h 548068"/>
                <a:gd name="connsiteX2" fmla="*/ 550736 w 550735"/>
                <a:gd name="connsiteY2" fmla="*/ 548068 h 548068"/>
                <a:gd name="connsiteX3" fmla="*/ 0 w 550735"/>
                <a:gd name="connsiteY3" fmla="*/ 548068 h 548068"/>
                <a:gd name="connsiteX4" fmla="*/ 0 w 550735"/>
                <a:gd name="connsiteY4" fmla="*/ 0 h 548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0735" h="548068">
                  <a:moveTo>
                    <a:pt x="0" y="0"/>
                  </a:moveTo>
                  <a:lnTo>
                    <a:pt x="550736" y="0"/>
                  </a:lnTo>
                  <a:lnTo>
                    <a:pt x="550736" y="548068"/>
                  </a:lnTo>
                  <a:lnTo>
                    <a:pt x="0" y="5480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>
                <a:latin typeface="Work San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474249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Date-Pattern"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red white and blue geometric pattern&#10;&#10;Description automatically generated">
            <a:extLst>
              <a:ext uri="{FF2B5EF4-FFF2-40B4-BE49-F238E27FC236}">
                <a16:creationId xmlns:a16="http://schemas.microsoft.com/office/drawing/2014/main" id="{A67752FD-891D-7BEC-F951-1735495A5A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83675" y="0"/>
            <a:ext cx="3108325" cy="6858000"/>
          </a:xfrm>
          <a:prstGeom prst="rect">
            <a:avLst/>
          </a:prstGeom>
        </p:spPr>
      </p:pic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B515C8DC-6566-5117-7F2F-8B654FFC0C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411" y="2260600"/>
            <a:ext cx="7053063" cy="19785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kumimoji="0" lang="en-GB" sz="8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ork Sans Light" pitchFamily="2" charset="0"/>
              </a:defRPr>
            </a:lvl1pPr>
          </a:lstStyle>
          <a:p>
            <a:pPr marL="0" marR="0" lvl="0" indent="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/>
              <a:t>Title of the Presentation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85B0CEC3-4F0A-40F5-48BD-E8403C76B7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74100" y="6461800"/>
            <a:ext cx="1712578" cy="1938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 algn="r">
              <a:buNone/>
              <a:defRPr lang="en-GB" sz="1400" i="0" u="none" strike="noStrike" baseline="0" dirty="0">
                <a:solidFill>
                  <a:srgbClr val="FFFFFF"/>
                </a:solidFill>
                <a:latin typeface="+mn-lt"/>
              </a:defRPr>
            </a:lvl1pPr>
          </a:lstStyle>
          <a:p>
            <a:pPr marL="0" lvl="0"/>
            <a:r>
              <a:rPr lang="en-GB" dirty="0"/>
              <a:t>Month | Year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7CFA2F39-DAF4-7698-78D4-BC1C5D09EEBC}"/>
              </a:ext>
            </a:extLst>
          </p:cNvPr>
          <p:cNvSpPr txBox="1"/>
          <p:nvPr userDrawn="1"/>
        </p:nvSpPr>
        <p:spPr>
          <a:xfrm>
            <a:off x="267656" y="6424092"/>
            <a:ext cx="4458755" cy="208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8"/>
              </a:lnSpc>
            </a:pPr>
            <a:r>
              <a:rPr lang="en-US" sz="1400" dirty="0">
                <a:solidFill>
                  <a:schemeClr val="bg1"/>
                </a:solidFill>
                <a:latin typeface="Work Sans SemiBold" pitchFamily="2" charset="0"/>
              </a:rPr>
              <a:t>Here to Dare.</a:t>
            </a:r>
          </a:p>
        </p:txBody>
      </p:sp>
      <p:grpSp>
        <p:nvGrpSpPr>
          <p:cNvPr id="5" name="Graphic 6">
            <a:extLst>
              <a:ext uri="{FF2B5EF4-FFF2-40B4-BE49-F238E27FC236}">
                <a16:creationId xmlns:a16="http://schemas.microsoft.com/office/drawing/2014/main" id="{67B4D6C7-EA1C-E7AE-80BD-1E84CB86F82C}"/>
              </a:ext>
            </a:extLst>
          </p:cNvPr>
          <p:cNvGrpSpPr/>
          <p:nvPr userDrawn="1"/>
        </p:nvGrpSpPr>
        <p:grpSpPr>
          <a:xfrm>
            <a:off x="267657" y="333623"/>
            <a:ext cx="630106" cy="439331"/>
            <a:chOff x="3414712" y="1223962"/>
            <a:chExt cx="5362003" cy="3738562"/>
          </a:xfrm>
          <a:solidFill>
            <a:srgbClr val="DA291C"/>
          </a:solidFill>
        </p:grpSpPr>
        <p:sp>
          <p:nvSpPr>
            <p:cNvPr id="6" name="Freeform: Shape 22">
              <a:extLst>
                <a:ext uri="{FF2B5EF4-FFF2-40B4-BE49-F238E27FC236}">
                  <a16:creationId xmlns:a16="http://schemas.microsoft.com/office/drawing/2014/main" id="{82B5EC0C-F63E-F639-71BC-4C50024A501E}"/>
                </a:ext>
              </a:extLst>
            </p:cNvPr>
            <p:cNvSpPr/>
            <p:nvPr/>
          </p:nvSpPr>
          <p:spPr>
            <a:xfrm>
              <a:off x="6326790" y="2037882"/>
              <a:ext cx="1714200" cy="2924642"/>
            </a:xfrm>
            <a:custGeom>
              <a:avLst/>
              <a:gdLst>
                <a:gd name="connsiteX0" fmla="*/ 0 w 1714200"/>
                <a:gd name="connsiteY0" fmla="*/ 1557424 h 2924642"/>
                <a:gd name="connsiteX1" fmla="*/ 16288 w 1714200"/>
                <a:gd name="connsiteY1" fmla="*/ 1557424 h 2924642"/>
                <a:gd name="connsiteX2" fmla="*/ 658463 w 1714200"/>
                <a:gd name="connsiteY2" fmla="*/ 1557424 h 2924642"/>
                <a:gd name="connsiteX3" fmla="*/ 1153477 w 1714200"/>
                <a:gd name="connsiteY3" fmla="*/ 1142229 h 2924642"/>
                <a:gd name="connsiteX4" fmla="*/ 750475 w 1714200"/>
                <a:gd name="connsiteY4" fmla="*/ 562538 h 2924642"/>
                <a:gd name="connsiteX5" fmla="*/ 653129 w 1714200"/>
                <a:gd name="connsiteY5" fmla="*/ 553775 h 2924642"/>
                <a:gd name="connsiteX6" fmla="*/ 292703 w 1714200"/>
                <a:gd name="connsiteY6" fmla="*/ 553394 h 2924642"/>
                <a:gd name="connsiteX7" fmla="*/ 277273 w 1714200"/>
                <a:gd name="connsiteY7" fmla="*/ 553394 h 2924642"/>
                <a:gd name="connsiteX8" fmla="*/ 277273 w 1714200"/>
                <a:gd name="connsiteY8" fmla="*/ 944 h 2924642"/>
                <a:gd name="connsiteX9" fmla="*/ 289655 w 1714200"/>
                <a:gd name="connsiteY9" fmla="*/ 372 h 2924642"/>
                <a:gd name="connsiteX10" fmla="*/ 658082 w 1714200"/>
                <a:gd name="connsiteY10" fmla="*/ 563 h 2924642"/>
                <a:gd name="connsiteX11" fmla="*/ 1383221 w 1714200"/>
                <a:gd name="connsiteY11" fmla="*/ 288694 h 2924642"/>
                <a:gd name="connsiteX12" fmla="*/ 1691164 w 1714200"/>
                <a:gd name="connsiteY12" fmla="*/ 835810 h 2924642"/>
                <a:gd name="connsiteX13" fmla="*/ 1712690 w 1714200"/>
                <a:gd name="connsiteY13" fmla="*/ 1107558 h 2924642"/>
                <a:gd name="connsiteX14" fmla="*/ 1424749 w 1714200"/>
                <a:gd name="connsiteY14" fmla="*/ 1780690 h 2924642"/>
                <a:gd name="connsiteX15" fmla="*/ 847915 w 1714200"/>
                <a:gd name="connsiteY15" fmla="*/ 2093205 h 2924642"/>
                <a:gd name="connsiteX16" fmla="*/ 631317 w 1714200"/>
                <a:gd name="connsiteY16" fmla="*/ 2109493 h 2924642"/>
                <a:gd name="connsiteX17" fmla="*/ 562927 w 1714200"/>
                <a:gd name="connsiteY17" fmla="*/ 2109302 h 2924642"/>
                <a:gd name="connsiteX18" fmla="*/ 552545 w 1714200"/>
                <a:gd name="connsiteY18" fmla="*/ 2119780 h 2924642"/>
                <a:gd name="connsiteX19" fmla="*/ 552545 w 1714200"/>
                <a:gd name="connsiteY19" fmla="*/ 2128924 h 2924642"/>
                <a:gd name="connsiteX20" fmla="*/ 552545 w 1714200"/>
                <a:gd name="connsiteY20" fmla="*/ 2907783 h 2924642"/>
                <a:gd name="connsiteX21" fmla="*/ 552545 w 1714200"/>
                <a:gd name="connsiteY21" fmla="*/ 2924642 h 2924642"/>
                <a:gd name="connsiteX22" fmla="*/ 95 w 1714200"/>
                <a:gd name="connsiteY22" fmla="*/ 2924642 h 2924642"/>
                <a:gd name="connsiteX23" fmla="*/ 95 w 1714200"/>
                <a:gd name="connsiteY23" fmla="*/ 1557424 h 292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14200" h="2924642">
                  <a:moveTo>
                    <a:pt x="0" y="1557424"/>
                  </a:moveTo>
                  <a:cubicBezTo>
                    <a:pt x="6477" y="1557424"/>
                    <a:pt x="11335" y="1557424"/>
                    <a:pt x="16288" y="1557424"/>
                  </a:cubicBezTo>
                  <a:cubicBezTo>
                    <a:pt x="230314" y="1557424"/>
                    <a:pt x="444341" y="1557424"/>
                    <a:pt x="658463" y="1557424"/>
                  </a:cubicBezTo>
                  <a:cubicBezTo>
                    <a:pt x="901922" y="1557424"/>
                    <a:pt x="1110901" y="1382069"/>
                    <a:pt x="1153477" y="1142229"/>
                  </a:cubicBezTo>
                  <a:cubicBezTo>
                    <a:pt x="1201388" y="872005"/>
                    <a:pt x="1019461" y="609782"/>
                    <a:pt x="750475" y="562538"/>
                  </a:cubicBezTo>
                  <a:cubicBezTo>
                    <a:pt x="718471" y="556918"/>
                    <a:pt x="685609" y="554060"/>
                    <a:pt x="653129" y="553775"/>
                  </a:cubicBezTo>
                  <a:cubicBezTo>
                    <a:pt x="533019" y="552727"/>
                    <a:pt x="412813" y="553394"/>
                    <a:pt x="292703" y="553394"/>
                  </a:cubicBezTo>
                  <a:lnTo>
                    <a:pt x="277273" y="553394"/>
                  </a:lnTo>
                  <a:lnTo>
                    <a:pt x="277273" y="944"/>
                  </a:lnTo>
                  <a:cubicBezTo>
                    <a:pt x="281559" y="753"/>
                    <a:pt x="285559" y="372"/>
                    <a:pt x="289655" y="372"/>
                  </a:cubicBezTo>
                  <a:cubicBezTo>
                    <a:pt x="412432" y="372"/>
                    <a:pt x="535305" y="-580"/>
                    <a:pt x="658082" y="563"/>
                  </a:cubicBezTo>
                  <a:cubicBezTo>
                    <a:pt x="936784" y="3134"/>
                    <a:pt x="1179862" y="97527"/>
                    <a:pt x="1383221" y="288694"/>
                  </a:cubicBezTo>
                  <a:cubicBezTo>
                    <a:pt x="1542669" y="438522"/>
                    <a:pt x="1645348" y="621402"/>
                    <a:pt x="1691164" y="835810"/>
                  </a:cubicBezTo>
                  <a:cubicBezTo>
                    <a:pt x="1710404" y="925440"/>
                    <a:pt x="1717643" y="1016213"/>
                    <a:pt x="1712690" y="1107558"/>
                  </a:cubicBezTo>
                  <a:cubicBezTo>
                    <a:pt x="1698593" y="1366733"/>
                    <a:pt x="1603248" y="1592095"/>
                    <a:pt x="1424749" y="1780690"/>
                  </a:cubicBezTo>
                  <a:cubicBezTo>
                    <a:pt x="1266920" y="1947473"/>
                    <a:pt x="1074134" y="2051676"/>
                    <a:pt x="847915" y="2093205"/>
                  </a:cubicBezTo>
                  <a:cubicBezTo>
                    <a:pt x="776288" y="2106350"/>
                    <a:pt x="703993" y="2110731"/>
                    <a:pt x="631317" y="2109493"/>
                  </a:cubicBezTo>
                  <a:cubicBezTo>
                    <a:pt x="608552" y="2109112"/>
                    <a:pt x="585692" y="2109683"/>
                    <a:pt x="562927" y="2109302"/>
                  </a:cubicBezTo>
                  <a:cubicBezTo>
                    <a:pt x="555022" y="2109207"/>
                    <a:pt x="551593" y="2111684"/>
                    <a:pt x="552545" y="2119780"/>
                  </a:cubicBezTo>
                  <a:cubicBezTo>
                    <a:pt x="552926" y="2122733"/>
                    <a:pt x="552545" y="2125876"/>
                    <a:pt x="552545" y="2128924"/>
                  </a:cubicBezTo>
                  <a:cubicBezTo>
                    <a:pt x="552545" y="2388575"/>
                    <a:pt x="552545" y="2648132"/>
                    <a:pt x="552545" y="2907783"/>
                  </a:cubicBezTo>
                  <a:cubicBezTo>
                    <a:pt x="552545" y="2913117"/>
                    <a:pt x="552545" y="2918356"/>
                    <a:pt x="552545" y="2924642"/>
                  </a:cubicBezTo>
                  <a:lnTo>
                    <a:pt x="95" y="2924642"/>
                  </a:lnTo>
                  <a:lnTo>
                    <a:pt x="95" y="1557424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>
                <a:latin typeface="Work Sans" pitchFamily="2" charset="0"/>
              </a:endParaRPr>
            </a:p>
          </p:txBody>
        </p:sp>
        <p:sp>
          <p:nvSpPr>
            <p:cNvPr id="7" name="Freeform: Shape 23">
              <a:extLst>
                <a:ext uri="{FF2B5EF4-FFF2-40B4-BE49-F238E27FC236}">
                  <a16:creationId xmlns:a16="http://schemas.microsoft.com/office/drawing/2014/main" id="{6C7FB17B-1AF3-C2A4-24D6-E8532DFBF583}"/>
                </a:ext>
              </a:extLst>
            </p:cNvPr>
            <p:cNvSpPr/>
            <p:nvPr/>
          </p:nvSpPr>
          <p:spPr>
            <a:xfrm>
              <a:off x="3414712" y="1223962"/>
              <a:ext cx="1713050" cy="2923604"/>
            </a:xfrm>
            <a:custGeom>
              <a:avLst/>
              <a:gdLst>
                <a:gd name="connsiteX0" fmla="*/ 276320 w 1713050"/>
                <a:gd name="connsiteY0" fmla="*/ 2923413 h 2923604"/>
                <a:gd name="connsiteX1" fmla="*/ 276320 w 1713050"/>
                <a:gd name="connsiteY1" fmla="*/ 2371439 h 2923604"/>
                <a:gd name="connsiteX2" fmla="*/ 291179 w 1713050"/>
                <a:gd name="connsiteY2" fmla="*/ 2371439 h 2923604"/>
                <a:gd name="connsiteX3" fmla="*/ 657320 w 1713050"/>
                <a:gd name="connsiteY3" fmla="*/ 2371439 h 2923604"/>
                <a:gd name="connsiteX4" fmla="*/ 1151192 w 1713050"/>
                <a:gd name="connsiteY4" fmla="*/ 1966817 h 2923604"/>
                <a:gd name="connsiteX5" fmla="*/ 749237 w 1713050"/>
                <a:gd name="connsiteY5" fmla="*/ 1376458 h 2923604"/>
                <a:gd name="connsiteX6" fmla="*/ 654177 w 1713050"/>
                <a:gd name="connsiteY6" fmla="*/ 1367790 h 2923604"/>
                <a:gd name="connsiteX7" fmla="*/ 15431 w 1713050"/>
                <a:gd name="connsiteY7" fmla="*/ 1367409 h 2923604"/>
                <a:gd name="connsiteX8" fmla="*/ 0 w 1713050"/>
                <a:gd name="connsiteY8" fmla="*/ 1367409 h 2923604"/>
                <a:gd name="connsiteX9" fmla="*/ 0 w 1713050"/>
                <a:gd name="connsiteY9" fmla="*/ 0 h 2923604"/>
                <a:gd name="connsiteX10" fmla="*/ 551021 w 1713050"/>
                <a:gd name="connsiteY10" fmla="*/ 0 h 2923604"/>
                <a:gd name="connsiteX11" fmla="*/ 551688 w 1713050"/>
                <a:gd name="connsiteY11" fmla="*/ 15431 h 2923604"/>
                <a:gd name="connsiteX12" fmla="*/ 551688 w 1713050"/>
                <a:gd name="connsiteY12" fmla="*/ 794290 h 2923604"/>
                <a:gd name="connsiteX13" fmla="*/ 551688 w 1713050"/>
                <a:gd name="connsiteY13" fmla="*/ 805720 h 2923604"/>
                <a:gd name="connsiteX14" fmla="*/ 560356 w 1713050"/>
                <a:gd name="connsiteY14" fmla="*/ 814388 h 2923604"/>
                <a:gd name="connsiteX15" fmla="*/ 605981 w 1713050"/>
                <a:gd name="connsiteY15" fmla="*/ 814388 h 2923604"/>
                <a:gd name="connsiteX16" fmla="*/ 803815 w 1713050"/>
                <a:gd name="connsiteY16" fmla="*/ 824675 h 2923604"/>
                <a:gd name="connsiteX17" fmla="*/ 1114425 w 1713050"/>
                <a:gd name="connsiteY17" fmla="*/ 917638 h 2923604"/>
                <a:gd name="connsiteX18" fmla="*/ 1411224 w 1713050"/>
                <a:gd name="connsiteY18" fmla="*/ 1130332 h 2923604"/>
                <a:gd name="connsiteX19" fmla="*/ 1696307 w 1713050"/>
                <a:gd name="connsiteY19" fmla="*/ 1682306 h 2923604"/>
                <a:gd name="connsiteX20" fmla="*/ 1429322 w 1713050"/>
                <a:gd name="connsiteY20" fmla="*/ 2588800 h 2923604"/>
                <a:gd name="connsiteX21" fmla="*/ 866204 w 1713050"/>
                <a:gd name="connsiteY21" fmla="*/ 2903887 h 2923604"/>
                <a:gd name="connsiteX22" fmla="*/ 670465 w 1713050"/>
                <a:gd name="connsiteY22" fmla="*/ 2923604 h 2923604"/>
                <a:gd name="connsiteX23" fmla="*/ 291751 w 1713050"/>
                <a:gd name="connsiteY23" fmla="*/ 2923604 h 2923604"/>
                <a:gd name="connsiteX24" fmla="*/ 276416 w 1713050"/>
                <a:gd name="connsiteY24" fmla="*/ 2923604 h 2923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13050" h="2923604">
                  <a:moveTo>
                    <a:pt x="276320" y="2923413"/>
                  </a:moveTo>
                  <a:lnTo>
                    <a:pt x="276320" y="2371439"/>
                  </a:lnTo>
                  <a:lnTo>
                    <a:pt x="291179" y="2371439"/>
                  </a:lnTo>
                  <a:cubicBezTo>
                    <a:pt x="413195" y="2371439"/>
                    <a:pt x="535305" y="2371439"/>
                    <a:pt x="657320" y="2371439"/>
                  </a:cubicBezTo>
                  <a:cubicBezTo>
                    <a:pt x="897065" y="2371439"/>
                    <a:pt x="1104233" y="2201704"/>
                    <a:pt x="1151192" y="1966817"/>
                  </a:cubicBezTo>
                  <a:cubicBezTo>
                    <a:pt x="1205770" y="1693736"/>
                    <a:pt x="1023557" y="1425607"/>
                    <a:pt x="749237" y="1376458"/>
                  </a:cubicBezTo>
                  <a:cubicBezTo>
                    <a:pt x="717995" y="1370838"/>
                    <a:pt x="685895" y="1367885"/>
                    <a:pt x="654177" y="1367790"/>
                  </a:cubicBezTo>
                  <a:cubicBezTo>
                    <a:pt x="441293" y="1367028"/>
                    <a:pt x="228314" y="1367409"/>
                    <a:pt x="15431" y="1367409"/>
                  </a:cubicBezTo>
                  <a:lnTo>
                    <a:pt x="0" y="1367409"/>
                  </a:lnTo>
                  <a:lnTo>
                    <a:pt x="0" y="0"/>
                  </a:lnTo>
                  <a:lnTo>
                    <a:pt x="551021" y="0"/>
                  </a:lnTo>
                  <a:cubicBezTo>
                    <a:pt x="551212" y="5144"/>
                    <a:pt x="551688" y="10287"/>
                    <a:pt x="551688" y="15431"/>
                  </a:cubicBezTo>
                  <a:cubicBezTo>
                    <a:pt x="551688" y="275082"/>
                    <a:pt x="551688" y="534734"/>
                    <a:pt x="551688" y="794290"/>
                  </a:cubicBezTo>
                  <a:cubicBezTo>
                    <a:pt x="551688" y="798100"/>
                    <a:pt x="551974" y="801910"/>
                    <a:pt x="551688" y="805720"/>
                  </a:cubicBezTo>
                  <a:cubicBezTo>
                    <a:pt x="551212" y="812102"/>
                    <a:pt x="553974" y="814483"/>
                    <a:pt x="560356" y="814388"/>
                  </a:cubicBezTo>
                  <a:cubicBezTo>
                    <a:pt x="575596" y="814102"/>
                    <a:pt x="590741" y="814388"/>
                    <a:pt x="605981" y="814388"/>
                  </a:cubicBezTo>
                  <a:cubicBezTo>
                    <a:pt x="672084" y="814388"/>
                    <a:pt x="738092" y="815626"/>
                    <a:pt x="803815" y="824675"/>
                  </a:cubicBezTo>
                  <a:cubicBezTo>
                    <a:pt x="912209" y="839629"/>
                    <a:pt x="1015746" y="870395"/>
                    <a:pt x="1114425" y="917638"/>
                  </a:cubicBezTo>
                  <a:cubicBezTo>
                    <a:pt x="1225868" y="970979"/>
                    <a:pt x="1325023" y="1041940"/>
                    <a:pt x="1411224" y="1130332"/>
                  </a:cubicBezTo>
                  <a:cubicBezTo>
                    <a:pt x="1562291" y="1285208"/>
                    <a:pt x="1660970" y="1468469"/>
                    <a:pt x="1696307" y="1682306"/>
                  </a:cubicBezTo>
                  <a:cubicBezTo>
                    <a:pt x="1753076" y="2026539"/>
                    <a:pt x="1665827" y="2330863"/>
                    <a:pt x="1429322" y="2588800"/>
                  </a:cubicBezTo>
                  <a:cubicBezTo>
                    <a:pt x="1276826" y="2755106"/>
                    <a:pt x="1087279" y="2858738"/>
                    <a:pt x="866204" y="2903887"/>
                  </a:cubicBezTo>
                  <a:cubicBezTo>
                    <a:pt x="801719" y="2917031"/>
                    <a:pt x="736378" y="2923699"/>
                    <a:pt x="670465" y="2923604"/>
                  </a:cubicBezTo>
                  <a:cubicBezTo>
                    <a:pt x="544259" y="2923413"/>
                    <a:pt x="418052" y="2923604"/>
                    <a:pt x="291751" y="2923604"/>
                  </a:cubicBezTo>
                  <a:lnTo>
                    <a:pt x="276416" y="2923604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>
                <a:latin typeface="Work Sans" pitchFamily="2" charset="0"/>
              </a:endParaRPr>
            </a:p>
          </p:txBody>
        </p:sp>
        <p:sp>
          <p:nvSpPr>
            <p:cNvPr id="10" name="Freeform: Shape 24">
              <a:extLst>
                <a:ext uri="{FF2B5EF4-FFF2-40B4-BE49-F238E27FC236}">
                  <a16:creationId xmlns:a16="http://schemas.microsoft.com/office/drawing/2014/main" id="{A8EF742E-2FC9-E81B-336A-A685FB50356D}"/>
                </a:ext>
              </a:extLst>
            </p:cNvPr>
            <p:cNvSpPr/>
            <p:nvPr/>
          </p:nvSpPr>
          <p:spPr>
            <a:xfrm>
              <a:off x="5430202" y="2035872"/>
              <a:ext cx="551783" cy="2105310"/>
            </a:xfrm>
            <a:custGeom>
              <a:avLst/>
              <a:gdLst>
                <a:gd name="connsiteX0" fmla="*/ 551783 w 551783"/>
                <a:gd name="connsiteY0" fmla="*/ 0 h 2105310"/>
                <a:gd name="connsiteX1" fmla="*/ 551783 w 551783"/>
                <a:gd name="connsiteY1" fmla="*/ 2105311 h 2105310"/>
                <a:gd name="connsiteX2" fmla="*/ 0 w 551783"/>
                <a:gd name="connsiteY2" fmla="*/ 2105311 h 2105310"/>
                <a:gd name="connsiteX3" fmla="*/ 0 w 551783"/>
                <a:gd name="connsiteY3" fmla="*/ 0 h 2105310"/>
                <a:gd name="connsiteX4" fmla="*/ 551783 w 551783"/>
                <a:gd name="connsiteY4" fmla="*/ 0 h 210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1783" h="2105310">
                  <a:moveTo>
                    <a:pt x="551783" y="0"/>
                  </a:moveTo>
                  <a:lnTo>
                    <a:pt x="551783" y="2105311"/>
                  </a:lnTo>
                  <a:lnTo>
                    <a:pt x="0" y="2105311"/>
                  </a:lnTo>
                  <a:lnTo>
                    <a:pt x="0" y="0"/>
                  </a:lnTo>
                  <a:lnTo>
                    <a:pt x="551783" y="0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>
                <a:latin typeface="Work Sans" pitchFamily="2" charset="0"/>
              </a:endParaRPr>
            </a:p>
          </p:txBody>
        </p:sp>
        <p:sp>
          <p:nvSpPr>
            <p:cNvPr id="11" name="Freeform: Shape 25">
              <a:extLst>
                <a:ext uri="{FF2B5EF4-FFF2-40B4-BE49-F238E27FC236}">
                  <a16:creationId xmlns:a16="http://schemas.microsoft.com/office/drawing/2014/main" id="{5E5F1D91-325C-843C-F8A3-37068194FE20}"/>
                </a:ext>
              </a:extLst>
            </p:cNvPr>
            <p:cNvSpPr/>
            <p:nvPr/>
          </p:nvSpPr>
          <p:spPr>
            <a:xfrm>
              <a:off x="8225979" y="3593115"/>
              <a:ext cx="550735" cy="548068"/>
            </a:xfrm>
            <a:custGeom>
              <a:avLst/>
              <a:gdLst>
                <a:gd name="connsiteX0" fmla="*/ 0 w 550735"/>
                <a:gd name="connsiteY0" fmla="*/ 0 h 548068"/>
                <a:gd name="connsiteX1" fmla="*/ 550736 w 550735"/>
                <a:gd name="connsiteY1" fmla="*/ 0 h 548068"/>
                <a:gd name="connsiteX2" fmla="*/ 550736 w 550735"/>
                <a:gd name="connsiteY2" fmla="*/ 548068 h 548068"/>
                <a:gd name="connsiteX3" fmla="*/ 0 w 550735"/>
                <a:gd name="connsiteY3" fmla="*/ 548068 h 548068"/>
                <a:gd name="connsiteX4" fmla="*/ 0 w 550735"/>
                <a:gd name="connsiteY4" fmla="*/ 0 h 548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0735" h="548068">
                  <a:moveTo>
                    <a:pt x="0" y="0"/>
                  </a:moveTo>
                  <a:lnTo>
                    <a:pt x="550736" y="0"/>
                  </a:lnTo>
                  <a:lnTo>
                    <a:pt x="550736" y="548068"/>
                  </a:lnTo>
                  <a:lnTo>
                    <a:pt x="0" y="5480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>
                <a:latin typeface="Work San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94015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ubtitle-Date-Pattern"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red white and blue geometric pattern&#10;&#10;Description automatically generated">
            <a:extLst>
              <a:ext uri="{FF2B5EF4-FFF2-40B4-BE49-F238E27FC236}">
                <a16:creationId xmlns:a16="http://schemas.microsoft.com/office/drawing/2014/main" id="{A67752FD-891D-7BEC-F951-1735495A5A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83675" y="0"/>
            <a:ext cx="3108325" cy="6858000"/>
          </a:xfrm>
          <a:prstGeom prst="rect">
            <a:avLst/>
          </a:prstGeom>
        </p:spPr>
      </p:pic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B515C8DC-6566-5117-7F2F-8B654FFC0C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411" y="1980011"/>
            <a:ext cx="7053063" cy="19785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kumimoji="0" lang="en-GB" sz="8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ork Sans Light" pitchFamily="2" charset="0"/>
              </a:defRPr>
            </a:lvl1pPr>
          </a:lstStyle>
          <a:p>
            <a:pPr marL="0" marR="0" lvl="0" indent="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/>
              <a:t>Title of the Presentation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85B0CEC3-4F0A-40F5-48BD-E8403C76B7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0750" y="5848308"/>
            <a:ext cx="1712578" cy="1938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GB" sz="1400" i="0" u="none" strike="noStrike" baseline="0" dirty="0">
                <a:solidFill>
                  <a:srgbClr val="FFFFFF"/>
                </a:solidFill>
                <a:latin typeface="+mn-lt"/>
              </a:defRPr>
            </a:lvl1pPr>
          </a:lstStyle>
          <a:p>
            <a:pPr marL="0" lvl="0"/>
            <a:r>
              <a:rPr lang="en-GB" dirty="0"/>
              <a:t>Month | Year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CB359F1E-B70E-E77F-E399-222AEC02DF9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2411" y="4107203"/>
            <a:ext cx="4290201" cy="221599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>
            <a:lvl1pPr marL="0" indent="0" algn="l">
              <a:buNone/>
              <a:defRPr lang="en-GB" sz="1600" i="0" u="none" strike="noStrike" baseline="0" dirty="0">
                <a:solidFill>
                  <a:srgbClr val="FFFFFF"/>
                </a:solidFill>
                <a:latin typeface="Work Sans SemiBold" pitchFamily="2" charset="0"/>
              </a:defRPr>
            </a:lvl1pPr>
          </a:lstStyle>
          <a:p>
            <a:pPr marL="0" lvl="0"/>
            <a:r>
              <a:rPr lang="en-GB" dirty="0"/>
              <a:t>Subtitle of the presentation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CB810BD3-C557-BFF5-39BB-EFFC75562ACE}"/>
              </a:ext>
            </a:extLst>
          </p:cNvPr>
          <p:cNvSpPr txBox="1"/>
          <p:nvPr userDrawn="1"/>
        </p:nvSpPr>
        <p:spPr>
          <a:xfrm>
            <a:off x="267656" y="6424092"/>
            <a:ext cx="4458755" cy="208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8"/>
              </a:lnSpc>
            </a:pPr>
            <a:r>
              <a:rPr lang="en-US" sz="1400" dirty="0">
                <a:solidFill>
                  <a:schemeClr val="bg1"/>
                </a:solidFill>
                <a:latin typeface="Work Sans SemiBold" pitchFamily="2" charset="0"/>
              </a:rPr>
              <a:t>Here to Dare.</a:t>
            </a:r>
          </a:p>
        </p:txBody>
      </p:sp>
      <p:grpSp>
        <p:nvGrpSpPr>
          <p:cNvPr id="6" name="Graphic 6">
            <a:extLst>
              <a:ext uri="{FF2B5EF4-FFF2-40B4-BE49-F238E27FC236}">
                <a16:creationId xmlns:a16="http://schemas.microsoft.com/office/drawing/2014/main" id="{4B82A0C2-E9AC-F3F8-8DA6-50F328381E54}"/>
              </a:ext>
            </a:extLst>
          </p:cNvPr>
          <p:cNvGrpSpPr/>
          <p:nvPr userDrawn="1"/>
        </p:nvGrpSpPr>
        <p:grpSpPr>
          <a:xfrm>
            <a:off x="267657" y="333623"/>
            <a:ext cx="630106" cy="439331"/>
            <a:chOff x="3414712" y="1223962"/>
            <a:chExt cx="5362003" cy="3738562"/>
          </a:xfrm>
          <a:solidFill>
            <a:srgbClr val="DA291C"/>
          </a:solidFill>
        </p:grpSpPr>
        <p:sp>
          <p:nvSpPr>
            <p:cNvPr id="10" name="Freeform: Shape 22">
              <a:extLst>
                <a:ext uri="{FF2B5EF4-FFF2-40B4-BE49-F238E27FC236}">
                  <a16:creationId xmlns:a16="http://schemas.microsoft.com/office/drawing/2014/main" id="{F460C6E6-3BE4-F7BD-4F5B-F584CB4DAAF6}"/>
                </a:ext>
              </a:extLst>
            </p:cNvPr>
            <p:cNvSpPr/>
            <p:nvPr/>
          </p:nvSpPr>
          <p:spPr>
            <a:xfrm>
              <a:off x="6326790" y="2037882"/>
              <a:ext cx="1714200" cy="2924642"/>
            </a:xfrm>
            <a:custGeom>
              <a:avLst/>
              <a:gdLst>
                <a:gd name="connsiteX0" fmla="*/ 0 w 1714200"/>
                <a:gd name="connsiteY0" fmla="*/ 1557424 h 2924642"/>
                <a:gd name="connsiteX1" fmla="*/ 16288 w 1714200"/>
                <a:gd name="connsiteY1" fmla="*/ 1557424 h 2924642"/>
                <a:gd name="connsiteX2" fmla="*/ 658463 w 1714200"/>
                <a:gd name="connsiteY2" fmla="*/ 1557424 h 2924642"/>
                <a:gd name="connsiteX3" fmla="*/ 1153477 w 1714200"/>
                <a:gd name="connsiteY3" fmla="*/ 1142229 h 2924642"/>
                <a:gd name="connsiteX4" fmla="*/ 750475 w 1714200"/>
                <a:gd name="connsiteY4" fmla="*/ 562538 h 2924642"/>
                <a:gd name="connsiteX5" fmla="*/ 653129 w 1714200"/>
                <a:gd name="connsiteY5" fmla="*/ 553775 h 2924642"/>
                <a:gd name="connsiteX6" fmla="*/ 292703 w 1714200"/>
                <a:gd name="connsiteY6" fmla="*/ 553394 h 2924642"/>
                <a:gd name="connsiteX7" fmla="*/ 277273 w 1714200"/>
                <a:gd name="connsiteY7" fmla="*/ 553394 h 2924642"/>
                <a:gd name="connsiteX8" fmla="*/ 277273 w 1714200"/>
                <a:gd name="connsiteY8" fmla="*/ 944 h 2924642"/>
                <a:gd name="connsiteX9" fmla="*/ 289655 w 1714200"/>
                <a:gd name="connsiteY9" fmla="*/ 372 h 2924642"/>
                <a:gd name="connsiteX10" fmla="*/ 658082 w 1714200"/>
                <a:gd name="connsiteY10" fmla="*/ 563 h 2924642"/>
                <a:gd name="connsiteX11" fmla="*/ 1383221 w 1714200"/>
                <a:gd name="connsiteY11" fmla="*/ 288694 h 2924642"/>
                <a:gd name="connsiteX12" fmla="*/ 1691164 w 1714200"/>
                <a:gd name="connsiteY12" fmla="*/ 835810 h 2924642"/>
                <a:gd name="connsiteX13" fmla="*/ 1712690 w 1714200"/>
                <a:gd name="connsiteY13" fmla="*/ 1107558 h 2924642"/>
                <a:gd name="connsiteX14" fmla="*/ 1424749 w 1714200"/>
                <a:gd name="connsiteY14" fmla="*/ 1780690 h 2924642"/>
                <a:gd name="connsiteX15" fmla="*/ 847915 w 1714200"/>
                <a:gd name="connsiteY15" fmla="*/ 2093205 h 2924642"/>
                <a:gd name="connsiteX16" fmla="*/ 631317 w 1714200"/>
                <a:gd name="connsiteY16" fmla="*/ 2109493 h 2924642"/>
                <a:gd name="connsiteX17" fmla="*/ 562927 w 1714200"/>
                <a:gd name="connsiteY17" fmla="*/ 2109302 h 2924642"/>
                <a:gd name="connsiteX18" fmla="*/ 552545 w 1714200"/>
                <a:gd name="connsiteY18" fmla="*/ 2119780 h 2924642"/>
                <a:gd name="connsiteX19" fmla="*/ 552545 w 1714200"/>
                <a:gd name="connsiteY19" fmla="*/ 2128924 h 2924642"/>
                <a:gd name="connsiteX20" fmla="*/ 552545 w 1714200"/>
                <a:gd name="connsiteY20" fmla="*/ 2907783 h 2924642"/>
                <a:gd name="connsiteX21" fmla="*/ 552545 w 1714200"/>
                <a:gd name="connsiteY21" fmla="*/ 2924642 h 2924642"/>
                <a:gd name="connsiteX22" fmla="*/ 95 w 1714200"/>
                <a:gd name="connsiteY22" fmla="*/ 2924642 h 2924642"/>
                <a:gd name="connsiteX23" fmla="*/ 95 w 1714200"/>
                <a:gd name="connsiteY23" fmla="*/ 1557424 h 292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14200" h="2924642">
                  <a:moveTo>
                    <a:pt x="0" y="1557424"/>
                  </a:moveTo>
                  <a:cubicBezTo>
                    <a:pt x="6477" y="1557424"/>
                    <a:pt x="11335" y="1557424"/>
                    <a:pt x="16288" y="1557424"/>
                  </a:cubicBezTo>
                  <a:cubicBezTo>
                    <a:pt x="230314" y="1557424"/>
                    <a:pt x="444341" y="1557424"/>
                    <a:pt x="658463" y="1557424"/>
                  </a:cubicBezTo>
                  <a:cubicBezTo>
                    <a:pt x="901922" y="1557424"/>
                    <a:pt x="1110901" y="1382069"/>
                    <a:pt x="1153477" y="1142229"/>
                  </a:cubicBezTo>
                  <a:cubicBezTo>
                    <a:pt x="1201388" y="872005"/>
                    <a:pt x="1019461" y="609782"/>
                    <a:pt x="750475" y="562538"/>
                  </a:cubicBezTo>
                  <a:cubicBezTo>
                    <a:pt x="718471" y="556918"/>
                    <a:pt x="685609" y="554060"/>
                    <a:pt x="653129" y="553775"/>
                  </a:cubicBezTo>
                  <a:cubicBezTo>
                    <a:pt x="533019" y="552727"/>
                    <a:pt x="412813" y="553394"/>
                    <a:pt x="292703" y="553394"/>
                  </a:cubicBezTo>
                  <a:lnTo>
                    <a:pt x="277273" y="553394"/>
                  </a:lnTo>
                  <a:lnTo>
                    <a:pt x="277273" y="944"/>
                  </a:lnTo>
                  <a:cubicBezTo>
                    <a:pt x="281559" y="753"/>
                    <a:pt x="285559" y="372"/>
                    <a:pt x="289655" y="372"/>
                  </a:cubicBezTo>
                  <a:cubicBezTo>
                    <a:pt x="412432" y="372"/>
                    <a:pt x="535305" y="-580"/>
                    <a:pt x="658082" y="563"/>
                  </a:cubicBezTo>
                  <a:cubicBezTo>
                    <a:pt x="936784" y="3134"/>
                    <a:pt x="1179862" y="97527"/>
                    <a:pt x="1383221" y="288694"/>
                  </a:cubicBezTo>
                  <a:cubicBezTo>
                    <a:pt x="1542669" y="438522"/>
                    <a:pt x="1645348" y="621402"/>
                    <a:pt x="1691164" y="835810"/>
                  </a:cubicBezTo>
                  <a:cubicBezTo>
                    <a:pt x="1710404" y="925440"/>
                    <a:pt x="1717643" y="1016213"/>
                    <a:pt x="1712690" y="1107558"/>
                  </a:cubicBezTo>
                  <a:cubicBezTo>
                    <a:pt x="1698593" y="1366733"/>
                    <a:pt x="1603248" y="1592095"/>
                    <a:pt x="1424749" y="1780690"/>
                  </a:cubicBezTo>
                  <a:cubicBezTo>
                    <a:pt x="1266920" y="1947473"/>
                    <a:pt x="1074134" y="2051676"/>
                    <a:pt x="847915" y="2093205"/>
                  </a:cubicBezTo>
                  <a:cubicBezTo>
                    <a:pt x="776288" y="2106350"/>
                    <a:pt x="703993" y="2110731"/>
                    <a:pt x="631317" y="2109493"/>
                  </a:cubicBezTo>
                  <a:cubicBezTo>
                    <a:pt x="608552" y="2109112"/>
                    <a:pt x="585692" y="2109683"/>
                    <a:pt x="562927" y="2109302"/>
                  </a:cubicBezTo>
                  <a:cubicBezTo>
                    <a:pt x="555022" y="2109207"/>
                    <a:pt x="551593" y="2111684"/>
                    <a:pt x="552545" y="2119780"/>
                  </a:cubicBezTo>
                  <a:cubicBezTo>
                    <a:pt x="552926" y="2122733"/>
                    <a:pt x="552545" y="2125876"/>
                    <a:pt x="552545" y="2128924"/>
                  </a:cubicBezTo>
                  <a:cubicBezTo>
                    <a:pt x="552545" y="2388575"/>
                    <a:pt x="552545" y="2648132"/>
                    <a:pt x="552545" y="2907783"/>
                  </a:cubicBezTo>
                  <a:cubicBezTo>
                    <a:pt x="552545" y="2913117"/>
                    <a:pt x="552545" y="2918356"/>
                    <a:pt x="552545" y="2924642"/>
                  </a:cubicBezTo>
                  <a:lnTo>
                    <a:pt x="95" y="2924642"/>
                  </a:lnTo>
                  <a:lnTo>
                    <a:pt x="95" y="1557424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>
                <a:latin typeface="Work Sans" pitchFamily="2" charset="0"/>
              </a:endParaRPr>
            </a:p>
          </p:txBody>
        </p:sp>
        <p:sp>
          <p:nvSpPr>
            <p:cNvPr id="11" name="Freeform: Shape 23">
              <a:extLst>
                <a:ext uri="{FF2B5EF4-FFF2-40B4-BE49-F238E27FC236}">
                  <a16:creationId xmlns:a16="http://schemas.microsoft.com/office/drawing/2014/main" id="{AEA645F2-AA47-9935-BFE4-500C61689258}"/>
                </a:ext>
              </a:extLst>
            </p:cNvPr>
            <p:cNvSpPr/>
            <p:nvPr/>
          </p:nvSpPr>
          <p:spPr>
            <a:xfrm>
              <a:off x="3414712" y="1223962"/>
              <a:ext cx="1713050" cy="2923604"/>
            </a:xfrm>
            <a:custGeom>
              <a:avLst/>
              <a:gdLst>
                <a:gd name="connsiteX0" fmla="*/ 276320 w 1713050"/>
                <a:gd name="connsiteY0" fmla="*/ 2923413 h 2923604"/>
                <a:gd name="connsiteX1" fmla="*/ 276320 w 1713050"/>
                <a:gd name="connsiteY1" fmla="*/ 2371439 h 2923604"/>
                <a:gd name="connsiteX2" fmla="*/ 291179 w 1713050"/>
                <a:gd name="connsiteY2" fmla="*/ 2371439 h 2923604"/>
                <a:gd name="connsiteX3" fmla="*/ 657320 w 1713050"/>
                <a:gd name="connsiteY3" fmla="*/ 2371439 h 2923604"/>
                <a:gd name="connsiteX4" fmla="*/ 1151192 w 1713050"/>
                <a:gd name="connsiteY4" fmla="*/ 1966817 h 2923604"/>
                <a:gd name="connsiteX5" fmla="*/ 749237 w 1713050"/>
                <a:gd name="connsiteY5" fmla="*/ 1376458 h 2923604"/>
                <a:gd name="connsiteX6" fmla="*/ 654177 w 1713050"/>
                <a:gd name="connsiteY6" fmla="*/ 1367790 h 2923604"/>
                <a:gd name="connsiteX7" fmla="*/ 15431 w 1713050"/>
                <a:gd name="connsiteY7" fmla="*/ 1367409 h 2923604"/>
                <a:gd name="connsiteX8" fmla="*/ 0 w 1713050"/>
                <a:gd name="connsiteY8" fmla="*/ 1367409 h 2923604"/>
                <a:gd name="connsiteX9" fmla="*/ 0 w 1713050"/>
                <a:gd name="connsiteY9" fmla="*/ 0 h 2923604"/>
                <a:gd name="connsiteX10" fmla="*/ 551021 w 1713050"/>
                <a:gd name="connsiteY10" fmla="*/ 0 h 2923604"/>
                <a:gd name="connsiteX11" fmla="*/ 551688 w 1713050"/>
                <a:gd name="connsiteY11" fmla="*/ 15431 h 2923604"/>
                <a:gd name="connsiteX12" fmla="*/ 551688 w 1713050"/>
                <a:gd name="connsiteY12" fmla="*/ 794290 h 2923604"/>
                <a:gd name="connsiteX13" fmla="*/ 551688 w 1713050"/>
                <a:gd name="connsiteY13" fmla="*/ 805720 h 2923604"/>
                <a:gd name="connsiteX14" fmla="*/ 560356 w 1713050"/>
                <a:gd name="connsiteY14" fmla="*/ 814388 h 2923604"/>
                <a:gd name="connsiteX15" fmla="*/ 605981 w 1713050"/>
                <a:gd name="connsiteY15" fmla="*/ 814388 h 2923604"/>
                <a:gd name="connsiteX16" fmla="*/ 803815 w 1713050"/>
                <a:gd name="connsiteY16" fmla="*/ 824675 h 2923604"/>
                <a:gd name="connsiteX17" fmla="*/ 1114425 w 1713050"/>
                <a:gd name="connsiteY17" fmla="*/ 917638 h 2923604"/>
                <a:gd name="connsiteX18" fmla="*/ 1411224 w 1713050"/>
                <a:gd name="connsiteY18" fmla="*/ 1130332 h 2923604"/>
                <a:gd name="connsiteX19" fmla="*/ 1696307 w 1713050"/>
                <a:gd name="connsiteY19" fmla="*/ 1682306 h 2923604"/>
                <a:gd name="connsiteX20" fmla="*/ 1429322 w 1713050"/>
                <a:gd name="connsiteY20" fmla="*/ 2588800 h 2923604"/>
                <a:gd name="connsiteX21" fmla="*/ 866204 w 1713050"/>
                <a:gd name="connsiteY21" fmla="*/ 2903887 h 2923604"/>
                <a:gd name="connsiteX22" fmla="*/ 670465 w 1713050"/>
                <a:gd name="connsiteY22" fmla="*/ 2923604 h 2923604"/>
                <a:gd name="connsiteX23" fmla="*/ 291751 w 1713050"/>
                <a:gd name="connsiteY23" fmla="*/ 2923604 h 2923604"/>
                <a:gd name="connsiteX24" fmla="*/ 276416 w 1713050"/>
                <a:gd name="connsiteY24" fmla="*/ 2923604 h 2923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13050" h="2923604">
                  <a:moveTo>
                    <a:pt x="276320" y="2923413"/>
                  </a:moveTo>
                  <a:lnTo>
                    <a:pt x="276320" y="2371439"/>
                  </a:lnTo>
                  <a:lnTo>
                    <a:pt x="291179" y="2371439"/>
                  </a:lnTo>
                  <a:cubicBezTo>
                    <a:pt x="413195" y="2371439"/>
                    <a:pt x="535305" y="2371439"/>
                    <a:pt x="657320" y="2371439"/>
                  </a:cubicBezTo>
                  <a:cubicBezTo>
                    <a:pt x="897065" y="2371439"/>
                    <a:pt x="1104233" y="2201704"/>
                    <a:pt x="1151192" y="1966817"/>
                  </a:cubicBezTo>
                  <a:cubicBezTo>
                    <a:pt x="1205770" y="1693736"/>
                    <a:pt x="1023557" y="1425607"/>
                    <a:pt x="749237" y="1376458"/>
                  </a:cubicBezTo>
                  <a:cubicBezTo>
                    <a:pt x="717995" y="1370838"/>
                    <a:pt x="685895" y="1367885"/>
                    <a:pt x="654177" y="1367790"/>
                  </a:cubicBezTo>
                  <a:cubicBezTo>
                    <a:pt x="441293" y="1367028"/>
                    <a:pt x="228314" y="1367409"/>
                    <a:pt x="15431" y="1367409"/>
                  </a:cubicBezTo>
                  <a:lnTo>
                    <a:pt x="0" y="1367409"/>
                  </a:lnTo>
                  <a:lnTo>
                    <a:pt x="0" y="0"/>
                  </a:lnTo>
                  <a:lnTo>
                    <a:pt x="551021" y="0"/>
                  </a:lnTo>
                  <a:cubicBezTo>
                    <a:pt x="551212" y="5144"/>
                    <a:pt x="551688" y="10287"/>
                    <a:pt x="551688" y="15431"/>
                  </a:cubicBezTo>
                  <a:cubicBezTo>
                    <a:pt x="551688" y="275082"/>
                    <a:pt x="551688" y="534734"/>
                    <a:pt x="551688" y="794290"/>
                  </a:cubicBezTo>
                  <a:cubicBezTo>
                    <a:pt x="551688" y="798100"/>
                    <a:pt x="551974" y="801910"/>
                    <a:pt x="551688" y="805720"/>
                  </a:cubicBezTo>
                  <a:cubicBezTo>
                    <a:pt x="551212" y="812102"/>
                    <a:pt x="553974" y="814483"/>
                    <a:pt x="560356" y="814388"/>
                  </a:cubicBezTo>
                  <a:cubicBezTo>
                    <a:pt x="575596" y="814102"/>
                    <a:pt x="590741" y="814388"/>
                    <a:pt x="605981" y="814388"/>
                  </a:cubicBezTo>
                  <a:cubicBezTo>
                    <a:pt x="672084" y="814388"/>
                    <a:pt x="738092" y="815626"/>
                    <a:pt x="803815" y="824675"/>
                  </a:cubicBezTo>
                  <a:cubicBezTo>
                    <a:pt x="912209" y="839629"/>
                    <a:pt x="1015746" y="870395"/>
                    <a:pt x="1114425" y="917638"/>
                  </a:cubicBezTo>
                  <a:cubicBezTo>
                    <a:pt x="1225868" y="970979"/>
                    <a:pt x="1325023" y="1041940"/>
                    <a:pt x="1411224" y="1130332"/>
                  </a:cubicBezTo>
                  <a:cubicBezTo>
                    <a:pt x="1562291" y="1285208"/>
                    <a:pt x="1660970" y="1468469"/>
                    <a:pt x="1696307" y="1682306"/>
                  </a:cubicBezTo>
                  <a:cubicBezTo>
                    <a:pt x="1753076" y="2026539"/>
                    <a:pt x="1665827" y="2330863"/>
                    <a:pt x="1429322" y="2588800"/>
                  </a:cubicBezTo>
                  <a:cubicBezTo>
                    <a:pt x="1276826" y="2755106"/>
                    <a:pt x="1087279" y="2858738"/>
                    <a:pt x="866204" y="2903887"/>
                  </a:cubicBezTo>
                  <a:cubicBezTo>
                    <a:pt x="801719" y="2917031"/>
                    <a:pt x="736378" y="2923699"/>
                    <a:pt x="670465" y="2923604"/>
                  </a:cubicBezTo>
                  <a:cubicBezTo>
                    <a:pt x="544259" y="2923413"/>
                    <a:pt x="418052" y="2923604"/>
                    <a:pt x="291751" y="2923604"/>
                  </a:cubicBezTo>
                  <a:lnTo>
                    <a:pt x="276416" y="2923604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>
                <a:latin typeface="Work Sans" pitchFamily="2" charset="0"/>
              </a:endParaRPr>
            </a:p>
          </p:txBody>
        </p:sp>
        <p:sp>
          <p:nvSpPr>
            <p:cNvPr id="12" name="Freeform: Shape 24">
              <a:extLst>
                <a:ext uri="{FF2B5EF4-FFF2-40B4-BE49-F238E27FC236}">
                  <a16:creationId xmlns:a16="http://schemas.microsoft.com/office/drawing/2014/main" id="{E3E08492-7463-6F69-8083-A6B7BA313849}"/>
                </a:ext>
              </a:extLst>
            </p:cNvPr>
            <p:cNvSpPr/>
            <p:nvPr/>
          </p:nvSpPr>
          <p:spPr>
            <a:xfrm>
              <a:off x="5430202" y="2035872"/>
              <a:ext cx="551783" cy="2105310"/>
            </a:xfrm>
            <a:custGeom>
              <a:avLst/>
              <a:gdLst>
                <a:gd name="connsiteX0" fmla="*/ 551783 w 551783"/>
                <a:gd name="connsiteY0" fmla="*/ 0 h 2105310"/>
                <a:gd name="connsiteX1" fmla="*/ 551783 w 551783"/>
                <a:gd name="connsiteY1" fmla="*/ 2105311 h 2105310"/>
                <a:gd name="connsiteX2" fmla="*/ 0 w 551783"/>
                <a:gd name="connsiteY2" fmla="*/ 2105311 h 2105310"/>
                <a:gd name="connsiteX3" fmla="*/ 0 w 551783"/>
                <a:gd name="connsiteY3" fmla="*/ 0 h 2105310"/>
                <a:gd name="connsiteX4" fmla="*/ 551783 w 551783"/>
                <a:gd name="connsiteY4" fmla="*/ 0 h 210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1783" h="2105310">
                  <a:moveTo>
                    <a:pt x="551783" y="0"/>
                  </a:moveTo>
                  <a:lnTo>
                    <a:pt x="551783" y="2105311"/>
                  </a:lnTo>
                  <a:lnTo>
                    <a:pt x="0" y="2105311"/>
                  </a:lnTo>
                  <a:lnTo>
                    <a:pt x="0" y="0"/>
                  </a:lnTo>
                  <a:lnTo>
                    <a:pt x="551783" y="0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>
                <a:latin typeface="Work Sans" pitchFamily="2" charset="0"/>
              </a:endParaRPr>
            </a:p>
          </p:txBody>
        </p:sp>
        <p:sp>
          <p:nvSpPr>
            <p:cNvPr id="13" name="Freeform: Shape 25">
              <a:extLst>
                <a:ext uri="{FF2B5EF4-FFF2-40B4-BE49-F238E27FC236}">
                  <a16:creationId xmlns:a16="http://schemas.microsoft.com/office/drawing/2014/main" id="{99EC6287-3CC0-9A82-BE4F-5394CC0F6421}"/>
                </a:ext>
              </a:extLst>
            </p:cNvPr>
            <p:cNvSpPr/>
            <p:nvPr/>
          </p:nvSpPr>
          <p:spPr>
            <a:xfrm>
              <a:off x="8225979" y="3593115"/>
              <a:ext cx="550735" cy="548068"/>
            </a:xfrm>
            <a:custGeom>
              <a:avLst/>
              <a:gdLst>
                <a:gd name="connsiteX0" fmla="*/ 0 w 550735"/>
                <a:gd name="connsiteY0" fmla="*/ 0 h 548068"/>
                <a:gd name="connsiteX1" fmla="*/ 550736 w 550735"/>
                <a:gd name="connsiteY1" fmla="*/ 0 h 548068"/>
                <a:gd name="connsiteX2" fmla="*/ 550736 w 550735"/>
                <a:gd name="connsiteY2" fmla="*/ 548068 h 548068"/>
                <a:gd name="connsiteX3" fmla="*/ 0 w 550735"/>
                <a:gd name="connsiteY3" fmla="*/ 548068 h 548068"/>
                <a:gd name="connsiteX4" fmla="*/ 0 w 550735"/>
                <a:gd name="connsiteY4" fmla="*/ 0 h 548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0735" h="548068">
                  <a:moveTo>
                    <a:pt x="0" y="0"/>
                  </a:moveTo>
                  <a:lnTo>
                    <a:pt x="550736" y="0"/>
                  </a:lnTo>
                  <a:lnTo>
                    <a:pt x="550736" y="548068"/>
                  </a:lnTo>
                  <a:lnTo>
                    <a:pt x="0" y="5480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>
                <a:latin typeface="Work San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02644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Date-Pattern Horizontal"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red white and blue geometric pattern&#10;&#10;Description automatically generated">
            <a:extLst>
              <a:ext uri="{FF2B5EF4-FFF2-40B4-BE49-F238E27FC236}">
                <a16:creationId xmlns:a16="http://schemas.microsoft.com/office/drawing/2014/main" id="{6DE6143D-EBCA-A26B-3479-979D4A1A6B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3042285"/>
          </a:xfrm>
          <a:prstGeom prst="rect">
            <a:avLst/>
          </a:prstGeom>
        </p:spPr>
      </p:pic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C1D059F7-7FB8-5FB7-4EDA-CF3DAE5429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411" y="4309347"/>
            <a:ext cx="7053063" cy="1978555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>
              <a:defRPr kumimoji="0" lang="en-GB" sz="8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ork Sans Light" pitchFamily="2" charset="0"/>
              </a:defRPr>
            </a:lvl1pPr>
          </a:lstStyle>
          <a:p>
            <a:pPr marL="0" marR="0" lvl="0" indent="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/>
              <a:t>Title of the Presentation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DA278888-5916-C844-EA2A-7BD4A38C59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3525" y="3565016"/>
            <a:ext cx="1712578" cy="221599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>
            <a:lvl1pPr marL="0" indent="0" algn="l">
              <a:buNone/>
              <a:defRPr lang="en-GB" sz="1600" i="0" u="none" strike="noStrike" baseline="0" dirty="0">
                <a:solidFill>
                  <a:srgbClr val="FFFFFF"/>
                </a:solidFill>
                <a:latin typeface="+mn-lt"/>
              </a:defRPr>
            </a:lvl1pPr>
          </a:lstStyle>
          <a:p>
            <a:pPr marL="0" lvl="0"/>
            <a:r>
              <a:rPr lang="en-GB" dirty="0"/>
              <a:t>Month | Year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ECBCA8F4-E863-95F2-1EA0-C2EDCD80D5D4}"/>
              </a:ext>
            </a:extLst>
          </p:cNvPr>
          <p:cNvSpPr txBox="1"/>
          <p:nvPr userDrawn="1"/>
        </p:nvSpPr>
        <p:spPr>
          <a:xfrm>
            <a:off x="7469720" y="6424092"/>
            <a:ext cx="4458755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8"/>
              </a:lnSpc>
            </a:pPr>
            <a:r>
              <a:rPr lang="en-US" sz="1600" dirty="0">
                <a:solidFill>
                  <a:schemeClr val="bg1"/>
                </a:solidFill>
                <a:latin typeface="Work Sans SemiBold" pitchFamily="2" charset="0"/>
              </a:rPr>
              <a:t>Here to Dare.</a:t>
            </a:r>
          </a:p>
        </p:txBody>
      </p:sp>
      <p:grpSp>
        <p:nvGrpSpPr>
          <p:cNvPr id="4" name="Graphic 6">
            <a:extLst>
              <a:ext uri="{FF2B5EF4-FFF2-40B4-BE49-F238E27FC236}">
                <a16:creationId xmlns:a16="http://schemas.microsoft.com/office/drawing/2014/main" id="{7E1D5452-9C66-229B-1A6C-554B00B04D56}"/>
              </a:ext>
            </a:extLst>
          </p:cNvPr>
          <p:cNvGrpSpPr/>
          <p:nvPr userDrawn="1"/>
        </p:nvGrpSpPr>
        <p:grpSpPr>
          <a:xfrm>
            <a:off x="267657" y="6396363"/>
            <a:ext cx="448622" cy="312794"/>
            <a:chOff x="3414712" y="1223962"/>
            <a:chExt cx="5362003" cy="3738562"/>
          </a:xfrm>
          <a:solidFill>
            <a:srgbClr val="DA291C"/>
          </a:solidFill>
        </p:grpSpPr>
        <p:sp>
          <p:nvSpPr>
            <p:cNvPr id="5" name="Freeform: Shape 22">
              <a:extLst>
                <a:ext uri="{FF2B5EF4-FFF2-40B4-BE49-F238E27FC236}">
                  <a16:creationId xmlns:a16="http://schemas.microsoft.com/office/drawing/2014/main" id="{24512410-B08F-3487-90C0-B23493DADF79}"/>
                </a:ext>
              </a:extLst>
            </p:cNvPr>
            <p:cNvSpPr/>
            <p:nvPr/>
          </p:nvSpPr>
          <p:spPr>
            <a:xfrm>
              <a:off x="6326790" y="2037882"/>
              <a:ext cx="1714200" cy="2924642"/>
            </a:xfrm>
            <a:custGeom>
              <a:avLst/>
              <a:gdLst>
                <a:gd name="connsiteX0" fmla="*/ 0 w 1714200"/>
                <a:gd name="connsiteY0" fmla="*/ 1557424 h 2924642"/>
                <a:gd name="connsiteX1" fmla="*/ 16288 w 1714200"/>
                <a:gd name="connsiteY1" fmla="*/ 1557424 h 2924642"/>
                <a:gd name="connsiteX2" fmla="*/ 658463 w 1714200"/>
                <a:gd name="connsiteY2" fmla="*/ 1557424 h 2924642"/>
                <a:gd name="connsiteX3" fmla="*/ 1153477 w 1714200"/>
                <a:gd name="connsiteY3" fmla="*/ 1142229 h 2924642"/>
                <a:gd name="connsiteX4" fmla="*/ 750475 w 1714200"/>
                <a:gd name="connsiteY4" fmla="*/ 562538 h 2924642"/>
                <a:gd name="connsiteX5" fmla="*/ 653129 w 1714200"/>
                <a:gd name="connsiteY5" fmla="*/ 553775 h 2924642"/>
                <a:gd name="connsiteX6" fmla="*/ 292703 w 1714200"/>
                <a:gd name="connsiteY6" fmla="*/ 553394 h 2924642"/>
                <a:gd name="connsiteX7" fmla="*/ 277273 w 1714200"/>
                <a:gd name="connsiteY7" fmla="*/ 553394 h 2924642"/>
                <a:gd name="connsiteX8" fmla="*/ 277273 w 1714200"/>
                <a:gd name="connsiteY8" fmla="*/ 944 h 2924642"/>
                <a:gd name="connsiteX9" fmla="*/ 289655 w 1714200"/>
                <a:gd name="connsiteY9" fmla="*/ 372 h 2924642"/>
                <a:gd name="connsiteX10" fmla="*/ 658082 w 1714200"/>
                <a:gd name="connsiteY10" fmla="*/ 563 h 2924642"/>
                <a:gd name="connsiteX11" fmla="*/ 1383221 w 1714200"/>
                <a:gd name="connsiteY11" fmla="*/ 288694 h 2924642"/>
                <a:gd name="connsiteX12" fmla="*/ 1691164 w 1714200"/>
                <a:gd name="connsiteY12" fmla="*/ 835810 h 2924642"/>
                <a:gd name="connsiteX13" fmla="*/ 1712690 w 1714200"/>
                <a:gd name="connsiteY13" fmla="*/ 1107558 h 2924642"/>
                <a:gd name="connsiteX14" fmla="*/ 1424749 w 1714200"/>
                <a:gd name="connsiteY14" fmla="*/ 1780690 h 2924642"/>
                <a:gd name="connsiteX15" fmla="*/ 847915 w 1714200"/>
                <a:gd name="connsiteY15" fmla="*/ 2093205 h 2924642"/>
                <a:gd name="connsiteX16" fmla="*/ 631317 w 1714200"/>
                <a:gd name="connsiteY16" fmla="*/ 2109493 h 2924642"/>
                <a:gd name="connsiteX17" fmla="*/ 562927 w 1714200"/>
                <a:gd name="connsiteY17" fmla="*/ 2109302 h 2924642"/>
                <a:gd name="connsiteX18" fmla="*/ 552545 w 1714200"/>
                <a:gd name="connsiteY18" fmla="*/ 2119780 h 2924642"/>
                <a:gd name="connsiteX19" fmla="*/ 552545 w 1714200"/>
                <a:gd name="connsiteY19" fmla="*/ 2128924 h 2924642"/>
                <a:gd name="connsiteX20" fmla="*/ 552545 w 1714200"/>
                <a:gd name="connsiteY20" fmla="*/ 2907783 h 2924642"/>
                <a:gd name="connsiteX21" fmla="*/ 552545 w 1714200"/>
                <a:gd name="connsiteY21" fmla="*/ 2924642 h 2924642"/>
                <a:gd name="connsiteX22" fmla="*/ 95 w 1714200"/>
                <a:gd name="connsiteY22" fmla="*/ 2924642 h 2924642"/>
                <a:gd name="connsiteX23" fmla="*/ 95 w 1714200"/>
                <a:gd name="connsiteY23" fmla="*/ 1557424 h 292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14200" h="2924642">
                  <a:moveTo>
                    <a:pt x="0" y="1557424"/>
                  </a:moveTo>
                  <a:cubicBezTo>
                    <a:pt x="6477" y="1557424"/>
                    <a:pt x="11335" y="1557424"/>
                    <a:pt x="16288" y="1557424"/>
                  </a:cubicBezTo>
                  <a:cubicBezTo>
                    <a:pt x="230314" y="1557424"/>
                    <a:pt x="444341" y="1557424"/>
                    <a:pt x="658463" y="1557424"/>
                  </a:cubicBezTo>
                  <a:cubicBezTo>
                    <a:pt x="901922" y="1557424"/>
                    <a:pt x="1110901" y="1382069"/>
                    <a:pt x="1153477" y="1142229"/>
                  </a:cubicBezTo>
                  <a:cubicBezTo>
                    <a:pt x="1201388" y="872005"/>
                    <a:pt x="1019461" y="609782"/>
                    <a:pt x="750475" y="562538"/>
                  </a:cubicBezTo>
                  <a:cubicBezTo>
                    <a:pt x="718471" y="556918"/>
                    <a:pt x="685609" y="554060"/>
                    <a:pt x="653129" y="553775"/>
                  </a:cubicBezTo>
                  <a:cubicBezTo>
                    <a:pt x="533019" y="552727"/>
                    <a:pt x="412813" y="553394"/>
                    <a:pt x="292703" y="553394"/>
                  </a:cubicBezTo>
                  <a:lnTo>
                    <a:pt x="277273" y="553394"/>
                  </a:lnTo>
                  <a:lnTo>
                    <a:pt x="277273" y="944"/>
                  </a:lnTo>
                  <a:cubicBezTo>
                    <a:pt x="281559" y="753"/>
                    <a:pt x="285559" y="372"/>
                    <a:pt x="289655" y="372"/>
                  </a:cubicBezTo>
                  <a:cubicBezTo>
                    <a:pt x="412432" y="372"/>
                    <a:pt x="535305" y="-580"/>
                    <a:pt x="658082" y="563"/>
                  </a:cubicBezTo>
                  <a:cubicBezTo>
                    <a:pt x="936784" y="3134"/>
                    <a:pt x="1179862" y="97527"/>
                    <a:pt x="1383221" y="288694"/>
                  </a:cubicBezTo>
                  <a:cubicBezTo>
                    <a:pt x="1542669" y="438522"/>
                    <a:pt x="1645348" y="621402"/>
                    <a:pt x="1691164" y="835810"/>
                  </a:cubicBezTo>
                  <a:cubicBezTo>
                    <a:pt x="1710404" y="925440"/>
                    <a:pt x="1717643" y="1016213"/>
                    <a:pt x="1712690" y="1107558"/>
                  </a:cubicBezTo>
                  <a:cubicBezTo>
                    <a:pt x="1698593" y="1366733"/>
                    <a:pt x="1603248" y="1592095"/>
                    <a:pt x="1424749" y="1780690"/>
                  </a:cubicBezTo>
                  <a:cubicBezTo>
                    <a:pt x="1266920" y="1947473"/>
                    <a:pt x="1074134" y="2051676"/>
                    <a:pt x="847915" y="2093205"/>
                  </a:cubicBezTo>
                  <a:cubicBezTo>
                    <a:pt x="776288" y="2106350"/>
                    <a:pt x="703993" y="2110731"/>
                    <a:pt x="631317" y="2109493"/>
                  </a:cubicBezTo>
                  <a:cubicBezTo>
                    <a:pt x="608552" y="2109112"/>
                    <a:pt x="585692" y="2109683"/>
                    <a:pt x="562927" y="2109302"/>
                  </a:cubicBezTo>
                  <a:cubicBezTo>
                    <a:pt x="555022" y="2109207"/>
                    <a:pt x="551593" y="2111684"/>
                    <a:pt x="552545" y="2119780"/>
                  </a:cubicBezTo>
                  <a:cubicBezTo>
                    <a:pt x="552926" y="2122733"/>
                    <a:pt x="552545" y="2125876"/>
                    <a:pt x="552545" y="2128924"/>
                  </a:cubicBezTo>
                  <a:cubicBezTo>
                    <a:pt x="552545" y="2388575"/>
                    <a:pt x="552545" y="2648132"/>
                    <a:pt x="552545" y="2907783"/>
                  </a:cubicBezTo>
                  <a:cubicBezTo>
                    <a:pt x="552545" y="2913117"/>
                    <a:pt x="552545" y="2918356"/>
                    <a:pt x="552545" y="2924642"/>
                  </a:cubicBezTo>
                  <a:lnTo>
                    <a:pt x="95" y="2924642"/>
                  </a:lnTo>
                  <a:lnTo>
                    <a:pt x="95" y="1557424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>
                <a:latin typeface="Work Sans" pitchFamily="2" charset="0"/>
              </a:endParaRPr>
            </a:p>
          </p:txBody>
        </p:sp>
        <p:sp>
          <p:nvSpPr>
            <p:cNvPr id="6" name="Freeform: Shape 23">
              <a:extLst>
                <a:ext uri="{FF2B5EF4-FFF2-40B4-BE49-F238E27FC236}">
                  <a16:creationId xmlns:a16="http://schemas.microsoft.com/office/drawing/2014/main" id="{3496698D-B620-4E8B-6AA8-159251333C43}"/>
                </a:ext>
              </a:extLst>
            </p:cNvPr>
            <p:cNvSpPr/>
            <p:nvPr/>
          </p:nvSpPr>
          <p:spPr>
            <a:xfrm>
              <a:off x="3414712" y="1223962"/>
              <a:ext cx="1713050" cy="2923604"/>
            </a:xfrm>
            <a:custGeom>
              <a:avLst/>
              <a:gdLst>
                <a:gd name="connsiteX0" fmla="*/ 276320 w 1713050"/>
                <a:gd name="connsiteY0" fmla="*/ 2923413 h 2923604"/>
                <a:gd name="connsiteX1" fmla="*/ 276320 w 1713050"/>
                <a:gd name="connsiteY1" fmla="*/ 2371439 h 2923604"/>
                <a:gd name="connsiteX2" fmla="*/ 291179 w 1713050"/>
                <a:gd name="connsiteY2" fmla="*/ 2371439 h 2923604"/>
                <a:gd name="connsiteX3" fmla="*/ 657320 w 1713050"/>
                <a:gd name="connsiteY3" fmla="*/ 2371439 h 2923604"/>
                <a:gd name="connsiteX4" fmla="*/ 1151192 w 1713050"/>
                <a:gd name="connsiteY4" fmla="*/ 1966817 h 2923604"/>
                <a:gd name="connsiteX5" fmla="*/ 749237 w 1713050"/>
                <a:gd name="connsiteY5" fmla="*/ 1376458 h 2923604"/>
                <a:gd name="connsiteX6" fmla="*/ 654177 w 1713050"/>
                <a:gd name="connsiteY6" fmla="*/ 1367790 h 2923604"/>
                <a:gd name="connsiteX7" fmla="*/ 15431 w 1713050"/>
                <a:gd name="connsiteY7" fmla="*/ 1367409 h 2923604"/>
                <a:gd name="connsiteX8" fmla="*/ 0 w 1713050"/>
                <a:gd name="connsiteY8" fmla="*/ 1367409 h 2923604"/>
                <a:gd name="connsiteX9" fmla="*/ 0 w 1713050"/>
                <a:gd name="connsiteY9" fmla="*/ 0 h 2923604"/>
                <a:gd name="connsiteX10" fmla="*/ 551021 w 1713050"/>
                <a:gd name="connsiteY10" fmla="*/ 0 h 2923604"/>
                <a:gd name="connsiteX11" fmla="*/ 551688 w 1713050"/>
                <a:gd name="connsiteY11" fmla="*/ 15431 h 2923604"/>
                <a:gd name="connsiteX12" fmla="*/ 551688 w 1713050"/>
                <a:gd name="connsiteY12" fmla="*/ 794290 h 2923604"/>
                <a:gd name="connsiteX13" fmla="*/ 551688 w 1713050"/>
                <a:gd name="connsiteY13" fmla="*/ 805720 h 2923604"/>
                <a:gd name="connsiteX14" fmla="*/ 560356 w 1713050"/>
                <a:gd name="connsiteY14" fmla="*/ 814388 h 2923604"/>
                <a:gd name="connsiteX15" fmla="*/ 605981 w 1713050"/>
                <a:gd name="connsiteY15" fmla="*/ 814388 h 2923604"/>
                <a:gd name="connsiteX16" fmla="*/ 803815 w 1713050"/>
                <a:gd name="connsiteY16" fmla="*/ 824675 h 2923604"/>
                <a:gd name="connsiteX17" fmla="*/ 1114425 w 1713050"/>
                <a:gd name="connsiteY17" fmla="*/ 917638 h 2923604"/>
                <a:gd name="connsiteX18" fmla="*/ 1411224 w 1713050"/>
                <a:gd name="connsiteY18" fmla="*/ 1130332 h 2923604"/>
                <a:gd name="connsiteX19" fmla="*/ 1696307 w 1713050"/>
                <a:gd name="connsiteY19" fmla="*/ 1682306 h 2923604"/>
                <a:gd name="connsiteX20" fmla="*/ 1429322 w 1713050"/>
                <a:gd name="connsiteY20" fmla="*/ 2588800 h 2923604"/>
                <a:gd name="connsiteX21" fmla="*/ 866204 w 1713050"/>
                <a:gd name="connsiteY21" fmla="*/ 2903887 h 2923604"/>
                <a:gd name="connsiteX22" fmla="*/ 670465 w 1713050"/>
                <a:gd name="connsiteY22" fmla="*/ 2923604 h 2923604"/>
                <a:gd name="connsiteX23" fmla="*/ 291751 w 1713050"/>
                <a:gd name="connsiteY23" fmla="*/ 2923604 h 2923604"/>
                <a:gd name="connsiteX24" fmla="*/ 276416 w 1713050"/>
                <a:gd name="connsiteY24" fmla="*/ 2923604 h 2923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13050" h="2923604">
                  <a:moveTo>
                    <a:pt x="276320" y="2923413"/>
                  </a:moveTo>
                  <a:lnTo>
                    <a:pt x="276320" y="2371439"/>
                  </a:lnTo>
                  <a:lnTo>
                    <a:pt x="291179" y="2371439"/>
                  </a:lnTo>
                  <a:cubicBezTo>
                    <a:pt x="413195" y="2371439"/>
                    <a:pt x="535305" y="2371439"/>
                    <a:pt x="657320" y="2371439"/>
                  </a:cubicBezTo>
                  <a:cubicBezTo>
                    <a:pt x="897065" y="2371439"/>
                    <a:pt x="1104233" y="2201704"/>
                    <a:pt x="1151192" y="1966817"/>
                  </a:cubicBezTo>
                  <a:cubicBezTo>
                    <a:pt x="1205770" y="1693736"/>
                    <a:pt x="1023557" y="1425607"/>
                    <a:pt x="749237" y="1376458"/>
                  </a:cubicBezTo>
                  <a:cubicBezTo>
                    <a:pt x="717995" y="1370838"/>
                    <a:pt x="685895" y="1367885"/>
                    <a:pt x="654177" y="1367790"/>
                  </a:cubicBezTo>
                  <a:cubicBezTo>
                    <a:pt x="441293" y="1367028"/>
                    <a:pt x="228314" y="1367409"/>
                    <a:pt x="15431" y="1367409"/>
                  </a:cubicBezTo>
                  <a:lnTo>
                    <a:pt x="0" y="1367409"/>
                  </a:lnTo>
                  <a:lnTo>
                    <a:pt x="0" y="0"/>
                  </a:lnTo>
                  <a:lnTo>
                    <a:pt x="551021" y="0"/>
                  </a:lnTo>
                  <a:cubicBezTo>
                    <a:pt x="551212" y="5144"/>
                    <a:pt x="551688" y="10287"/>
                    <a:pt x="551688" y="15431"/>
                  </a:cubicBezTo>
                  <a:cubicBezTo>
                    <a:pt x="551688" y="275082"/>
                    <a:pt x="551688" y="534734"/>
                    <a:pt x="551688" y="794290"/>
                  </a:cubicBezTo>
                  <a:cubicBezTo>
                    <a:pt x="551688" y="798100"/>
                    <a:pt x="551974" y="801910"/>
                    <a:pt x="551688" y="805720"/>
                  </a:cubicBezTo>
                  <a:cubicBezTo>
                    <a:pt x="551212" y="812102"/>
                    <a:pt x="553974" y="814483"/>
                    <a:pt x="560356" y="814388"/>
                  </a:cubicBezTo>
                  <a:cubicBezTo>
                    <a:pt x="575596" y="814102"/>
                    <a:pt x="590741" y="814388"/>
                    <a:pt x="605981" y="814388"/>
                  </a:cubicBezTo>
                  <a:cubicBezTo>
                    <a:pt x="672084" y="814388"/>
                    <a:pt x="738092" y="815626"/>
                    <a:pt x="803815" y="824675"/>
                  </a:cubicBezTo>
                  <a:cubicBezTo>
                    <a:pt x="912209" y="839629"/>
                    <a:pt x="1015746" y="870395"/>
                    <a:pt x="1114425" y="917638"/>
                  </a:cubicBezTo>
                  <a:cubicBezTo>
                    <a:pt x="1225868" y="970979"/>
                    <a:pt x="1325023" y="1041940"/>
                    <a:pt x="1411224" y="1130332"/>
                  </a:cubicBezTo>
                  <a:cubicBezTo>
                    <a:pt x="1562291" y="1285208"/>
                    <a:pt x="1660970" y="1468469"/>
                    <a:pt x="1696307" y="1682306"/>
                  </a:cubicBezTo>
                  <a:cubicBezTo>
                    <a:pt x="1753076" y="2026539"/>
                    <a:pt x="1665827" y="2330863"/>
                    <a:pt x="1429322" y="2588800"/>
                  </a:cubicBezTo>
                  <a:cubicBezTo>
                    <a:pt x="1276826" y="2755106"/>
                    <a:pt x="1087279" y="2858738"/>
                    <a:pt x="866204" y="2903887"/>
                  </a:cubicBezTo>
                  <a:cubicBezTo>
                    <a:pt x="801719" y="2917031"/>
                    <a:pt x="736378" y="2923699"/>
                    <a:pt x="670465" y="2923604"/>
                  </a:cubicBezTo>
                  <a:cubicBezTo>
                    <a:pt x="544259" y="2923413"/>
                    <a:pt x="418052" y="2923604"/>
                    <a:pt x="291751" y="2923604"/>
                  </a:cubicBezTo>
                  <a:lnTo>
                    <a:pt x="276416" y="2923604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>
                <a:latin typeface="Work Sans" pitchFamily="2" charset="0"/>
              </a:endParaRPr>
            </a:p>
          </p:txBody>
        </p:sp>
        <p:sp>
          <p:nvSpPr>
            <p:cNvPr id="7" name="Freeform: Shape 24">
              <a:extLst>
                <a:ext uri="{FF2B5EF4-FFF2-40B4-BE49-F238E27FC236}">
                  <a16:creationId xmlns:a16="http://schemas.microsoft.com/office/drawing/2014/main" id="{B9F65242-3003-5242-E0A5-424C54B0684A}"/>
                </a:ext>
              </a:extLst>
            </p:cNvPr>
            <p:cNvSpPr/>
            <p:nvPr/>
          </p:nvSpPr>
          <p:spPr>
            <a:xfrm>
              <a:off x="5430202" y="2035872"/>
              <a:ext cx="551783" cy="2105310"/>
            </a:xfrm>
            <a:custGeom>
              <a:avLst/>
              <a:gdLst>
                <a:gd name="connsiteX0" fmla="*/ 551783 w 551783"/>
                <a:gd name="connsiteY0" fmla="*/ 0 h 2105310"/>
                <a:gd name="connsiteX1" fmla="*/ 551783 w 551783"/>
                <a:gd name="connsiteY1" fmla="*/ 2105311 h 2105310"/>
                <a:gd name="connsiteX2" fmla="*/ 0 w 551783"/>
                <a:gd name="connsiteY2" fmla="*/ 2105311 h 2105310"/>
                <a:gd name="connsiteX3" fmla="*/ 0 w 551783"/>
                <a:gd name="connsiteY3" fmla="*/ 0 h 2105310"/>
                <a:gd name="connsiteX4" fmla="*/ 551783 w 551783"/>
                <a:gd name="connsiteY4" fmla="*/ 0 h 210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1783" h="2105310">
                  <a:moveTo>
                    <a:pt x="551783" y="0"/>
                  </a:moveTo>
                  <a:lnTo>
                    <a:pt x="551783" y="2105311"/>
                  </a:lnTo>
                  <a:lnTo>
                    <a:pt x="0" y="2105311"/>
                  </a:lnTo>
                  <a:lnTo>
                    <a:pt x="0" y="0"/>
                  </a:lnTo>
                  <a:lnTo>
                    <a:pt x="551783" y="0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>
                <a:latin typeface="Work Sans" pitchFamily="2" charset="0"/>
              </a:endParaRPr>
            </a:p>
          </p:txBody>
        </p:sp>
        <p:sp>
          <p:nvSpPr>
            <p:cNvPr id="8" name="Freeform: Shape 25">
              <a:extLst>
                <a:ext uri="{FF2B5EF4-FFF2-40B4-BE49-F238E27FC236}">
                  <a16:creationId xmlns:a16="http://schemas.microsoft.com/office/drawing/2014/main" id="{B77614F0-BE5C-5D3E-AEA0-F45EBFFD8595}"/>
                </a:ext>
              </a:extLst>
            </p:cNvPr>
            <p:cNvSpPr/>
            <p:nvPr/>
          </p:nvSpPr>
          <p:spPr>
            <a:xfrm>
              <a:off x="8225979" y="3593115"/>
              <a:ext cx="550735" cy="548068"/>
            </a:xfrm>
            <a:custGeom>
              <a:avLst/>
              <a:gdLst>
                <a:gd name="connsiteX0" fmla="*/ 0 w 550735"/>
                <a:gd name="connsiteY0" fmla="*/ 0 h 548068"/>
                <a:gd name="connsiteX1" fmla="*/ 550736 w 550735"/>
                <a:gd name="connsiteY1" fmla="*/ 0 h 548068"/>
                <a:gd name="connsiteX2" fmla="*/ 550736 w 550735"/>
                <a:gd name="connsiteY2" fmla="*/ 548068 h 548068"/>
                <a:gd name="connsiteX3" fmla="*/ 0 w 550735"/>
                <a:gd name="connsiteY3" fmla="*/ 548068 h 548068"/>
                <a:gd name="connsiteX4" fmla="*/ 0 w 550735"/>
                <a:gd name="connsiteY4" fmla="*/ 0 h 548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0735" h="548068">
                  <a:moveTo>
                    <a:pt x="0" y="0"/>
                  </a:moveTo>
                  <a:lnTo>
                    <a:pt x="550736" y="0"/>
                  </a:lnTo>
                  <a:lnTo>
                    <a:pt x="550736" y="548068"/>
                  </a:lnTo>
                  <a:lnTo>
                    <a:pt x="0" y="5480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>
                <a:latin typeface="Work San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119187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ubtitle-Date-Pattern Horizontal"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red white and blue geometric pattern&#10;&#10;Description automatically generated">
            <a:extLst>
              <a:ext uri="{FF2B5EF4-FFF2-40B4-BE49-F238E27FC236}">
                <a16:creationId xmlns:a16="http://schemas.microsoft.com/office/drawing/2014/main" id="{6DE6143D-EBCA-A26B-3479-979D4A1A6B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3042285"/>
          </a:xfrm>
          <a:prstGeom prst="rect">
            <a:avLst/>
          </a:prstGeom>
        </p:spPr>
      </p:pic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C1D059F7-7FB8-5FB7-4EDA-CF3DAE5429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411" y="3786532"/>
            <a:ext cx="7053063" cy="1978555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indent="0">
              <a:buNone/>
              <a:defRPr kumimoji="0" lang="en-GB" sz="8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ork Sans Light" pitchFamily="2" charset="0"/>
              </a:defRPr>
            </a:lvl1pPr>
          </a:lstStyle>
          <a:p>
            <a:pPr marL="228600" marR="0" lvl="0" indent="-22860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GB"/>
              <a:t>Title of the Presentation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DA278888-5916-C844-EA2A-7BD4A38C59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15897" y="6152662"/>
            <a:ext cx="1712578" cy="221599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>
            <a:lvl1pPr marL="0" indent="0" algn="r">
              <a:buNone/>
              <a:defRPr lang="en-GB" sz="1600" i="0" u="none" strike="noStrike" baseline="0" dirty="0">
                <a:solidFill>
                  <a:srgbClr val="FFFFFF"/>
                </a:solidFill>
                <a:latin typeface="+mn-lt"/>
              </a:defRPr>
            </a:lvl1pPr>
          </a:lstStyle>
          <a:p>
            <a:pPr marL="0" lvl="0"/>
            <a:r>
              <a:rPr lang="en-GB" dirty="0"/>
              <a:t>Month | Year</a:t>
            </a:r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1E28E301-F9B1-347F-5BE4-0F6FF578B0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2411" y="5848308"/>
            <a:ext cx="4981070" cy="221599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>
            <a:lvl1pPr marL="0" indent="0" algn="l">
              <a:buNone/>
              <a:defRPr lang="en-GB" sz="1600" i="0" u="none" strike="noStrike" baseline="0" dirty="0">
                <a:solidFill>
                  <a:srgbClr val="FFFFFF"/>
                </a:solidFill>
                <a:latin typeface="Work Sans SemiBold" pitchFamily="2" charset="0"/>
              </a:defRPr>
            </a:lvl1pPr>
          </a:lstStyle>
          <a:p>
            <a:pPr marL="0" lvl="0"/>
            <a:r>
              <a:rPr lang="en-GB"/>
              <a:t>Subtitle of the presentation</a:t>
            </a: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E9B78B91-A84C-C356-56A1-16C897FF8514}"/>
              </a:ext>
            </a:extLst>
          </p:cNvPr>
          <p:cNvSpPr txBox="1"/>
          <p:nvPr userDrawn="1"/>
        </p:nvSpPr>
        <p:spPr>
          <a:xfrm>
            <a:off x="7469720" y="6424092"/>
            <a:ext cx="4458755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8"/>
              </a:lnSpc>
            </a:pPr>
            <a:r>
              <a:rPr lang="en-US" sz="1600" dirty="0">
                <a:solidFill>
                  <a:schemeClr val="bg1"/>
                </a:solidFill>
                <a:latin typeface="Work Sans SemiBold" pitchFamily="2" charset="0"/>
              </a:rPr>
              <a:t>Here to Dare.</a:t>
            </a:r>
          </a:p>
        </p:txBody>
      </p:sp>
      <p:grpSp>
        <p:nvGrpSpPr>
          <p:cNvPr id="4" name="Graphic 6">
            <a:extLst>
              <a:ext uri="{FF2B5EF4-FFF2-40B4-BE49-F238E27FC236}">
                <a16:creationId xmlns:a16="http://schemas.microsoft.com/office/drawing/2014/main" id="{F8DDFB51-225D-0A0E-2726-77715D7A9128}"/>
              </a:ext>
            </a:extLst>
          </p:cNvPr>
          <p:cNvGrpSpPr/>
          <p:nvPr userDrawn="1"/>
        </p:nvGrpSpPr>
        <p:grpSpPr>
          <a:xfrm>
            <a:off x="267657" y="6396363"/>
            <a:ext cx="448622" cy="312794"/>
            <a:chOff x="3414712" y="1223962"/>
            <a:chExt cx="5362003" cy="3738562"/>
          </a:xfrm>
          <a:solidFill>
            <a:srgbClr val="DA291C"/>
          </a:solidFill>
        </p:grpSpPr>
        <p:sp>
          <p:nvSpPr>
            <p:cNvPr id="5" name="Freeform: Shape 22">
              <a:extLst>
                <a:ext uri="{FF2B5EF4-FFF2-40B4-BE49-F238E27FC236}">
                  <a16:creationId xmlns:a16="http://schemas.microsoft.com/office/drawing/2014/main" id="{FAB6719A-C232-BC68-4AB5-5D93EDEDB9F1}"/>
                </a:ext>
              </a:extLst>
            </p:cNvPr>
            <p:cNvSpPr/>
            <p:nvPr/>
          </p:nvSpPr>
          <p:spPr>
            <a:xfrm>
              <a:off x="6326790" y="2037882"/>
              <a:ext cx="1714200" cy="2924642"/>
            </a:xfrm>
            <a:custGeom>
              <a:avLst/>
              <a:gdLst>
                <a:gd name="connsiteX0" fmla="*/ 0 w 1714200"/>
                <a:gd name="connsiteY0" fmla="*/ 1557424 h 2924642"/>
                <a:gd name="connsiteX1" fmla="*/ 16288 w 1714200"/>
                <a:gd name="connsiteY1" fmla="*/ 1557424 h 2924642"/>
                <a:gd name="connsiteX2" fmla="*/ 658463 w 1714200"/>
                <a:gd name="connsiteY2" fmla="*/ 1557424 h 2924642"/>
                <a:gd name="connsiteX3" fmla="*/ 1153477 w 1714200"/>
                <a:gd name="connsiteY3" fmla="*/ 1142229 h 2924642"/>
                <a:gd name="connsiteX4" fmla="*/ 750475 w 1714200"/>
                <a:gd name="connsiteY4" fmla="*/ 562538 h 2924642"/>
                <a:gd name="connsiteX5" fmla="*/ 653129 w 1714200"/>
                <a:gd name="connsiteY5" fmla="*/ 553775 h 2924642"/>
                <a:gd name="connsiteX6" fmla="*/ 292703 w 1714200"/>
                <a:gd name="connsiteY6" fmla="*/ 553394 h 2924642"/>
                <a:gd name="connsiteX7" fmla="*/ 277273 w 1714200"/>
                <a:gd name="connsiteY7" fmla="*/ 553394 h 2924642"/>
                <a:gd name="connsiteX8" fmla="*/ 277273 w 1714200"/>
                <a:gd name="connsiteY8" fmla="*/ 944 h 2924642"/>
                <a:gd name="connsiteX9" fmla="*/ 289655 w 1714200"/>
                <a:gd name="connsiteY9" fmla="*/ 372 h 2924642"/>
                <a:gd name="connsiteX10" fmla="*/ 658082 w 1714200"/>
                <a:gd name="connsiteY10" fmla="*/ 563 h 2924642"/>
                <a:gd name="connsiteX11" fmla="*/ 1383221 w 1714200"/>
                <a:gd name="connsiteY11" fmla="*/ 288694 h 2924642"/>
                <a:gd name="connsiteX12" fmla="*/ 1691164 w 1714200"/>
                <a:gd name="connsiteY12" fmla="*/ 835810 h 2924642"/>
                <a:gd name="connsiteX13" fmla="*/ 1712690 w 1714200"/>
                <a:gd name="connsiteY13" fmla="*/ 1107558 h 2924642"/>
                <a:gd name="connsiteX14" fmla="*/ 1424749 w 1714200"/>
                <a:gd name="connsiteY14" fmla="*/ 1780690 h 2924642"/>
                <a:gd name="connsiteX15" fmla="*/ 847915 w 1714200"/>
                <a:gd name="connsiteY15" fmla="*/ 2093205 h 2924642"/>
                <a:gd name="connsiteX16" fmla="*/ 631317 w 1714200"/>
                <a:gd name="connsiteY16" fmla="*/ 2109493 h 2924642"/>
                <a:gd name="connsiteX17" fmla="*/ 562927 w 1714200"/>
                <a:gd name="connsiteY17" fmla="*/ 2109302 h 2924642"/>
                <a:gd name="connsiteX18" fmla="*/ 552545 w 1714200"/>
                <a:gd name="connsiteY18" fmla="*/ 2119780 h 2924642"/>
                <a:gd name="connsiteX19" fmla="*/ 552545 w 1714200"/>
                <a:gd name="connsiteY19" fmla="*/ 2128924 h 2924642"/>
                <a:gd name="connsiteX20" fmla="*/ 552545 w 1714200"/>
                <a:gd name="connsiteY20" fmla="*/ 2907783 h 2924642"/>
                <a:gd name="connsiteX21" fmla="*/ 552545 w 1714200"/>
                <a:gd name="connsiteY21" fmla="*/ 2924642 h 2924642"/>
                <a:gd name="connsiteX22" fmla="*/ 95 w 1714200"/>
                <a:gd name="connsiteY22" fmla="*/ 2924642 h 2924642"/>
                <a:gd name="connsiteX23" fmla="*/ 95 w 1714200"/>
                <a:gd name="connsiteY23" fmla="*/ 1557424 h 292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14200" h="2924642">
                  <a:moveTo>
                    <a:pt x="0" y="1557424"/>
                  </a:moveTo>
                  <a:cubicBezTo>
                    <a:pt x="6477" y="1557424"/>
                    <a:pt x="11335" y="1557424"/>
                    <a:pt x="16288" y="1557424"/>
                  </a:cubicBezTo>
                  <a:cubicBezTo>
                    <a:pt x="230314" y="1557424"/>
                    <a:pt x="444341" y="1557424"/>
                    <a:pt x="658463" y="1557424"/>
                  </a:cubicBezTo>
                  <a:cubicBezTo>
                    <a:pt x="901922" y="1557424"/>
                    <a:pt x="1110901" y="1382069"/>
                    <a:pt x="1153477" y="1142229"/>
                  </a:cubicBezTo>
                  <a:cubicBezTo>
                    <a:pt x="1201388" y="872005"/>
                    <a:pt x="1019461" y="609782"/>
                    <a:pt x="750475" y="562538"/>
                  </a:cubicBezTo>
                  <a:cubicBezTo>
                    <a:pt x="718471" y="556918"/>
                    <a:pt x="685609" y="554060"/>
                    <a:pt x="653129" y="553775"/>
                  </a:cubicBezTo>
                  <a:cubicBezTo>
                    <a:pt x="533019" y="552727"/>
                    <a:pt x="412813" y="553394"/>
                    <a:pt x="292703" y="553394"/>
                  </a:cubicBezTo>
                  <a:lnTo>
                    <a:pt x="277273" y="553394"/>
                  </a:lnTo>
                  <a:lnTo>
                    <a:pt x="277273" y="944"/>
                  </a:lnTo>
                  <a:cubicBezTo>
                    <a:pt x="281559" y="753"/>
                    <a:pt x="285559" y="372"/>
                    <a:pt x="289655" y="372"/>
                  </a:cubicBezTo>
                  <a:cubicBezTo>
                    <a:pt x="412432" y="372"/>
                    <a:pt x="535305" y="-580"/>
                    <a:pt x="658082" y="563"/>
                  </a:cubicBezTo>
                  <a:cubicBezTo>
                    <a:pt x="936784" y="3134"/>
                    <a:pt x="1179862" y="97527"/>
                    <a:pt x="1383221" y="288694"/>
                  </a:cubicBezTo>
                  <a:cubicBezTo>
                    <a:pt x="1542669" y="438522"/>
                    <a:pt x="1645348" y="621402"/>
                    <a:pt x="1691164" y="835810"/>
                  </a:cubicBezTo>
                  <a:cubicBezTo>
                    <a:pt x="1710404" y="925440"/>
                    <a:pt x="1717643" y="1016213"/>
                    <a:pt x="1712690" y="1107558"/>
                  </a:cubicBezTo>
                  <a:cubicBezTo>
                    <a:pt x="1698593" y="1366733"/>
                    <a:pt x="1603248" y="1592095"/>
                    <a:pt x="1424749" y="1780690"/>
                  </a:cubicBezTo>
                  <a:cubicBezTo>
                    <a:pt x="1266920" y="1947473"/>
                    <a:pt x="1074134" y="2051676"/>
                    <a:pt x="847915" y="2093205"/>
                  </a:cubicBezTo>
                  <a:cubicBezTo>
                    <a:pt x="776288" y="2106350"/>
                    <a:pt x="703993" y="2110731"/>
                    <a:pt x="631317" y="2109493"/>
                  </a:cubicBezTo>
                  <a:cubicBezTo>
                    <a:pt x="608552" y="2109112"/>
                    <a:pt x="585692" y="2109683"/>
                    <a:pt x="562927" y="2109302"/>
                  </a:cubicBezTo>
                  <a:cubicBezTo>
                    <a:pt x="555022" y="2109207"/>
                    <a:pt x="551593" y="2111684"/>
                    <a:pt x="552545" y="2119780"/>
                  </a:cubicBezTo>
                  <a:cubicBezTo>
                    <a:pt x="552926" y="2122733"/>
                    <a:pt x="552545" y="2125876"/>
                    <a:pt x="552545" y="2128924"/>
                  </a:cubicBezTo>
                  <a:cubicBezTo>
                    <a:pt x="552545" y="2388575"/>
                    <a:pt x="552545" y="2648132"/>
                    <a:pt x="552545" y="2907783"/>
                  </a:cubicBezTo>
                  <a:cubicBezTo>
                    <a:pt x="552545" y="2913117"/>
                    <a:pt x="552545" y="2918356"/>
                    <a:pt x="552545" y="2924642"/>
                  </a:cubicBezTo>
                  <a:lnTo>
                    <a:pt x="95" y="2924642"/>
                  </a:lnTo>
                  <a:lnTo>
                    <a:pt x="95" y="1557424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>
                <a:latin typeface="Work Sans" pitchFamily="2" charset="0"/>
              </a:endParaRPr>
            </a:p>
          </p:txBody>
        </p:sp>
        <p:sp>
          <p:nvSpPr>
            <p:cNvPr id="7" name="Freeform: Shape 23">
              <a:extLst>
                <a:ext uri="{FF2B5EF4-FFF2-40B4-BE49-F238E27FC236}">
                  <a16:creationId xmlns:a16="http://schemas.microsoft.com/office/drawing/2014/main" id="{E30EDA4F-CF2A-E2B2-11E6-0F4B64D4E53D}"/>
                </a:ext>
              </a:extLst>
            </p:cNvPr>
            <p:cNvSpPr/>
            <p:nvPr/>
          </p:nvSpPr>
          <p:spPr>
            <a:xfrm>
              <a:off x="3414712" y="1223962"/>
              <a:ext cx="1713050" cy="2923604"/>
            </a:xfrm>
            <a:custGeom>
              <a:avLst/>
              <a:gdLst>
                <a:gd name="connsiteX0" fmla="*/ 276320 w 1713050"/>
                <a:gd name="connsiteY0" fmla="*/ 2923413 h 2923604"/>
                <a:gd name="connsiteX1" fmla="*/ 276320 w 1713050"/>
                <a:gd name="connsiteY1" fmla="*/ 2371439 h 2923604"/>
                <a:gd name="connsiteX2" fmla="*/ 291179 w 1713050"/>
                <a:gd name="connsiteY2" fmla="*/ 2371439 h 2923604"/>
                <a:gd name="connsiteX3" fmla="*/ 657320 w 1713050"/>
                <a:gd name="connsiteY3" fmla="*/ 2371439 h 2923604"/>
                <a:gd name="connsiteX4" fmla="*/ 1151192 w 1713050"/>
                <a:gd name="connsiteY4" fmla="*/ 1966817 h 2923604"/>
                <a:gd name="connsiteX5" fmla="*/ 749237 w 1713050"/>
                <a:gd name="connsiteY5" fmla="*/ 1376458 h 2923604"/>
                <a:gd name="connsiteX6" fmla="*/ 654177 w 1713050"/>
                <a:gd name="connsiteY6" fmla="*/ 1367790 h 2923604"/>
                <a:gd name="connsiteX7" fmla="*/ 15431 w 1713050"/>
                <a:gd name="connsiteY7" fmla="*/ 1367409 h 2923604"/>
                <a:gd name="connsiteX8" fmla="*/ 0 w 1713050"/>
                <a:gd name="connsiteY8" fmla="*/ 1367409 h 2923604"/>
                <a:gd name="connsiteX9" fmla="*/ 0 w 1713050"/>
                <a:gd name="connsiteY9" fmla="*/ 0 h 2923604"/>
                <a:gd name="connsiteX10" fmla="*/ 551021 w 1713050"/>
                <a:gd name="connsiteY10" fmla="*/ 0 h 2923604"/>
                <a:gd name="connsiteX11" fmla="*/ 551688 w 1713050"/>
                <a:gd name="connsiteY11" fmla="*/ 15431 h 2923604"/>
                <a:gd name="connsiteX12" fmla="*/ 551688 w 1713050"/>
                <a:gd name="connsiteY12" fmla="*/ 794290 h 2923604"/>
                <a:gd name="connsiteX13" fmla="*/ 551688 w 1713050"/>
                <a:gd name="connsiteY13" fmla="*/ 805720 h 2923604"/>
                <a:gd name="connsiteX14" fmla="*/ 560356 w 1713050"/>
                <a:gd name="connsiteY14" fmla="*/ 814388 h 2923604"/>
                <a:gd name="connsiteX15" fmla="*/ 605981 w 1713050"/>
                <a:gd name="connsiteY15" fmla="*/ 814388 h 2923604"/>
                <a:gd name="connsiteX16" fmla="*/ 803815 w 1713050"/>
                <a:gd name="connsiteY16" fmla="*/ 824675 h 2923604"/>
                <a:gd name="connsiteX17" fmla="*/ 1114425 w 1713050"/>
                <a:gd name="connsiteY17" fmla="*/ 917638 h 2923604"/>
                <a:gd name="connsiteX18" fmla="*/ 1411224 w 1713050"/>
                <a:gd name="connsiteY18" fmla="*/ 1130332 h 2923604"/>
                <a:gd name="connsiteX19" fmla="*/ 1696307 w 1713050"/>
                <a:gd name="connsiteY19" fmla="*/ 1682306 h 2923604"/>
                <a:gd name="connsiteX20" fmla="*/ 1429322 w 1713050"/>
                <a:gd name="connsiteY20" fmla="*/ 2588800 h 2923604"/>
                <a:gd name="connsiteX21" fmla="*/ 866204 w 1713050"/>
                <a:gd name="connsiteY21" fmla="*/ 2903887 h 2923604"/>
                <a:gd name="connsiteX22" fmla="*/ 670465 w 1713050"/>
                <a:gd name="connsiteY22" fmla="*/ 2923604 h 2923604"/>
                <a:gd name="connsiteX23" fmla="*/ 291751 w 1713050"/>
                <a:gd name="connsiteY23" fmla="*/ 2923604 h 2923604"/>
                <a:gd name="connsiteX24" fmla="*/ 276416 w 1713050"/>
                <a:gd name="connsiteY24" fmla="*/ 2923604 h 2923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13050" h="2923604">
                  <a:moveTo>
                    <a:pt x="276320" y="2923413"/>
                  </a:moveTo>
                  <a:lnTo>
                    <a:pt x="276320" y="2371439"/>
                  </a:lnTo>
                  <a:lnTo>
                    <a:pt x="291179" y="2371439"/>
                  </a:lnTo>
                  <a:cubicBezTo>
                    <a:pt x="413195" y="2371439"/>
                    <a:pt x="535305" y="2371439"/>
                    <a:pt x="657320" y="2371439"/>
                  </a:cubicBezTo>
                  <a:cubicBezTo>
                    <a:pt x="897065" y="2371439"/>
                    <a:pt x="1104233" y="2201704"/>
                    <a:pt x="1151192" y="1966817"/>
                  </a:cubicBezTo>
                  <a:cubicBezTo>
                    <a:pt x="1205770" y="1693736"/>
                    <a:pt x="1023557" y="1425607"/>
                    <a:pt x="749237" y="1376458"/>
                  </a:cubicBezTo>
                  <a:cubicBezTo>
                    <a:pt x="717995" y="1370838"/>
                    <a:pt x="685895" y="1367885"/>
                    <a:pt x="654177" y="1367790"/>
                  </a:cubicBezTo>
                  <a:cubicBezTo>
                    <a:pt x="441293" y="1367028"/>
                    <a:pt x="228314" y="1367409"/>
                    <a:pt x="15431" y="1367409"/>
                  </a:cubicBezTo>
                  <a:lnTo>
                    <a:pt x="0" y="1367409"/>
                  </a:lnTo>
                  <a:lnTo>
                    <a:pt x="0" y="0"/>
                  </a:lnTo>
                  <a:lnTo>
                    <a:pt x="551021" y="0"/>
                  </a:lnTo>
                  <a:cubicBezTo>
                    <a:pt x="551212" y="5144"/>
                    <a:pt x="551688" y="10287"/>
                    <a:pt x="551688" y="15431"/>
                  </a:cubicBezTo>
                  <a:cubicBezTo>
                    <a:pt x="551688" y="275082"/>
                    <a:pt x="551688" y="534734"/>
                    <a:pt x="551688" y="794290"/>
                  </a:cubicBezTo>
                  <a:cubicBezTo>
                    <a:pt x="551688" y="798100"/>
                    <a:pt x="551974" y="801910"/>
                    <a:pt x="551688" y="805720"/>
                  </a:cubicBezTo>
                  <a:cubicBezTo>
                    <a:pt x="551212" y="812102"/>
                    <a:pt x="553974" y="814483"/>
                    <a:pt x="560356" y="814388"/>
                  </a:cubicBezTo>
                  <a:cubicBezTo>
                    <a:pt x="575596" y="814102"/>
                    <a:pt x="590741" y="814388"/>
                    <a:pt x="605981" y="814388"/>
                  </a:cubicBezTo>
                  <a:cubicBezTo>
                    <a:pt x="672084" y="814388"/>
                    <a:pt x="738092" y="815626"/>
                    <a:pt x="803815" y="824675"/>
                  </a:cubicBezTo>
                  <a:cubicBezTo>
                    <a:pt x="912209" y="839629"/>
                    <a:pt x="1015746" y="870395"/>
                    <a:pt x="1114425" y="917638"/>
                  </a:cubicBezTo>
                  <a:cubicBezTo>
                    <a:pt x="1225868" y="970979"/>
                    <a:pt x="1325023" y="1041940"/>
                    <a:pt x="1411224" y="1130332"/>
                  </a:cubicBezTo>
                  <a:cubicBezTo>
                    <a:pt x="1562291" y="1285208"/>
                    <a:pt x="1660970" y="1468469"/>
                    <a:pt x="1696307" y="1682306"/>
                  </a:cubicBezTo>
                  <a:cubicBezTo>
                    <a:pt x="1753076" y="2026539"/>
                    <a:pt x="1665827" y="2330863"/>
                    <a:pt x="1429322" y="2588800"/>
                  </a:cubicBezTo>
                  <a:cubicBezTo>
                    <a:pt x="1276826" y="2755106"/>
                    <a:pt x="1087279" y="2858738"/>
                    <a:pt x="866204" y="2903887"/>
                  </a:cubicBezTo>
                  <a:cubicBezTo>
                    <a:pt x="801719" y="2917031"/>
                    <a:pt x="736378" y="2923699"/>
                    <a:pt x="670465" y="2923604"/>
                  </a:cubicBezTo>
                  <a:cubicBezTo>
                    <a:pt x="544259" y="2923413"/>
                    <a:pt x="418052" y="2923604"/>
                    <a:pt x="291751" y="2923604"/>
                  </a:cubicBezTo>
                  <a:lnTo>
                    <a:pt x="276416" y="2923604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>
                <a:latin typeface="Work Sans" pitchFamily="2" charset="0"/>
              </a:endParaRPr>
            </a:p>
          </p:txBody>
        </p:sp>
        <p:sp>
          <p:nvSpPr>
            <p:cNvPr id="8" name="Freeform: Shape 24">
              <a:extLst>
                <a:ext uri="{FF2B5EF4-FFF2-40B4-BE49-F238E27FC236}">
                  <a16:creationId xmlns:a16="http://schemas.microsoft.com/office/drawing/2014/main" id="{3A920AC8-7D76-788C-CD9F-1660334FE09D}"/>
                </a:ext>
              </a:extLst>
            </p:cNvPr>
            <p:cNvSpPr/>
            <p:nvPr/>
          </p:nvSpPr>
          <p:spPr>
            <a:xfrm>
              <a:off x="5430202" y="2035872"/>
              <a:ext cx="551783" cy="2105310"/>
            </a:xfrm>
            <a:custGeom>
              <a:avLst/>
              <a:gdLst>
                <a:gd name="connsiteX0" fmla="*/ 551783 w 551783"/>
                <a:gd name="connsiteY0" fmla="*/ 0 h 2105310"/>
                <a:gd name="connsiteX1" fmla="*/ 551783 w 551783"/>
                <a:gd name="connsiteY1" fmla="*/ 2105311 h 2105310"/>
                <a:gd name="connsiteX2" fmla="*/ 0 w 551783"/>
                <a:gd name="connsiteY2" fmla="*/ 2105311 h 2105310"/>
                <a:gd name="connsiteX3" fmla="*/ 0 w 551783"/>
                <a:gd name="connsiteY3" fmla="*/ 0 h 2105310"/>
                <a:gd name="connsiteX4" fmla="*/ 551783 w 551783"/>
                <a:gd name="connsiteY4" fmla="*/ 0 h 210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1783" h="2105310">
                  <a:moveTo>
                    <a:pt x="551783" y="0"/>
                  </a:moveTo>
                  <a:lnTo>
                    <a:pt x="551783" y="2105311"/>
                  </a:lnTo>
                  <a:lnTo>
                    <a:pt x="0" y="2105311"/>
                  </a:lnTo>
                  <a:lnTo>
                    <a:pt x="0" y="0"/>
                  </a:lnTo>
                  <a:lnTo>
                    <a:pt x="551783" y="0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>
                <a:latin typeface="Work Sans" pitchFamily="2" charset="0"/>
              </a:endParaRPr>
            </a:p>
          </p:txBody>
        </p:sp>
        <p:sp>
          <p:nvSpPr>
            <p:cNvPr id="9" name="Freeform: Shape 25">
              <a:extLst>
                <a:ext uri="{FF2B5EF4-FFF2-40B4-BE49-F238E27FC236}">
                  <a16:creationId xmlns:a16="http://schemas.microsoft.com/office/drawing/2014/main" id="{1D187A73-7EF4-66F2-8FFE-512F59E78311}"/>
                </a:ext>
              </a:extLst>
            </p:cNvPr>
            <p:cNvSpPr/>
            <p:nvPr/>
          </p:nvSpPr>
          <p:spPr>
            <a:xfrm>
              <a:off x="8225979" y="3593115"/>
              <a:ext cx="550735" cy="548068"/>
            </a:xfrm>
            <a:custGeom>
              <a:avLst/>
              <a:gdLst>
                <a:gd name="connsiteX0" fmla="*/ 0 w 550735"/>
                <a:gd name="connsiteY0" fmla="*/ 0 h 548068"/>
                <a:gd name="connsiteX1" fmla="*/ 550736 w 550735"/>
                <a:gd name="connsiteY1" fmla="*/ 0 h 548068"/>
                <a:gd name="connsiteX2" fmla="*/ 550736 w 550735"/>
                <a:gd name="connsiteY2" fmla="*/ 548068 h 548068"/>
                <a:gd name="connsiteX3" fmla="*/ 0 w 550735"/>
                <a:gd name="connsiteY3" fmla="*/ 548068 h 548068"/>
                <a:gd name="connsiteX4" fmla="*/ 0 w 550735"/>
                <a:gd name="connsiteY4" fmla="*/ 0 h 548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0735" h="548068">
                  <a:moveTo>
                    <a:pt x="0" y="0"/>
                  </a:moveTo>
                  <a:lnTo>
                    <a:pt x="550736" y="0"/>
                  </a:lnTo>
                  <a:lnTo>
                    <a:pt x="550736" y="548068"/>
                  </a:lnTo>
                  <a:lnTo>
                    <a:pt x="0" y="5480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>
                <a:latin typeface="Work San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868804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Date-BG Image"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FE0AB7-5FA1-45A9-393E-3566C605A2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463"/>
                    </a14:imgEffect>
                    <a14:imgEffect>
                      <a14:saturation sat="30000"/>
                    </a14:imgEffect>
                    <a14:imgEffect>
                      <a14:brightnessContrast bright="-4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icture Placeholder 20">
            <a:extLst>
              <a:ext uri="{FF2B5EF4-FFF2-40B4-BE49-F238E27FC236}">
                <a16:creationId xmlns:a16="http://schemas.microsoft.com/office/drawing/2014/main" id="{13C6D243-F3BA-C134-B8E7-D96C1C6154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pt-BR" err="1"/>
              <a:t>Placeholder</a:t>
            </a:r>
            <a:r>
              <a:rPr lang="pt-BR"/>
              <a:t> Picture</a:t>
            </a:r>
            <a:endParaRPr lang="en-GB"/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35BECDA2-A294-9F51-81F9-5ECFA0D85F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411" y="2260600"/>
            <a:ext cx="7053063" cy="19785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kumimoji="0" lang="en-GB" sz="8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ork Sans Light" pitchFamily="2" charset="0"/>
              </a:defRPr>
            </a:lvl1pPr>
          </a:lstStyle>
          <a:p>
            <a:pPr marL="0" marR="0" lvl="0" indent="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/>
              <a:t>Title of the Presentation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8217C2C6-8136-A09A-19AA-8E5A9E8284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15897" y="6410627"/>
            <a:ext cx="1712578" cy="221599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>
            <a:lvl1pPr marL="0" indent="0" algn="r">
              <a:buNone/>
              <a:defRPr lang="en-GB" sz="1600" i="0" u="none" strike="noStrike" baseline="0" dirty="0">
                <a:solidFill>
                  <a:srgbClr val="FFFFFF"/>
                </a:solidFill>
                <a:latin typeface="+mn-lt"/>
              </a:defRPr>
            </a:lvl1pPr>
          </a:lstStyle>
          <a:p>
            <a:pPr marL="0" lvl="0"/>
            <a:r>
              <a:rPr lang="en-GB" dirty="0"/>
              <a:t>Month/Year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39CC1082-57A7-F5AD-646C-14D02BC020CD}"/>
              </a:ext>
            </a:extLst>
          </p:cNvPr>
          <p:cNvSpPr txBox="1"/>
          <p:nvPr userDrawn="1"/>
        </p:nvSpPr>
        <p:spPr>
          <a:xfrm>
            <a:off x="267656" y="6414218"/>
            <a:ext cx="4458755" cy="218008"/>
          </a:xfrm>
          <a:prstGeom prst="rect">
            <a:avLst/>
          </a:prstGeom>
        </p:spPr>
        <p:txBody>
          <a:bodyPr lIns="0" tIns="0" rIns="0" bIns="0" rtlCol="0" anchor="b">
            <a:spAutoFit/>
          </a:bodyPr>
          <a:lstStyle/>
          <a:p>
            <a:pPr>
              <a:lnSpc>
                <a:spcPts val="1688"/>
              </a:lnSpc>
            </a:pPr>
            <a:r>
              <a:rPr lang="en-US" sz="1600" dirty="0">
                <a:solidFill>
                  <a:schemeClr val="bg1"/>
                </a:solidFill>
                <a:latin typeface="Work Sans SemiBold" pitchFamily="2" charset="0"/>
              </a:rPr>
              <a:t>Here to Dare.</a:t>
            </a:r>
          </a:p>
        </p:txBody>
      </p:sp>
      <p:grpSp>
        <p:nvGrpSpPr>
          <p:cNvPr id="3" name="Graphic 6">
            <a:extLst>
              <a:ext uri="{FF2B5EF4-FFF2-40B4-BE49-F238E27FC236}">
                <a16:creationId xmlns:a16="http://schemas.microsoft.com/office/drawing/2014/main" id="{5D27770E-F84D-A6FA-CA4A-FEDB3E14A685}"/>
              </a:ext>
            </a:extLst>
          </p:cNvPr>
          <p:cNvGrpSpPr/>
          <p:nvPr userDrawn="1"/>
        </p:nvGrpSpPr>
        <p:grpSpPr>
          <a:xfrm>
            <a:off x="267657" y="333623"/>
            <a:ext cx="630106" cy="439331"/>
            <a:chOff x="3414712" y="1223962"/>
            <a:chExt cx="5362003" cy="3738562"/>
          </a:xfrm>
          <a:solidFill>
            <a:srgbClr val="DA291C"/>
          </a:solidFill>
        </p:grpSpPr>
        <p:sp>
          <p:nvSpPr>
            <p:cNvPr id="5" name="Freeform: Shape 22">
              <a:extLst>
                <a:ext uri="{FF2B5EF4-FFF2-40B4-BE49-F238E27FC236}">
                  <a16:creationId xmlns:a16="http://schemas.microsoft.com/office/drawing/2014/main" id="{E9A994E1-F5B3-DD58-A81E-3612E05D5EAE}"/>
                </a:ext>
              </a:extLst>
            </p:cNvPr>
            <p:cNvSpPr/>
            <p:nvPr/>
          </p:nvSpPr>
          <p:spPr>
            <a:xfrm>
              <a:off x="6326790" y="2037882"/>
              <a:ext cx="1714200" cy="2924642"/>
            </a:xfrm>
            <a:custGeom>
              <a:avLst/>
              <a:gdLst>
                <a:gd name="connsiteX0" fmla="*/ 0 w 1714200"/>
                <a:gd name="connsiteY0" fmla="*/ 1557424 h 2924642"/>
                <a:gd name="connsiteX1" fmla="*/ 16288 w 1714200"/>
                <a:gd name="connsiteY1" fmla="*/ 1557424 h 2924642"/>
                <a:gd name="connsiteX2" fmla="*/ 658463 w 1714200"/>
                <a:gd name="connsiteY2" fmla="*/ 1557424 h 2924642"/>
                <a:gd name="connsiteX3" fmla="*/ 1153477 w 1714200"/>
                <a:gd name="connsiteY3" fmla="*/ 1142229 h 2924642"/>
                <a:gd name="connsiteX4" fmla="*/ 750475 w 1714200"/>
                <a:gd name="connsiteY4" fmla="*/ 562538 h 2924642"/>
                <a:gd name="connsiteX5" fmla="*/ 653129 w 1714200"/>
                <a:gd name="connsiteY5" fmla="*/ 553775 h 2924642"/>
                <a:gd name="connsiteX6" fmla="*/ 292703 w 1714200"/>
                <a:gd name="connsiteY6" fmla="*/ 553394 h 2924642"/>
                <a:gd name="connsiteX7" fmla="*/ 277273 w 1714200"/>
                <a:gd name="connsiteY7" fmla="*/ 553394 h 2924642"/>
                <a:gd name="connsiteX8" fmla="*/ 277273 w 1714200"/>
                <a:gd name="connsiteY8" fmla="*/ 944 h 2924642"/>
                <a:gd name="connsiteX9" fmla="*/ 289655 w 1714200"/>
                <a:gd name="connsiteY9" fmla="*/ 372 h 2924642"/>
                <a:gd name="connsiteX10" fmla="*/ 658082 w 1714200"/>
                <a:gd name="connsiteY10" fmla="*/ 563 h 2924642"/>
                <a:gd name="connsiteX11" fmla="*/ 1383221 w 1714200"/>
                <a:gd name="connsiteY11" fmla="*/ 288694 h 2924642"/>
                <a:gd name="connsiteX12" fmla="*/ 1691164 w 1714200"/>
                <a:gd name="connsiteY12" fmla="*/ 835810 h 2924642"/>
                <a:gd name="connsiteX13" fmla="*/ 1712690 w 1714200"/>
                <a:gd name="connsiteY13" fmla="*/ 1107558 h 2924642"/>
                <a:gd name="connsiteX14" fmla="*/ 1424749 w 1714200"/>
                <a:gd name="connsiteY14" fmla="*/ 1780690 h 2924642"/>
                <a:gd name="connsiteX15" fmla="*/ 847915 w 1714200"/>
                <a:gd name="connsiteY15" fmla="*/ 2093205 h 2924642"/>
                <a:gd name="connsiteX16" fmla="*/ 631317 w 1714200"/>
                <a:gd name="connsiteY16" fmla="*/ 2109493 h 2924642"/>
                <a:gd name="connsiteX17" fmla="*/ 562927 w 1714200"/>
                <a:gd name="connsiteY17" fmla="*/ 2109302 h 2924642"/>
                <a:gd name="connsiteX18" fmla="*/ 552545 w 1714200"/>
                <a:gd name="connsiteY18" fmla="*/ 2119780 h 2924642"/>
                <a:gd name="connsiteX19" fmla="*/ 552545 w 1714200"/>
                <a:gd name="connsiteY19" fmla="*/ 2128924 h 2924642"/>
                <a:gd name="connsiteX20" fmla="*/ 552545 w 1714200"/>
                <a:gd name="connsiteY20" fmla="*/ 2907783 h 2924642"/>
                <a:gd name="connsiteX21" fmla="*/ 552545 w 1714200"/>
                <a:gd name="connsiteY21" fmla="*/ 2924642 h 2924642"/>
                <a:gd name="connsiteX22" fmla="*/ 95 w 1714200"/>
                <a:gd name="connsiteY22" fmla="*/ 2924642 h 2924642"/>
                <a:gd name="connsiteX23" fmla="*/ 95 w 1714200"/>
                <a:gd name="connsiteY23" fmla="*/ 1557424 h 292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14200" h="2924642">
                  <a:moveTo>
                    <a:pt x="0" y="1557424"/>
                  </a:moveTo>
                  <a:cubicBezTo>
                    <a:pt x="6477" y="1557424"/>
                    <a:pt x="11335" y="1557424"/>
                    <a:pt x="16288" y="1557424"/>
                  </a:cubicBezTo>
                  <a:cubicBezTo>
                    <a:pt x="230314" y="1557424"/>
                    <a:pt x="444341" y="1557424"/>
                    <a:pt x="658463" y="1557424"/>
                  </a:cubicBezTo>
                  <a:cubicBezTo>
                    <a:pt x="901922" y="1557424"/>
                    <a:pt x="1110901" y="1382069"/>
                    <a:pt x="1153477" y="1142229"/>
                  </a:cubicBezTo>
                  <a:cubicBezTo>
                    <a:pt x="1201388" y="872005"/>
                    <a:pt x="1019461" y="609782"/>
                    <a:pt x="750475" y="562538"/>
                  </a:cubicBezTo>
                  <a:cubicBezTo>
                    <a:pt x="718471" y="556918"/>
                    <a:pt x="685609" y="554060"/>
                    <a:pt x="653129" y="553775"/>
                  </a:cubicBezTo>
                  <a:cubicBezTo>
                    <a:pt x="533019" y="552727"/>
                    <a:pt x="412813" y="553394"/>
                    <a:pt x="292703" y="553394"/>
                  </a:cubicBezTo>
                  <a:lnTo>
                    <a:pt x="277273" y="553394"/>
                  </a:lnTo>
                  <a:lnTo>
                    <a:pt x="277273" y="944"/>
                  </a:lnTo>
                  <a:cubicBezTo>
                    <a:pt x="281559" y="753"/>
                    <a:pt x="285559" y="372"/>
                    <a:pt x="289655" y="372"/>
                  </a:cubicBezTo>
                  <a:cubicBezTo>
                    <a:pt x="412432" y="372"/>
                    <a:pt x="535305" y="-580"/>
                    <a:pt x="658082" y="563"/>
                  </a:cubicBezTo>
                  <a:cubicBezTo>
                    <a:pt x="936784" y="3134"/>
                    <a:pt x="1179862" y="97527"/>
                    <a:pt x="1383221" y="288694"/>
                  </a:cubicBezTo>
                  <a:cubicBezTo>
                    <a:pt x="1542669" y="438522"/>
                    <a:pt x="1645348" y="621402"/>
                    <a:pt x="1691164" y="835810"/>
                  </a:cubicBezTo>
                  <a:cubicBezTo>
                    <a:pt x="1710404" y="925440"/>
                    <a:pt x="1717643" y="1016213"/>
                    <a:pt x="1712690" y="1107558"/>
                  </a:cubicBezTo>
                  <a:cubicBezTo>
                    <a:pt x="1698593" y="1366733"/>
                    <a:pt x="1603248" y="1592095"/>
                    <a:pt x="1424749" y="1780690"/>
                  </a:cubicBezTo>
                  <a:cubicBezTo>
                    <a:pt x="1266920" y="1947473"/>
                    <a:pt x="1074134" y="2051676"/>
                    <a:pt x="847915" y="2093205"/>
                  </a:cubicBezTo>
                  <a:cubicBezTo>
                    <a:pt x="776288" y="2106350"/>
                    <a:pt x="703993" y="2110731"/>
                    <a:pt x="631317" y="2109493"/>
                  </a:cubicBezTo>
                  <a:cubicBezTo>
                    <a:pt x="608552" y="2109112"/>
                    <a:pt x="585692" y="2109683"/>
                    <a:pt x="562927" y="2109302"/>
                  </a:cubicBezTo>
                  <a:cubicBezTo>
                    <a:pt x="555022" y="2109207"/>
                    <a:pt x="551593" y="2111684"/>
                    <a:pt x="552545" y="2119780"/>
                  </a:cubicBezTo>
                  <a:cubicBezTo>
                    <a:pt x="552926" y="2122733"/>
                    <a:pt x="552545" y="2125876"/>
                    <a:pt x="552545" y="2128924"/>
                  </a:cubicBezTo>
                  <a:cubicBezTo>
                    <a:pt x="552545" y="2388575"/>
                    <a:pt x="552545" y="2648132"/>
                    <a:pt x="552545" y="2907783"/>
                  </a:cubicBezTo>
                  <a:cubicBezTo>
                    <a:pt x="552545" y="2913117"/>
                    <a:pt x="552545" y="2918356"/>
                    <a:pt x="552545" y="2924642"/>
                  </a:cubicBezTo>
                  <a:lnTo>
                    <a:pt x="95" y="2924642"/>
                  </a:lnTo>
                  <a:lnTo>
                    <a:pt x="95" y="1557424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>
                <a:latin typeface="Work Sans" pitchFamily="2" charset="0"/>
              </a:endParaRPr>
            </a:p>
          </p:txBody>
        </p:sp>
        <p:sp>
          <p:nvSpPr>
            <p:cNvPr id="10" name="Freeform: Shape 23">
              <a:extLst>
                <a:ext uri="{FF2B5EF4-FFF2-40B4-BE49-F238E27FC236}">
                  <a16:creationId xmlns:a16="http://schemas.microsoft.com/office/drawing/2014/main" id="{F33909FA-2D5D-C97C-0858-0F6C674202C2}"/>
                </a:ext>
              </a:extLst>
            </p:cNvPr>
            <p:cNvSpPr/>
            <p:nvPr/>
          </p:nvSpPr>
          <p:spPr>
            <a:xfrm>
              <a:off x="3414712" y="1223962"/>
              <a:ext cx="1713050" cy="2923604"/>
            </a:xfrm>
            <a:custGeom>
              <a:avLst/>
              <a:gdLst>
                <a:gd name="connsiteX0" fmla="*/ 276320 w 1713050"/>
                <a:gd name="connsiteY0" fmla="*/ 2923413 h 2923604"/>
                <a:gd name="connsiteX1" fmla="*/ 276320 w 1713050"/>
                <a:gd name="connsiteY1" fmla="*/ 2371439 h 2923604"/>
                <a:gd name="connsiteX2" fmla="*/ 291179 w 1713050"/>
                <a:gd name="connsiteY2" fmla="*/ 2371439 h 2923604"/>
                <a:gd name="connsiteX3" fmla="*/ 657320 w 1713050"/>
                <a:gd name="connsiteY3" fmla="*/ 2371439 h 2923604"/>
                <a:gd name="connsiteX4" fmla="*/ 1151192 w 1713050"/>
                <a:gd name="connsiteY4" fmla="*/ 1966817 h 2923604"/>
                <a:gd name="connsiteX5" fmla="*/ 749237 w 1713050"/>
                <a:gd name="connsiteY5" fmla="*/ 1376458 h 2923604"/>
                <a:gd name="connsiteX6" fmla="*/ 654177 w 1713050"/>
                <a:gd name="connsiteY6" fmla="*/ 1367790 h 2923604"/>
                <a:gd name="connsiteX7" fmla="*/ 15431 w 1713050"/>
                <a:gd name="connsiteY7" fmla="*/ 1367409 h 2923604"/>
                <a:gd name="connsiteX8" fmla="*/ 0 w 1713050"/>
                <a:gd name="connsiteY8" fmla="*/ 1367409 h 2923604"/>
                <a:gd name="connsiteX9" fmla="*/ 0 w 1713050"/>
                <a:gd name="connsiteY9" fmla="*/ 0 h 2923604"/>
                <a:gd name="connsiteX10" fmla="*/ 551021 w 1713050"/>
                <a:gd name="connsiteY10" fmla="*/ 0 h 2923604"/>
                <a:gd name="connsiteX11" fmla="*/ 551688 w 1713050"/>
                <a:gd name="connsiteY11" fmla="*/ 15431 h 2923604"/>
                <a:gd name="connsiteX12" fmla="*/ 551688 w 1713050"/>
                <a:gd name="connsiteY12" fmla="*/ 794290 h 2923604"/>
                <a:gd name="connsiteX13" fmla="*/ 551688 w 1713050"/>
                <a:gd name="connsiteY13" fmla="*/ 805720 h 2923604"/>
                <a:gd name="connsiteX14" fmla="*/ 560356 w 1713050"/>
                <a:gd name="connsiteY14" fmla="*/ 814388 h 2923604"/>
                <a:gd name="connsiteX15" fmla="*/ 605981 w 1713050"/>
                <a:gd name="connsiteY15" fmla="*/ 814388 h 2923604"/>
                <a:gd name="connsiteX16" fmla="*/ 803815 w 1713050"/>
                <a:gd name="connsiteY16" fmla="*/ 824675 h 2923604"/>
                <a:gd name="connsiteX17" fmla="*/ 1114425 w 1713050"/>
                <a:gd name="connsiteY17" fmla="*/ 917638 h 2923604"/>
                <a:gd name="connsiteX18" fmla="*/ 1411224 w 1713050"/>
                <a:gd name="connsiteY18" fmla="*/ 1130332 h 2923604"/>
                <a:gd name="connsiteX19" fmla="*/ 1696307 w 1713050"/>
                <a:gd name="connsiteY19" fmla="*/ 1682306 h 2923604"/>
                <a:gd name="connsiteX20" fmla="*/ 1429322 w 1713050"/>
                <a:gd name="connsiteY20" fmla="*/ 2588800 h 2923604"/>
                <a:gd name="connsiteX21" fmla="*/ 866204 w 1713050"/>
                <a:gd name="connsiteY21" fmla="*/ 2903887 h 2923604"/>
                <a:gd name="connsiteX22" fmla="*/ 670465 w 1713050"/>
                <a:gd name="connsiteY22" fmla="*/ 2923604 h 2923604"/>
                <a:gd name="connsiteX23" fmla="*/ 291751 w 1713050"/>
                <a:gd name="connsiteY23" fmla="*/ 2923604 h 2923604"/>
                <a:gd name="connsiteX24" fmla="*/ 276416 w 1713050"/>
                <a:gd name="connsiteY24" fmla="*/ 2923604 h 2923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13050" h="2923604">
                  <a:moveTo>
                    <a:pt x="276320" y="2923413"/>
                  </a:moveTo>
                  <a:lnTo>
                    <a:pt x="276320" y="2371439"/>
                  </a:lnTo>
                  <a:lnTo>
                    <a:pt x="291179" y="2371439"/>
                  </a:lnTo>
                  <a:cubicBezTo>
                    <a:pt x="413195" y="2371439"/>
                    <a:pt x="535305" y="2371439"/>
                    <a:pt x="657320" y="2371439"/>
                  </a:cubicBezTo>
                  <a:cubicBezTo>
                    <a:pt x="897065" y="2371439"/>
                    <a:pt x="1104233" y="2201704"/>
                    <a:pt x="1151192" y="1966817"/>
                  </a:cubicBezTo>
                  <a:cubicBezTo>
                    <a:pt x="1205770" y="1693736"/>
                    <a:pt x="1023557" y="1425607"/>
                    <a:pt x="749237" y="1376458"/>
                  </a:cubicBezTo>
                  <a:cubicBezTo>
                    <a:pt x="717995" y="1370838"/>
                    <a:pt x="685895" y="1367885"/>
                    <a:pt x="654177" y="1367790"/>
                  </a:cubicBezTo>
                  <a:cubicBezTo>
                    <a:pt x="441293" y="1367028"/>
                    <a:pt x="228314" y="1367409"/>
                    <a:pt x="15431" y="1367409"/>
                  </a:cubicBezTo>
                  <a:lnTo>
                    <a:pt x="0" y="1367409"/>
                  </a:lnTo>
                  <a:lnTo>
                    <a:pt x="0" y="0"/>
                  </a:lnTo>
                  <a:lnTo>
                    <a:pt x="551021" y="0"/>
                  </a:lnTo>
                  <a:cubicBezTo>
                    <a:pt x="551212" y="5144"/>
                    <a:pt x="551688" y="10287"/>
                    <a:pt x="551688" y="15431"/>
                  </a:cubicBezTo>
                  <a:cubicBezTo>
                    <a:pt x="551688" y="275082"/>
                    <a:pt x="551688" y="534734"/>
                    <a:pt x="551688" y="794290"/>
                  </a:cubicBezTo>
                  <a:cubicBezTo>
                    <a:pt x="551688" y="798100"/>
                    <a:pt x="551974" y="801910"/>
                    <a:pt x="551688" y="805720"/>
                  </a:cubicBezTo>
                  <a:cubicBezTo>
                    <a:pt x="551212" y="812102"/>
                    <a:pt x="553974" y="814483"/>
                    <a:pt x="560356" y="814388"/>
                  </a:cubicBezTo>
                  <a:cubicBezTo>
                    <a:pt x="575596" y="814102"/>
                    <a:pt x="590741" y="814388"/>
                    <a:pt x="605981" y="814388"/>
                  </a:cubicBezTo>
                  <a:cubicBezTo>
                    <a:pt x="672084" y="814388"/>
                    <a:pt x="738092" y="815626"/>
                    <a:pt x="803815" y="824675"/>
                  </a:cubicBezTo>
                  <a:cubicBezTo>
                    <a:pt x="912209" y="839629"/>
                    <a:pt x="1015746" y="870395"/>
                    <a:pt x="1114425" y="917638"/>
                  </a:cubicBezTo>
                  <a:cubicBezTo>
                    <a:pt x="1225868" y="970979"/>
                    <a:pt x="1325023" y="1041940"/>
                    <a:pt x="1411224" y="1130332"/>
                  </a:cubicBezTo>
                  <a:cubicBezTo>
                    <a:pt x="1562291" y="1285208"/>
                    <a:pt x="1660970" y="1468469"/>
                    <a:pt x="1696307" y="1682306"/>
                  </a:cubicBezTo>
                  <a:cubicBezTo>
                    <a:pt x="1753076" y="2026539"/>
                    <a:pt x="1665827" y="2330863"/>
                    <a:pt x="1429322" y="2588800"/>
                  </a:cubicBezTo>
                  <a:cubicBezTo>
                    <a:pt x="1276826" y="2755106"/>
                    <a:pt x="1087279" y="2858738"/>
                    <a:pt x="866204" y="2903887"/>
                  </a:cubicBezTo>
                  <a:cubicBezTo>
                    <a:pt x="801719" y="2917031"/>
                    <a:pt x="736378" y="2923699"/>
                    <a:pt x="670465" y="2923604"/>
                  </a:cubicBezTo>
                  <a:cubicBezTo>
                    <a:pt x="544259" y="2923413"/>
                    <a:pt x="418052" y="2923604"/>
                    <a:pt x="291751" y="2923604"/>
                  </a:cubicBezTo>
                  <a:lnTo>
                    <a:pt x="276416" y="2923604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>
                <a:latin typeface="Work Sans" pitchFamily="2" charset="0"/>
              </a:endParaRPr>
            </a:p>
          </p:txBody>
        </p:sp>
        <p:sp>
          <p:nvSpPr>
            <p:cNvPr id="12" name="Freeform: Shape 24">
              <a:extLst>
                <a:ext uri="{FF2B5EF4-FFF2-40B4-BE49-F238E27FC236}">
                  <a16:creationId xmlns:a16="http://schemas.microsoft.com/office/drawing/2014/main" id="{BFD60533-10EA-D812-908E-431C781370AF}"/>
                </a:ext>
              </a:extLst>
            </p:cNvPr>
            <p:cNvSpPr/>
            <p:nvPr/>
          </p:nvSpPr>
          <p:spPr>
            <a:xfrm>
              <a:off x="5430202" y="2035872"/>
              <a:ext cx="551783" cy="2105310"/>
            </a:xfrm>
            <a:custGeom>
              <a:avLst/>
              <a:gdLst>
                <a:gd name="connsiteX0" fmla="*/ 551783 w 551783"/>
                <a:gd name="connsiteY0" fmla="*/ 0 h 2105310"/>
                <a:gd name="connsiteX1" fmla="*/ 551783 w 551783"/>
                <a:gd name="connsiteY1" fmla="*/ 2105311 h 2105310"/>
                <a:gd name="connsiteX2" fmla="*/ 0 w 551783"/>
                <a:gd name="connsiteY2" fmla="*/ 2105311 h 2105310"/>
                <a:gd name="connsiteX3" fmla="*/ 0 w 551783"/>
                <a:gd name="connsiteY3" fmla="*/ 0 h 2105310"/>
                <a:gd name="connsiteX4" fmla="*/ 551783 w 551783"/>
                <a:gd name="connsiteY4" fmla="*/ 0 h 210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1783" h="2105310">
                  <a:moveTo>
                    <a:pt x="551783" y="0"/>
                  </a:moveTo>
                  <a:lnTo>
                    <a:pt x="551783" y="2105311"/>
                  </a:lnTo>
                  <a:lnTo>
                    <a:pt x="0" y="2105311"/>
                  </a:lnTo>
                  <a:lnTo>
                    <a:pt x="0" y="0"/>
                  </a:lnTo>
                  <a:lnTo>
                    <a:pt x="551783" y="0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>
                <a:latin typeface="Work Sans" pitchFamily="2" charset="0"/>
              </a:endParaRPr>
            </a:p>
          </p:txBody>
        </p:sp>
        <p:sp>
          <p:nvSpPr>
            <p:cNvPr id="13" name="Freeform: Shape 25">
              <a:extLst>
                <a:ext uri="{FF2B5EF4-FFF2-40B4-BE49-F238E27FC236}">
                  <a16:creationId xmlns:a16="http://schemas.microsoft.com/office/drawing/2014/main" id="{9DD05948-35C7-1628-AC4A-43D9FDCBBB98}"/>
                </a:ext>
              </a:extLst>
            </p:cNvPr>
            <p:cNvSpPr/>
            <p:nvPr/>
          </p:nvSpPr>
          <p:spPr>
            <a:xfrm>
              <a:off x="8225979" y="3593115"/>
              <a:ext cx="550735" cy="548068"/>
            </a:xfrm>
            <a:custGeom>
              <a:avLst/>
              <a:gdLst>
                <a:gd name="connsiteX0" fmla="*/ 0 w 550735"/>
                <a:gd name="connsiteY0" fmla="*/ 0 h 548068"/>
                <a:gd name="connsiteX1" fmla="*/ 550736 w 550735"/>
                <a:gd name="connsiteY1" fmla="*/ 0 h 548068"/>
                <a:gd name="connsiteX2" fmla="*/ 550736 w 550735"/>
                <a:gd name="connsiteY2" fmla="*/ 548068 h 548068"/>
                <a:gd name="connsiteX3" fmla="*/ 0 w 550735"/>
                <a:gd name="connsiteY3" fmla="*/ 548068 h 548068"/>
                <a:gd name="connsiteX4" fmla="*/ 0 w 550735"/>
                <a:gd name="connsiteY4" fmla="*/ 0 h 548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0735" h="548068">
                  <a:moveTo>
                    <a:pt x="0" y="0"/>
                  </a:moveTo>
                  <a:lnTo>
                    <a:pt x="550736" y="0"/>
                  </a:lnTo>
                  <a:lnTo>
                    <a:pt x="550736" y="548068"/>
                  </a:lnTo>
                  <a:lnTo>
                    <a:pt x="0" y="5480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>
                <a:latin typeface="Work San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491731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ubtitle-Date-BG Image"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FE0AB7-5FA1-45A9-393E-3566C605A2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463"/>
                    </a14:imgEffect>
                    <a14:imgEffect>
                      <a14:saturation sat="30000"/>
                    </a14:imgEffect>
                    <a14:imgEffect>
                      <a14:brightnessContrast bright="-4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icture Placeholder 20">
            <a:extLst>
              <a:ext uri="{FF2B5EF4-FFF2-40B4-BE49-F238E27FC236}">
                <a16:creationId xmlns:a16="http://schemas.microsoft.com/office/drawing/2014/main" id="{13C6D243-F3BA-C134-B8E7-D96C1C6154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pt-BR" err="1"/>
              <a:t>Placeholder</a:t>
            </a:r>
            <a:r>
              <a:rPr lang="pt-BR"/>
              <a:t> Picture</a:t>
            </a:r>
            <a:endParaRPr lang="en-GB"/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35BECDA2-A294-9F51-81F9-5ECFA0D85F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411" y="2134140"/>
            <a:ext cx="7053063" cy="19785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kumimoji="0" lang="en-GB" sz="8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ork Sans Light" pitchFamily="2" charset="0"/>
              </a:defRPr>
            </a:lvl1pPr>
          </a:lstStyle>
          <a:p>
            <a:pPr marL="0" marR="0" lvl="0" indent="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/>
              <a:t>Title of the Presentation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DA8C40B5-B2FD-54A6-9035-5DBC5DFA8BF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2411" y="4214061"/>
            <a:ext cx="4981070" cy="221599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>
            <a:lvl1pPr marL="0" indent="0" algn="l">
              <a:buNone/>
              <a:defRPr lang="en-GB" sz="1600" i="0" u="none" strike="noStrike" baseline="0" dirty="0">
                <a:solidFill>
                  <a:srgbClr val="FFFFFF"/>
                </a:solidFill>
                <a:latin typeface="Work Sans SemiBold" pitchFamily="2" charset="0"/>
              </a:defRPr>
            </a:lvl1pPr>
          </a:lstStyle>
          <a:p>
            <a:pPr marL="0" lvl="0"/>
            <a:r>
              <a:rPr lang="en-GB"/>
              <a:t>Subtitle of the presentation</a:t>
            </a:r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C69A43B5-6605-7BD1-0990-CA00DA3AFB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15897" y="6410627"/>
            <a:ext cx="1712578" cy="221599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>
            <a:lvl1pPr marL="0" indent="0" algn="r">
              <a:buNone/>
              <a:defRPr lang="en-GB" sz="1600" i="0" u="none" strike="noStrike" baseline="0" dirty="0">
                <a:solidFill>
                  <a:srgbClr val="FFFFFF"/>
                </a:solidFill>
                <a:latin typeface="+mn-lt"/>
              </a:defRPr>
            </a:lvl1pPr>
          </a:lstStyle>
          <a:p>
            <a:pPr marL="0" lvl="0"/>
            <a:r>
              <a:rPr lang="en-GB" dirty="0"/>
              <a:t>Month/Year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D3CC52AA-F3AE-BD2E-DD97-B49F0CEF4BE8}"/>
              </a:ext>
            </a:extLst>
          </p:cNvPr>
          <p:cNvSpPr txBox="1"/>
          <p:nvPr userDrawn="1"/>
        </p:nvSpPr>
        <p:spPr>
          <a:xfrm>
            <a:off x="267656" y="6414218"/>
            <a:ext cx="4458755" cy="218008"/>
          </a:xfrm>
          <a:prstGeom prst="rect">
            <a:avLst/>
          </a:prstGeom>
        </p:spPr>
        <p:txBody>
          <a:bodyPr lIns="0" tIns="0" rIns="0" bIns="0" rtlCol="0" anchor="b">
            <a:spAutoFit/>
          </a:bodyPr>
          <a:lstStyle/>
          <a:p>
            <a:pPr>
              <a:lnSpc>
                <a:spcPts val="1688"/>
              </a:lnSpc>
            </a:pPr>
            <a:r>
              <a:rPr lang="en-US" sz="1600" dirty="0">
                <a:solidFill>
                  <a:schemeClr val="bg1"/>
                </a:solidFill>
                <a:latin typeface="Work Sans SemiBold" pitchFamily="2" charset="0"/>
              </a:rPr>
              <a:t>Here to Dare.</a:t>
            </a:r>
          </a:p>
        </p:txBody>
      </p:sp>
      <p:grpSp>
        <p:nvGrpSpPr>
          <p:cNvPr id="10" name="Graphic 6">
            <a:extLst>
              <a:ext uri="{FF2B5EF4-FFF2-40B4-BE49-F238E27FC236}">
                <a16:creationId xmlns:a16="http://schemas.microsoft.com/office/drawing/2014/main" id="{255906CD-394A-BDE2-C8CF-C66798CF9AFE}"/>
              </a:ext>
            </a:extLst>
          </p:cNvPr>
          <p:cNvGrpSpPr/>
          <p:nvPr userDrawn="1"/>
        </p:nvGrpSpPr>
        <p:grpSpPr>
          <a:xfrm>
            <a:off x="267657" y="333623"/>
            <a:ext cx="630106" cy="439331"/>
            <a:chOff x="3414712" y="1223962"/>
            <a:chExt cx="5362003" cy="3738562"/>
          </a:xfrm>
          <a:solidFill>
            <a:srgbClr val="DA291C"/>
          </a:solidFill>
        </p:grpSpPr>
        <p:sp>
          <p:nvSpPr>
            <p:cNvPr id="12" name="Freeform: Shape 22">
              <a:extLst>
                <a:ext uri="{FF2B5EF4-FFF2-40B4-BE49-F238E27FC236}">
                  <a16:creationId xmlns:a16="http://schemas.microsoft.com/office/drawing/2014/main" id="{E4E0B9AA-F186-DAB6-E6E4-5F9127D31E56}"/>
                </a:ext>
              </a:extLst>
            </p:cNvPr>
            <p:cNvSpPr/>
            <p:nvPr/>
          </p:nvSpPr>
          <p:spPr>
            <a:xfrm>
              <a:off x="6326790" y="2037882"/>
              <a:ext cx="1714200" cy="2924642"/>
            </a:xfrm>
            <a:custGeom>
              <a:avLst/>
              <a:gdLst>
                <a:gd name="connsiteX0" fmla="*/ 0 w 1714200"/>
                <a:gd name="connsiteY0" fmla="*/ 1557424 h 2924642"/>
                <a:gd name="connsiteX1" fmla="*/ 16288 w 1714200"/>
                <a:gd name="connsiteY1" fmla="*/ 1557424 h 2924642"/>
                <a:gd name="connsiteX2" fmla="*/ 658463 w 1714200"/>
                <a:gd name="connsiteY2" fmla="*/ 1557424 h 2924642"/>
                <a:gd name="connsiteX3" fmla="*/ 1153477 w 1714200"/>
                <a:gd name="connsiteY3" fmla="*/ 1142229 h 2924642"/>
                <a:gd name="connsiteX4" fmla="*/ 750475 w 1714200"/>
                <a:gd name="connsiteY4" fmla="*/ 562538 h 2924642"/>
                <a:gd name="connsiteX5" fmla="*/ 653129 w 1714200"/>
                <a:gd name="connsiteY5" fmla="*/ 553775 h 2924642"/>
                <a:gd name="connsiteX6" fmla="*/ 292703 w 1714200"/>
                <a:gd name="connsiteY6" fmla="*/ 553394 h 2924642"/>
                <a:gd name="connsiteX7" fmla="*/ 277273 w 1714200"/>
                <a:gd name="connsiteY7" fmla="*/ 553394 h 2924642"/>
                <a:gd name="connsiteX8" fmla="*/ 277273 w 1714200"/>
                <a:gd name="connsiteY8" fmla="*/ 944 h 2924642"/>
                <a:gd name="connsiteX9" fmla="*/ 289655 w 1714200"/>
                <a:gd name="connsiteY9" fmla="*/ 372 h 2924642"/>
                <a:gd name="connsiteX10" fmla="*/ 658082 w 1714200"/>
                <a:gd name="connsiteY10" fmla="*/ 563 h 2924642"/>
                <a:gd name="connsiteX11" fmla="*/ 1383221 w 1714200"/>
                <a:gd name="connsiteY11" fmla="*/ 288694 h 2924642"/>
                <a:gd name="connsiteX12" fmla="*/ 1691164 w 1714200"/>
                <a:gd name="connsiteY12" fmla="*/ 835810 h 2924642"/>
                <a:gd name="connsiteX13" fmla="*/ 1712690 w 1714200"/>
                <a:gd name="connsiteY13" fmla="*/ 1107558 h 2924642"/>
                <a:gd name="connsiteX14" fmla="*/ 1424749 w 1714200"/>
                <a:gd name="connsiteY14" fmla="*/ 1780690 h 2924642"/>
                <a:gd name="connsiteX15" fmla="*/ 847915 w 1714200"/>
                <a:gd name="connsiteY15" fmla="*/ 2093205 h 2924642"/>
                <a:gd name="connsiteX16" fmla="*/ 631317 w 1714200"/>
                <a:gd name="connsiteY16" fmla="*/ 2109493 h 2924642"/>
                <a:gd name="connsiteX17" fmla="*/ 562927 w 1714200"/>
                <a:gd name="connsiteY17" fmla="*/ 2109302 h 2924642"/>
                <a:gd name="connsiteX18" fmla="*/ 552545 w 1714200"/>
                <a:gd name="connsiteY18" fmla="*/ 2119780 h 2924642"/>
                <a:gd name="connsiteX19" fmla="*/ 552545 w 1714200"/>
                <a:gd name="connsiteY19" fmla="*/ 2128924 h 2924642"/>
                <a:gd name="connsiteX20" fmla="*/ 552545 w 1714200"/>
                <a:gd name="connsiteY20" fmla="*/ 2907783 h 2924642"/>
                <a:gd name="connsiteX21" fmla="*/ 552545 w 1714200"/>
                <a:gd name="connsiteY21" fmla="*/ 2924642 h 2924642"/>
                <a:gd name="connsiteX22" fmla="*/ 95 w 1714200"/>
                <a:gd name="connsiteY22" fmla="*/ 2924642 h 2924642"/>
                <a:gd name="connsiteX23" fmla="*/ 95 w 1714200"/>
                <a:gd name="connsiteY23" fmla="*/ 1557424 h 292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14200" h="2924642">
                  <a:moveTo>
                    <a:pt x="0" y="1557424"/>
                  </a:moveTo>
                  <a:cubicBezTo>
                    <a:pt x="6477" y="1557424"/>
                    <a:pt x="11335" y="1557424"/>
                    <a:pt x="16288" y="1557424"/>
                  </a:cubicBezTo>
                  <a:cubicBezTo>
                    <a:pt x="230314" y="1557424"/>
                    <a:pt x="444341" y="1557424"/>
                    <a:pt x="658463" y="1557424"/>
                  </a:cubicBezTo>
                  <a:cubicBezTo>
                    <a:pt x="901922" y="1557424"/>
                    <a:pt x="1110901" y="1382069"/>
                    <a:pt x="1153477" y="1142229"/>
                  </a:cubicBezTo>
                  <a:cubicBezTo>
                    <a:pt x="1201388" y="872005"/>
                    <a:pt x="1019461" y="609782"/>
                    <a:pt x="750475" y="562538"/>
                  </a:cubicBezTo>
                  <a:cubicBezTo>
                    <a:pt x="718471" y="556918"/>
                    <a:pt x="685609" y="554060"/>
                    <a:pt x="653129" y="553775"/>
                  </a:cubicBezTo>
                  <a:cubicBezTo>
                    <a:pt x="533019" y="552727"/>
                    <a:pt x="412813" y="553394"/>
                    <a:pt x="292703" y="553394"/>
                  </a:cubicBezTo>
                  <a:lnTo>
                    <a:pt x="277273" y="553394"/>
                  </a:lnTo>
                  <a:lnTo>
                    <a:pt x="277273" y="944"/>
                  </a:lnTo>
                  <a:cubicBezTo>
                    <a:pt x="281559" y="753"/>
                    <a:pt x="285559" y="372"/>
                    <a:pt x="289655" y="372"/>
                  </a:cubicBezTo>
                  <a:cubicBezTo>
                    <a:pt x="412432" y="372"/>
                    <a:pt x="535305" y="-580"/>
                    <a:pt x="658082" y="563"/>
                  </a:cubicBezTo>
                  <a:cubicBezTo>
                    <a:pt x="936784" y="3134"/>
                    <a:pt x="1179862" y="97527"/>
                    <a:pt x="1383221" y="288694"/>
                  </a:cubicBezTo>
                  <a:cubicBezTo>
                    <a:pt x="1542669" y="438522"/>
                    <a:pt x="1645348" y="621402"/>
                    <a:pt x="1691164" y="835810"/>
                  </a:cubicBezTo>
                  <a:cubicBezTo>
                    <a:pt x="1710404" y="925440"/>
                    <a:pt x="1717643" y="1016213"/>
                    <a:pt x="1712690" y="1107558"/>
                  </a:cubicBezTo>
                  <a:cubicBezTo>
                    <a:pt x="1698593" y="1366733"/>
                    <a:pt x="1603248" y="1592095"/>
                    <a:pt x="1424749" y="1780690"/>
                  </a:cubicBezTo>
                  <a:cubicBezTo>
                    <a:pt x="1266920" y="1947473"/>
                    <a:pt x="1074134" y="2051676"/>
                    <a:pt x="847915" y="2093205"/>
                  </a:cubicBezTo>
                  <a:cubicBezTo>
                    <a:pt x="776288" y="2106350"/>
                    <a:pt x="703993" y="2110731"/>
                    <a:pt x="631317" y="2109493"/>
                  </a:cubicBezTo>
                  <a:cubicBezTo>
                    <a:pt x="608552" y="2109112"/>
                    <a:pt x="585692" y="2109683"/>
                    <a:pt x="562927" y="2109302"/>
                  </a:cubicBezTo>
                  <a:cubicBezTo>
                    <a:pt x="555022" y="2109207"/>
                    <a:pt x="551593" y="2111684"/>
                    <a:pt x="552545" y="2119780"/>
                  </a:cubicBezTo>
                  <a:cubicBezTo>
                    <a:pt x="552926" y="2122733"/>
                    <a:pt x="552545" y="2125876"/>
                    <a:pt x="552545" y="2128924"/>
                  </a:cubicBezTo>
                  <a:cubicBezTo>
                    <a:pt x="552545" y="2388575"/>
                    <a:pt x="552545" y="2648132"/>
                    <a:pt x="552545" y="2907783"/>
                  </a:cubicBezTo>
                  <a:cubicBezTo>
                    <a:pt x="552545" y="2913117"/>
                    <a:pt x="552545" y="2918356"/>
                    <a:pt x="552545" y="2924642"/>
                  </a:cubicBezTo>
                  <a:lnTo>
                    <a:pt x="95" y="2924642"/>
                  </a:lnTo>
                  <a:lnTo>
                    <a:pt x="95" y="1557424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>
                <a:latin typeface="Work Sans" pitchFamily="2" charset="0"/>
              </a:endParaRPr>
            </a:p>
          </p:txBody>
        </p:sp>
        <p:sp>
          <p:nvSpPr>
            <p:cNvPr id="13" name="Freeform: Shape 23">
              <a:extLst>
                <a:ext uri="{FF2B5EF4-FFF2-40B4-BE49-F238E27FC236}">
                  <a16:creationId xmlns:a16="http://schemas.microsoft.com/office/drawing/2014/main" id="{D039FB0C-305F-347E-2847-157259C4FED5}"/>
                </a:ext>
              </a:extLst>
            </p:cNvPr>
            <p:cNvSpPr/>
            <p:nvPr/>
          </p:nvSpPr>
          <p:spPr>
            <a:xfrm>
              <a:off x="3414712" y="1223962"/>
              <a:ext cx="1713050" cy="2923604"/>
            </a:xfrm>
            <a:custGeom>
              <a:avLst/>
              <a:gdLst>
                <a:gd name="connsiteX0" fmla="*/ 276320 w 1713050"/>
                <a:gd name="connsiteY0" fmla="*/ 2923413 h 2923604"/>
                <a:gd name="connsiteX1" fmla="*/ 276320 w 1713050"/>
                <a:gd name="connsiteY1" fmla="*/ 2371439 h 2923604"/>
                <a:gd name="connsiteX2" fmla="*/ 291179 w 1713050"/>
                <a:gd name="connsiteY2" fmla="*/ 2371439 h 2923604"/>
                <a:gd name="connsiteX3" fmla="*/ 657320 w 1713050"/>
                <a:gd name="connsiteY3" fmla="*/ 2371439 h 2923604"/>
                <a:gd name="connsiteX4" fmla="*/ 1151192 w 1713050"/>
                <a:gd name="connsiteY4" fmla="*/ 1966817 h 2923604"/>
                <a:gd name="connsiteX5" fmla="*/ 749237 w 1713050"/>
                <a:gd name="connsiteY5" fmla="*/ 1376458 h 2923604"/>
                <a:gd name="connsiteX6" fmla="*/ 654177 w 1713050"/>
                <a:gd name="connsiteY6" fmla="*/ 1367790 h 2923604"/>
                <a:gd name="connsiteX7" fmla="*/ 15431 w 1713050"/>
                <a:gd name="connsiteY7" fmla="*/ 1367409 h 2923604"/>
                <a:gd name="connsiteX8" fmla="*/ 0 w 1713050"/>
                <a:gd name="connsiteY8" fmla="*/ 1367409 h 2923604"/>
                <a:gd name="connsiteX9" fmla="*/ 0 w 1713050"/>
                <a:gd name="connsiteY9" fmla="*/ 0 h 2923604"/>
                <a:gd name="connsiteX10" fmla="*/ 551021 w 1713050"/>
                <a:gd name="connsiteY10" fmla="*/ 0 h 2923604"/>
                <a:gd name="connsiteX11" fmla="*/ 551688 w 1713050"/>
                <a:gd name="connsiteY11" fmla="*/ 15431 h 2923604"/>
                <a:gd name="connsiteX12" fmla="*/ 551688 w 1713050"/>
                <a:gd name="connsiteY12" fmla="*/ 794290 h 2923604"/>
                <a:gd name="connsiteX13" fmla="*/ 551688 w 1713050"/>
                <a:gd name="connsiteY13" fmla="*/ 805720 h 2923604"/>
                <a:gd name="connsiteX14" fmla="*/ 560356 w 1713050"/>
                <a:gd name="connsiteY14" fmla="*/ 814388 h 2923604"/>
                <a:gd name="connsiteX15" fmla="*/ 605981 w 1713050"/>
                <a:gd name="connsiteY15" fmla="*/ 814388 h 2923604"/>
                <a:gd name="connsiteX16" fmla="*/ 803815 w 1713050"/>
                <a:gd name="connsiteY16" fmla="*/ 824675 h 2923604"/>
                <a:gd name="connsiteX17" fmla="*/ 1114425 w 1713050"/>
                <a:gd name="connsiteY17" fmla="*/ 917638 h 2923604"/>
                <a:gd name="connsiteX18" fmla="*/ 1411224 w 1713050"/>
                <a:gd name="connsiteY18" fmla="*/ 1130332 h 2923604"/>
                <a:gd name="connsiteX19" fmla="*/ 1696307 w 1713050"/>
                <a:gd name="connsiteY19" fmla="*/ 1682306 h 2923604"/>
                <a:gd name="connsiteX20" fmla="*/ 1429322 w 1713050"/>
                <a:gd name="connsiteY20" fmla="*/ 2588800 h 2923604"/>
                <a:gd name="connsiteX21" fmla="*/ 866204 w 1713050"/>
                <a:gd name="connsiteY21" fmla="*/ 2903887 h 2923604"/>
                <a:gd name="connsiteX22" fmla="*/ 670465 w 1713050"/>
                <a:gd name="connsiteY22" fmla="*/ 2923604 h 2923604"/>
                <a:gd name="connsiteX23" fmla="*/ 291751 w 1713050"/>
                <a:gd name="connsiteY23" fmla="*/ 2923604 h 2923604"/>
                <a:gd name="connsiteX24" fmla="*/ 276416 w 1713050"/>
                <a:gd name="connsiteY24" fmla="*/ 2923604 h 2923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13050" h="2923604">
                  <a:moveTo>
                    <a:pt x="276320" y="2923413"/>
                  </a:moveTo>
                  <a:lnTo>
                    <a:pt x="276320" y="2371439"/>
                  </a:lnTo>
                  <a:lnTo>
                    <a:pt x="291179" y="2371439"/>
                  </a:lnTo>
                  <a:cubicBezTo>
                    <a:pt x="413195" y="2371439"/>
                    <a:pt x="535305" y="2371439"/>
                    <a:pt x="657320" y="2371439"/>
                  </a:cubicBezTo>
                  <a:cubicBezTo>
                    <a:pt x="897065" y="2371439"/>
                    <a:pt x="1104233" y="2201704"/>
                    <a:pt x="1151192" y="1966817"/>
                  </a:cubicBezTo>
                  <a:cubicBezTo>
                    <a:pt x="1205770" y="1693736"/>
                    <a:pt x="1023557" y="1425607"/>
                    <a:pt x="749237" y="1376458"/>
                  </a:cubicBezTo>
                  <a:cubicBezTo>
                    <a:pt x="717995" y="1370838"/>
                    <a:pt x="685895" y="1367885"/>
                    <a:pt x="654177" y="1367790"/>
                  </a:cubicBezTo>
                  <a:cubicBezTo>
                    <a:pt x="441293" y="1367028"/>
                    <a:pt x="228314" y="1367409"/>
                    <a:pt x="15431" y="1367409"/>
                  </a:cubicBezTo>
                  <a:lnTo>
                    <a:pt x="0" y="1367409"/>
                  </a:lnTo>
                  <a:lnTo>
                    <a:pt x="0" y="0"/>
                  </a:lnTo>
                  <a:lnTo>
                    <a:pt x="551021" y="0"/>
                  </a:lnTo>
                  <a:cubicBezTo>
                    <a:pt x="551212" y="5144"/>
                    <a:pt x="551688" y="10287"/>
                    <a:pt x="551688" y="15431"/>
                  </a:cubicBezTo>
                  <a:cubicBezTo>
                    <a:pt x="551688" y="275082"/>
                    <a:pt x="551688" y="534734"/>
                    <a:pt x="551688" y="794290"/>
                  </a:cubicBezTo>
                  <a:cubicBezTo>
                    <a:pt x="551688" y="798100"/>
                    <a:pt x="551974" y="801910"/>
                    <a:pt x="551688" y="805720"/>
                  </a:cubicBezTo>
                  <a:cubicBezTo>
                    <a:pt x="551212" y="812102"/>
                    <a:pt x="553974" y="814483"/>
                    <a:pt x="560356" y="814388"/>
                  </a:cubicBezTo>
                  <a:cubicBezTo>
                    <a:pt x="575596" y="814102"/>
                    <a:pt x="590741" y="814388"/>
                    <a:pt x="605981" y="814388"/>
                  </a:cubicBezTo>
                  <a:cubicBezTo>
                    <a:pt x="672084" y="814388"/>
                    <a:pt x="738092" y="815626"/>
                    <a:pt x="803815" y="824675"/>
                  </a:cubicBezTo>
                  <a:cubicBezTo>
                    <a:pt x="912209" y="839629"/>
                    <a:pt x="1015746" y="870395"/>
                    <a:pt x="1114425" y="917638"/>
                  </a:cubicBezTo>
                  <a:cubicBezTo>
                    <a:pt x="1225868" y="970979"/>
                    <a:pt x="1325023" y="1041940"/>
                    <a:pt x="1411224" y="1130332"/>
                  </a:cubicBezTo>
                  <a:cubicBezTo>
                    <a:pt x="1562291" y="1285208"/>
                    <a:pt x="1660970" y="1468469"/>
                    <a:pt x="1696307" y="1682306"/>
                  </a:cubicBezTo>
                  <a:cubicBezTo>
                    <a:pt x="1753076" y="2026539"/>
                    <a:pt x="1665827" y="2330863"/>
                    <a:pt x="1429322" y="2588800"/>
                  </a:cubicBezTo>
                  <a:cubicBezTo>
                    <a:pt x="1276826" y="2755106"/>
                    <a:pt x="1087279" y="2858738"/>
                    <a:pt x="866204" y="2903887"/>
                  </a:cubicBezTo>
                  <a:cubicBezTo>
                    <a:pt x="801719" y="2917031"/>
                    <a:pt x="736378" y="2923699"/>
                    <a:pt x="670465" y="2923604"/>
                  </a:cubicBezTo>
                  <a:cubicBezTo>
                    <a:pt x="544259" y="2923413"/>
                    <a:pt x="418052" y="2923604"/>
                    <a:pt x="291751" y="2923604"/>
                  </a:cubicBezTo>
                  <a:lnTo>
                    <a:pt x="276416" y="2923604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>
                <a:latin typeface="Work Sans" pitchFamily="2" charset="0"/>
              </a:endParaRPr>
            </a:p>
          </p:txBody>
        </p:sp>
        <p:sp>
          <p:nvSpPr>
            <p:cNvPr id="14" name="Freeform: Shape 24">
              <a:extLst>
                <a:ext uri="{FF2B5EF4-FFF2-40B4-BE49-F238E27FC236}">
                  <a16:creationId xmlns:a16="http://schemas.microsoft.com/office/drawing/2014/main" id="{65B827C3-3135-B013-69A3-FB7169A65969}"/>
                </a:ext>
              </a:extLst>
            </p:cNvPr>
            <p:cNvSpPr/>
            <p:nvPr/>
          </p:nvSpPr>
          <p:spPr>
            <a:xfrm>
              <a:off x="5430202" y="2035872"/>
              <a:ext cx="551783" cy="2105310"/>
            </a:xfrm>
            <a:custGeom>
              <a:avLst/>
              <a:gdLst>
                <a:gd name="connsiteX0" fmla="*/ 551783 w 551783"/>
                <a:gd name="connsiteY0" fmla="*/ 0 h 2105310"/>
                <a:gd name="connsiteX1" fmla="*/ 551783 w 551783"/>
                <a:gd name="connsiteY1" fmla="*/ 2105311 h 2105310"/>
                <a:gd name="connsiteX2" fmla="*/ 0 w 551783"/>
                <a:gd name="connsiteY2" fmla="*/ 2105311 h 2105310"/>
                <a:gd name="connsiteX3" fmla="*/ 0 w 551783"/>
                <a:gd name="connsiteY3" fmla="*/ 0 h 2105310"/>
                <a:gd name="connsiteX4" fmla="*/ 551783 w 551783"/>
                <a:gd name="connsiteY4" fmla="*/ 0 h 210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1783" h="2105310">
                  <a:moveTo>
                    <a:pt x="551783" y="0"/>
                  </a:moveTo>
                  <a:lnTo>
                    <a:pt x="551783" y="2105311"/>
                  </a:lnTo>
                  <a:lnTo>
                    <a:pt x="0" y="2105311"/>
                  </a:lnTo>
                  <a:lnTo>
                    <a:pt x="0" y="0"/>
                  </a:lnTo>
                  <a:lnTo>
                    <a:pt x="551783" y="0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>
                <a:latin typeface="Work Sans" pitchFamily="2" charset="0"/>
              </a:endParaRPr>
            </a:p>
          </p:txBody>
        </p:sp>
        <p:sp>
          <p:nvSpPr>
            <p:cNvPr id="15" name="Freeform: Shape 25">
              <a:extLst>
                <a:ext uri="{FF2B5EF4-FFF2-40B4-BE49-F238E27FC236}">
                  <a16:creationId xmlns:a16="http://schemas.microsoft.com/office/drawing/2014/main" id="{2BD33B2D-E037-4A32-C29A-88C1F82E81CD}"/>
                </a:ext>
              </a:extLst>
            </p:cNvPr>
            <p:cNvSpPr/>
            <p:nvPr/>
          </p:nvSpPr>
          <p:spPr>
            <a:xfrm>
              <a:off x="8225979" y="3593115"/>
              <a:ext cx="550735" cy="548068"/>
            </a:xfrm>
            <a:custGeom>
              <a:avLst/>
              <a:gdLst>
                <a:gd name="connsiteX0" fmla="*/ 0 w 550735"/>
                <a:gd name="connsiteY0" fmla="*/ 0 h 548068"/>
                <a:gd name="connsiteX1" fmla="*/ 550736 w 550735"/>
                <a:gd name="connsiteY1" fmla="*/ 0 h 548068"/>
                <a:gd name="connsiteX2" fmla="*/ 550736 w 550735"/>
                <a:gd name="connsiteY2" fmla="*/ 548068 h 548068"/>
                <a:gd name="connsiteX3" fmla="*/ 0 w 550735"/>
                <a:gd name="connsiteY3" fmla="*/ 548068 h 548068"/>
                <a:gd name="connsiteX4" fmla="*/ 0 w 550735"/>
                <a:gd name="connsiteY4" fmla="*/ 0 h 548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0735" h="548068">
                  <a:moveTo>
                    <a:pt x="0" y="0"/>
                  </a:moveTo>
                  <a:lnTo>
                    <a:pt x="550736" y="0"/>
                  </a:lnTo>
                  <a:lnTo>
                    <a:pt x="550736" y="548068"/>
                  </a:lnTo>
                  <a:lnTo>
                    <a:pt x="0" y="5480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>
                <a:latin typeface="Work San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568086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1">
    <p:bg>
      <p:bgPr>
        <a:solidFill>
          <a:srgbClr val="DA29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4" descr="01.png">
            <a:extLst>
              <a:ext uri="{FF2B5EF4-FFF2-40B4-BE49-F238E27FC236}">
                <a16:creationId xmlns:a16="http://schemas.microsoft.com/office/drawing/2014/main" id="{BFE6737E-35D3-C2EB-AB15-9934756907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1346075" y="192938"/>
            <a:ext cx="478475" cy="686325"/>
          </a:xfrm>
          <a:prstGeom prst="rect">
            <a:avLst/>
          </a:prstGeom>
          <a:noFill/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DADA172-8FB5-9B25-0442-3B5BBF0930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6" y="694320"/>
            <a:ext cx="4000554" cy="26637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bg1"/>
                </a:solidFill>
                <a:latin typeface="Work Sans SemiBold" pitchFamily="2" charset="0"/>
              </a:defRPr>
            </a:lvl1pPr>
            <a:lvl2pPr marL="952485" indent="-342900" algn="l"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1562070" indent="-342900" algn="l">
              <a:buFont typeface="+mj-lt"/>
              <a:buAutoNum type="alphaUcPeriod"/>
              <a:defRPr>
                <a:solidFill>
                  <a:schemeClr val="bg1"/>
                </a:solidFill>
              </a:defRPr>
            </a:lvl3pPr>
            <a:lvl4pPr marL="2171654" indent="-342900" algn="l">
              <a:buFont typeface="+mj-lt"/>
              <a:buAutoNum type="alphaLcPeriod"/>
              <a:defRPr>
                <a:solidFill>
                  <a:schemeClr val="bg1"/>
                </a:solidFill>
              </a:defRPr>
            </a:lvl4pPr>
            <a:lvl5pPr marL="2838389" indent="-400050" algn="l">
              <a:buFont typeface="+mj-lt"/>
              <a:buAutoNum type="romanU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</a:t>
            </a:r>
            <a:r>
              <a:rPr lang="en-GB"/>
              <a:t>ITLE OF THE PRESENTATION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E3054C73-49E5-DAC3-55FC-EBB7FA7CC6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3525" y="215844"/>
            <a:ext cx="4095306" cy="469068"/>
          </a:xfrm>
          <a:prstGeom prst="rect">
            <a:avLst/>
          </a:prstGeom>
          <a:noFill/>
        </p:spPr>
        <p:txBody>
          <a:bodyPr lIns="0" tIns="0" rIns="0" bIns="0" anchor="b">
            <a:normAutofit/>
          </a:bodyPr>
          <a:lstStyle>
            <a:lvl1pPr marL="0" indent="0">
              <a:buNone/>
              <a:defRPr kumimoji="0" lang="en-GB" sz="2800" b="0" i="0" u="none" strike="noStrike" kern="0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Work Sans Light" pitchFamily="2" charset="0"/>
                <a:ea typeface="+mj-ea"/>
                <a:cs typeface="+mj-cs"/>
              </a:defRPr>
            </a:lvl1pPr>
          </a:lstStyle>
          <a:p>
            <a:pPr marR="0" lvl="0" fontAlgn="auto"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pt-BR"/>
              <a:t>01</a:t>
            </a:r>
            <a:endParaRPr lang="en-GB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E9313ED-0322-A213-3507-6D4E46C18ED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83529" y="2481500"/>
            <a:ext cx="6116842" cy="5465690"/>
          </a:xfrm>
          <a:prstGeom prst="rect">
            <a:avLst/>
          </a:prstGeom>
          <a:noFill/>
        </p:spPr>
        <p:txBody>
          <a:bodyPr lIns="0" tIns="0" rIns="0" bIns="0" anchor="b"/>
          <a:lstStyle>
            <a:lvl1pPr marL="0" indent="0">
              <a:buNone/>
              <a:defRPr kumimoji="0" lang="en-GB" sz="41300" b="0" i="0" u="none" strike="noStrike" kern="0" cap="none" spc="0" normalizeH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ork Sans Thin" pitchFamily="2" charset="0"/>
                <a:ea typeface="+mj-ea"/>
                <a:cs typeface="+mj-cs"/>
              </a:defRPr>
            </a:lvl1pPr>
          </a:lstStyle>
          <a:p>
            <a:pPr marR="0" lvl="0" fontAlgn="auto"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pt-BR" dirty="0"/>
              <a:t>01</a:t>
            </a:r>
            <a:endParaRPr lang="en-GB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0A3C5477-C141-F3A5-A9DF-422D333C07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42927" y="3333297"/>
            <a:ext cx="5585548" cy="355235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r">
              <a:lnSpc>
                <a:spcPct val="80000"/>
              </a:lnSpc>
              <a:buNone/>
              <a:defRPr sz="8000">
                <a:solidFill>
                  <a:schemeClr val="bg1"/>
                </a:solidFill>
                <a:latin typeface="Work Sans Medium" pitchFamily="2" charset="0"/>
              </a:defRPr>
            </a:lvl1pPr>
            <a:lvl2pPr marL="952485" indent="-342900" algn="l"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1562070" indent="-342900" algn="l">
              <a:buFont typeface="+mj-lt"/>
              <a:buAutoNum type="alphaUcPeriod"/>
              <a:defRPr>
                <a:solidFill>
                  <a:schemeClr val="bg1"/>
                </a:solidFill>
              </a:defRPr>
            </a:lvl3pPr>
            <a:lvl4pPr marL="2171654" indent="-342900" algn="l">
              <a:buFont typeface="+mj-lt"/>
              <a:buAutoNum type="alphaLcPeriod"/>
              <a:defRPr>
                <a:solidFill>
                  <a:schemeClr val="bg1"/>
                </a:solidFill>
              </a:defRPr>
            </a:lvl4pPr>
            <a:lvl5pPr marL="2838389" indent="-400050" algn="l">
              <a:buFont typeface="+mj-lt"/>
              <a:buAutoNum type="romanU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 err="1"/>
              <a:t>Title</a:t>
            </a:r>
            <a:r>
              <a:rPr lang="pt-BR"/>
              <a:t> </a:t>
            </a:r>
            <a:br>
              <a:rPr lang="pt-BR"/>
            </a:br>
            <a:r>
              <a:rPr lang="pt-BR" err="1"/>
              <a:t>of</a:t>
            </a:r>
            <a:r>
              <a:rPr lang="pt-BR"/>
              <a:t> </a:t>
            </a:r>
            <a:r>
              <a:rPr lang="pt-BR" err="1"/>
              <a:t>the</a:t>
            </a:r>
            <a:r>
              <a:rPr lang="pt-BR"/>
              <a:t> </a:t>
            </a:r>
            <a:r>
              <a:rPr lang="pt-BR" err="1"/>
              <a:t>Section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38307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7C40A386-E165-224C-5C55-0492F9BA1FD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3525" y="215844"/>
            <a:ext cx="4095306" cy="469068"/>
          </a:xfrm>
          <a:prstGeom prst="rect">
            <a:avLst/>
          </a:prstGeom>
          <a:noFill/>
        </p:spPr>
        <p:txBody>
          <a:bodyPr lIns="0" tIns="0" rIns="0" bIns="0" anchor="b">
            <a:normAutofit/>
          </a:bodyPr>
          <a:lstStyle>
            <a:lvl1pPr marL="0" indent="0">
              <a:buNone/>
              <a:defRPr kumimoji="0" lang="en-GB" sz="2800" b="0" i="0" u="none" strike="noStrike" kern="0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Work Sans Light" pitchFamily="2" charset="0"/>
                <a:ea typeface="+mj-ea"/>
                <a:cs typeface="+mj-cs"/>
              </a:defRPr>
            </a:lvl1pPr>
          </a:lstStyle>
          <a:p>
            <a:pPr marR="0" lvl="0" fontAlgn="auto"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pt-BR"/>
              <a:t>02</a:t>
            </a:r>
            <a:endParaRPr lang="en-GB"/>
          </a:p>
        </p:txBody>
      </p:sp>
      <p:pic>
        <p:nvPicPr>
          <p:cNvPr id="3" name="Immagine 4" descr="01.png">
            <a:extLst>
              <a:ext uri="{FF2B5EF4-FFF2-40B4-BE49-F238E27FC236}">
                <a16:creationId xmlns:a16="http://schemas.microsoft.com/office/drawing/2014/main" id="{BFE6737E-35D3-C2EB-AB15-9934756907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1346075" y="192938"/>
            <a:ext cx="478475" cy="686325"/>
          </a:xfrm>
          <a:prstGeom prst="rect">
            <a:avLst/>
          </a:prstGeom>
          <a:noFill/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DADA172-8FB5-9B25-0442-3B5BBF0930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6" y="694320"/>
            <a:ext cx="4000554" cy="26637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bg1"/>
                </a:solidFill>
                <a:latin typeface="Work Sans SemiBold" pitchFamily="2" charset="0"/>
              </a:defRPr>
            </a:lvl1pPr>
            <a:lvl2pPr marL="952485" indent="-342900" algn="l"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1562070" indent="-342900" algn="l">
              <a:buFont typeface="+mj-lt"/>
              <a:buAutoNum type="alphaUcPeriod"/>
              <a:defRPr>
                <a:solidFill>
                  <a:schemeClr val="bg1"/>
                </a:solidFill>
              </a:defRPr>
            </a:lvl3pPr>
            <a:lvl4pPr marL="2171654" indent="-342900" algn="l">
              <a:buFont typeface="+mj-lt"/>
              <a:buAutoNum type="alphaLcPeriod"/>
              <a:defRPr>
                <a:solidFill>
                  <a:schemeClr val="bg1"/>
                </a:solidFill>
              </a:defRPr>
            </a:lvl4pPr>
            <a:lvl5pPr marL="2838389" indent="-400050" algn="l">
              <a:buFont typeface="+mj-lt"/>
              <a:buAutoNum type="romanU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</a:t>
            </a:r>
            <a:r>
              <a:rPr lang="en-GB"/>
              <a:t>ITLE OF THE PRESENTATION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F36FF3CB-E046-6FEA-449F-ADC1F63836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83529" y="2481500"/>
            <a:ext cx="6116842" cy="5465690"/>
          </a:xfrm>
          <a:prstGeom prst="rect">
            <a:avLst/>
          </a:prstGeom>
          <a:noFill/>
        </p:spPr>
        <p:txBody>
          <a:bodyPr lIns="0" tIns="0" rIns="0" bIns="0" anchor="b"/>
          <a:lstStyle>
            <a:lvl1pPr marL="0" indent="0">
              <a:buNone/>
              <a:defRPr kumimoji="0" lang="en-GB" sz="41300" b="0" i="0" u="none" strike="noStrike" kern="0" cap="none" spc="0" normalizeH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ork Sans Thin" pitchFamily="2" charset="0"/>
                <a:ea typeface="+mj-ea"/>
                <a:cs typeface="+mj-cs"/>
              </a:defRPr>
            </a:lvl1pPr>
          </a:lstStyle>
          <a:p>
            <a:pPr marR="0" lvl="0" fontAlgn="auto"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pt-BR" dirty="0"/>
              <a:t>02</a:t>
            </a:r>
            <a:endParaRPr lang="en-GB" dirty="0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9071A1D0-CC9C-C9C4-DE13-5403EAB7A3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42927" y="3333297"/>
            <a:ext cx="5585548" cy="355235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r">
              <a:lnSpc>
                <a:spcPct val="80000"/>
              </a:lnSpc>
              <a:buNone/>
              <a:defRPr sz="8000">
                <a:solidFill>
                  <a:schemeClr val="bg1"/>
                </a:solidFill>
                <a:latin typeface="Work Sans Medium" pitchFamily="2" charset="0"/>
              </a:defRPr>
            </a:lvl1pPr>
            <a:lvl2pPr marL="952485" indent="-342900" algn="l"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1562070" indent="-342900" algn="l">
              <a:buFont typeface="+mj-lt"/>
              <a:buAutoNum type="alphaUcPeriod"/>
              <a:defRPr>
                <a:solidFill>
                  <a:schemeClr val="bg1"/>
                </a:solidFill>
              </a:defRPr>
            </a:lvl3pPr>
            <a:lvl4pPr marL="2171654" indent="-342900" algn="l">
              <a:buFont typeface="+mj-lt"/>
              <a:buAutoNum type="alphaLcPeriod"/>
              <a:defRPr>
                <a:solidFill>
                  <a:schemeClr val="bg1"/>
                </a:solidFill>
              </a:defRPr>
            </a:lvl4pPr>
            <a:lvl5pPr marL="2838389" indent="-400050" algn="l">
              <a:buFont typeface="+mj-lt"/>
              <a:buAutoNum type="romanU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 err="1"/>
              <a:t>Title</a:t>
            </a:r>
            <a:r>
              <a:rPr lang="pt-BR"/>
              <a:t> </a:t>
            </a:r>
            <a:br>
              <a:rPr lang="pt-BR"/>
            </a:br>
            <a:r>
              <a:rPr lang="pt-BR" err="1"/>
              <a:t>of</a:t>
            </a:r>
            <a:r>
              <a:rPr lang="pt-BR"/>
              <a:t> </a:t>
            </a:r>
            <a:r>
              <a:rPr lang="pt-BR" err="1"/>
              <a:t>the</a:t>
            </a:r>
            <a:r>
              <a:rPr lang="pt-BR"/>
              <a:t> </a:t>
            </a:r>
            <a:r>
              <a:rPr lang="pt-BR" err="1"/>
              <a:t>Section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9113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B705B25E-AB7E-A5A7-592F-A2345686F0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3525" y="215844"/>
            <a:ext cx="4095306" cy="469068"/>
          </a:xfrm>
          <a:prstGeom prst="rect">
            <a:avLst/>
          </a:prstGeom>
          <a:noFill/>
        </p:spPr>
        <p:txBody>
          <a:bodyPr lIns="0" tIns="0" rIns="0" bIns="0" anchor="b">
            <a:normAutofit/>
          </a:bodyPr>
          <a:lstStyle>
            <a:lvl1pPr marL="0" indent="0">
              <a:buNone/>
              <a:defRPr kumimoji="0" lang="en-GB" sz="2800" b="0" i="0" u="none" strike="noStrike" kern="0" cap="none" spc="0" normalizeH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 Light" pitchFamily="2" charset="0"/>
                <a:ea typeface="+mj-ea"/>
                <a:cs typeface="+mj-cs"/>
              </a:defRPr>
            </a:lvl1pPr>
          </a:lstStyle>
          <a:p>
            <a:pPr marR="0" lvl="0" fontAlgn="auto"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pt-BR"/>
              <a:t>03</a:t>
            </a:r>
            <a:endParaRPr lang="en-GB"/>
          </a:p>
        </p:txBody>
      </p:sp>
      <p:pic>
        <p:nvPicPr>
          <p:cNvPr id="3" name="Immagine 4" descr="01.png">
            <a:extLst>
              <a:ext uri="{FF2B5EF4-FFF2-40B4-BE49-F238E27FC236}">
                <a16:creationId xmlns:a16="http://schemas.microsoft.com/office/drawing/2014/main" id="{BFE6737E-35D3-C2EB-AB15-9934756907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1346075" y="192938"/>
            <a:ext cx="478475" cy="686325"/>
          </a:xfrm>
          <a:prstGeom prst="rect">
            <a:avLst/>
          </a:prstGeom>
          <a:noFill/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DADA172-8FB5-9B25-0442-3B5BBF0930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6" y="694320"/>
            <a:ext cx="4000554" cy="26637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rgbClr val="0C2340"/>
                </a:solidFill>
                <a:latin typeface="Work Sans SemiBold" pitchFamily="2" charset="0"/>
              </a:defRPr>
            </a:lvl1pPr>
            <a:lvl2pPr marL="952485" indent="-342900" algn="l"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1562070" indent="-342900" algn="l">
              <a:buFont typeface="+mj-lt"/>
              <a:buAutoNum type="alphaUcPeriod"/>
              <a:defRPr>
                <a:solidFill>
                  <a:schemeClr val="bg1"/>
                </a:solidFill>
              </a:defRPr>
            </a:lvl3pPr>
            <a:lvl4pPr marL="2171654" indent="-342900" algn="l">
              <a:buFont typeface="+mj-lt"/>
              <a:buAutoNum type="alphaLcPeriod"/>
              <a:defRPr>
                <a:solidFill>
                  <a:schemeClr val="bg1"/>
                </a:solidFill>
              </a:defRPr>
            </a:lvl4pPr>
            <a:lvl5pPr marL="2838389" indent="-400050" algn="l">
              <a:buFont typeface="+mj-lt"/>
              <a:buAutoNum type="romanU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</a:t>
            </a:r>
            <a:r>
              <a:rPr lang="en-GB"/>
              <a:t>ITLE OF THE PRESENTATION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C3BCB6D1-1C65-A77F-A92D-D66595A5621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83529" y="2481500"/>
            <a:ext cx="6116842" cy="5465690"/>
          </a:xfrm>
          <a:prstGeom prst="rect">
            <a:avLst/>
          </a:prstGeom>
          <a:noFill/>
        </p:spPr>
        <p:txBody>
          <a:bodyPr lIns="0" tIns="0" rIns="0" bIns="0" anchor="b"/>
          <a:lstStyle>
            <a:lvl1pPr marL="0" indent="0">
              <a:buNone/>
              <a:defRPr kumimoji="0" lang="en-GB" sz="41300" b="0" i="0" u="none" strike="noStrike" kern="0" cap="none" spc="0" normalizeH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 Thin" pitchFamily="2" charset="0"/>
                <a:ea typeface="+mj-ea"/>
                <a:cs typeface="+mj-cs"/>
              </a:defRPr>
            </a:lvl1pPr>
          </a:lstStyle>
          <a:p>
            <a:pPr marR="0" lvl="0" fontAlgn="auto"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pt-BR" dirty="0"/>
              <a:t>03</a:t>
            </a:r>
            <a:endParaRPr lang="en-GB" dirty="0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3C201248-BFDD-8F56-B768-5563AE4CE8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42927" y="3333297"/>
            <a:ext cx="5585548" cy="355235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r">
              <a:lnSpc>
                <a:spcPct val="80000"/>
              </a:lnSpc>
              <a:buNone/>
              <a:defRPr sz="8000">
                <a:solidFill>
                  <a:srgbClr val="0C2340"/>
                </a:solidFill>
                <a:latin typeface="Work Sans Medium" pitchFamily="2" charset="0"/>
              </a:defRPr>
            </a:lvl1pPr>
            <a:lvl2pPr marL="952485" indent="-342900" algn="l"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1562070" indent="-342900" algn="l">
              <a:buFont typeface="+mj-lt"/>
              <a:buAutoNum type="alphaUcPeriod"/>
              <a:defRPr>
                <a:solidFill>
                  <a:schemeClr val="bg1"/>
                </a:solidFill>
              </a:defRPr>
            </a:lvl3pPr>
            <a:lvl4pPr marL="2171654" indent="-342900" algn="l">
              <a:buFont typeface="+mj-lt"/>
              <a:buAutoNum type="alphaLcPeriod"/>
              <a:defRPr>
                <a:solidFill>
                  <a:schemeClr val="bg1"/>
                </a:solidFill>
              </a:defRPr>
            </a:lvl4pPr>
            <a:lvl5pPr marL="2838389" indent="-400050" algn="l">
              <a:buFont typeface="+mj-lt"/>
              <a:buAutoNum type="romanU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 err="1"/>
              <a:t>Title</a:t>
            </a:r>
            <a:r>
              <a:rPr lang="pt-BR"/>
              <a:t> </a:t>
            </a:r>
            <a:br>
              <a:rPr lang="pt-BR"/>
            </a:br>
            <a:r>
              <a:rPr lang="pt-BR" err="1"/>
              <a:t>of</a:t>
            </a:r>
            <a:r>
              <a:rPr lang="pt-BR"/>
              <a:t> </a:t>
            </a:r>
            <a:r>
              <a:rPr lang="pt-BR" err="1"/>
              <a:t>the</a:t>
            </a:r>
            <a:r>
              <a:rPr lang="pt-BR"/>
              <a:t> </a:t>
            </a:r>
            <a:r>
              <a:rPr lang="pt-BR" err="1"/>
              <a:t>Section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6522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4">
    <p:bg>
      <p:bgPr>
        <a:solidFill>
          <a:srgbClr val="5465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B705B25E-AB7E-A5A7-592F-A2345686F0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3525" y="215844"/>
            <a:ext cx="4095306" cy="469068"/>
          </a:xfrm>
          <a:prstGeom prst="rect">
            <a:avLst/>
          </a:prstGeom>
          <a:noFill/>
        </p:spPr>
        <p:txBody>
          <a:bodyPr lIns="0" tIns="0" rIns="0" bIns="0" anchor="b">
            <a:normAutofit/>
          </a:bodyPr>
          <a:lstStyle>
            <a:lvl1pPr marL="0" indent="0">
              <a:buNone/>
              <a:defRPr kumimoji="0" lang="en-GB" sz="2800" b="0" i="0" u="none" strike="noStrike" kern="0" cap="none" spc="0" normalizeH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ork Sans Light" pitchFamily="2" charset="0"/>
                <a:ea typeface="+mj-ea"/>
                <a:cs typeface="+mj-cs"/>
              </a:defRPr>
            </a:lvl1pPr>
          </a:lstStyle>
          <a:p>
            <a:pPr marR="0" lvl="0" fontAlgn="auto"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pt-BR" dirty="0"/>
              <a:t>04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DADA172-8FB5-9B25-0442-3B5BBF0930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6" y="694320"/>
            <a:ext cx="4000554" cy="26637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bg1"/>
                </a:solidFill>
                <a:latin typeface="Work Sans SemiBold" pitchFamily="2" charset="0"/>
              </a:defRPr>
            </a:lvl1pPr>
            <a:lvl2pPr marL="952485" indent="-342900" algn="l"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1562070" indent="-342900" algn="l">
              <a:buFont typeface="+mj-lt"/>
              <a:buAutoNum type="alphaUcPeriod"/>
              <a:defRPr>
                <a:solidFill>
                  <a:schemeClr val="bg1"/>
                </a:solidFill>
              </a:defRPr>
            </a:lvl3pPr>
            <a:lvl4pPr marL="2171654" indent="-342900" algn="l">
              <a:buFont typeface="+mj-lt"/>
              <a:buAutoNum type="alphaLcPeriod"/>
              <a:defRPr>
                <a:solidFill>
                  <a:schemeClr val="bg1"/>
                </a:solidFill>
              </a:defRPr>
            </a:lvl4pPr>
            <a:lvl5pPr marL="2838389" indent="-400050" algn="l">
              <a:buFont typeface="+mj-lt"/>
              <a:buAutoNum type="romanU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</a:t>
            </a:r>
            <a:r>
              <a:rPr lang="en-GB"/>
              <a:t>ITLE OF THE PRESENTATION</a:t>
            </a:r>
          </a:p>
        </p:txBody>
      </p:sp>
      <p:pic>
        <p:nvPicPr>
          <p:cNvPr id="4" name="Immagine 4" descr="01.png">
            <a:extLst>
              <a:ext uri="{FF2B5EF4-FFF2-40B4-BE49-F238E27FC236}">
                <a16:creationId xmlns:a16="http://schemas.microsoft.com/office/drawing/2014/main" id="{CC03C5EF-AF8A-1427-B185-CF6609B967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1346075" y="192938"/>
            <a:ext cx="478475" cy="686325"/>
          </a:xfrm>
          <a:prstGeom prst="rect">
            <a:avLst/>
          </a:prstGeom>
          <a:noFill/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7323912A-90D2-EC61-D595-E783990F07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83529" y="2481500"/>
            <a:ext cx="6116842" cy="5465690"/>
          </a:xfrm>
          <a:prstGeom prst="rect">
            <a:avLst/>
          </a:prstGeom>
          <a:noFill/>
        </p:spPr>
        <p:txBody>
          <a:bodyPr lIns="0" tIns="0" rIns="0" bIns="0" anchor="b"/>
          <a:lstStyle>
            <a:lvl1pPr marL="0" indent="0">
              <a:buNone/>
              <a:defRPr kumimoji="0" lang="en-GB" sz="41300" b="0" i="0" u="none" strike="noStrike" kern="0" cap="none" spc="0" normalizeH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ork Sans Thin" pitchFamily="2" charset="0"/>
                <a:ea typeface="+mj-ea"/>
                <a:cs typeface="+mj-cs"/>
              </a:defRPr>
            </a:lvl1pPr>
          </a:lstStyle>
          <a:p>
            <a:pPr marR="0" lvl="0" fontAlgn="auto"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pt-BR" dirty="0"/>
              <a:t>04</a:t>
            </a:r>
            <a:endParaRPr lang="en-GB" dirty="0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DDE77567-50BB-C1E1-A73F-EFA0A9838B9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42927" y="3333297"/>
            <a:ext cx="5585548" cy="355235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r">
              <a:lnSpc>
                <a:spcPct val="80000"/>
              </a:lnSpc>
              <a:buNone/>
              <a:defRPr sz="8000">
                <a:solidFill>
                  <a:schemeClr val="bg1"/>
                </a:solidFill>
                <a:latin typeface="Work Sans Medium" pitchFamily="2" charset="0"/>
              </a:defRPr>
            </a:lvl1pPr>
            <a:lvl2pPr marL="952485" indent="-342900" algn="l"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1562070" indent="-342900" algn="l">
              <a:buFont typeface="+mj-lt"/>
              <a:buAutoNum type="alphaUcPeriod"/>
              <a:defRPr>
                <a:solidFill>
                  <a:schemeClr val="bg1"/>
                </a:solidFill>
              </a:defRPr>
            </a:lvl3pPr>
            <a:lvl4pPr marL="2171654" indent="-342900" algn="l">
              <a:buFont typeface="+mj-lt"/>
              <a:buAutoNum type="alphaLcPeriod"/>
              <a:defRPr>
                <a:solidFill>
                  <a:schemeClr val="bg1"/>
                </a:solidFill>
              </a:defRPr>
            </a:lvl4pPr>
            <a:lvl5pPr marL="2838389" indent="-400050" algn="l">
              <a:buFont typeface="+mj-lt"/>
              <a:buAutoNum type="romanU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 err="1"/>
              <a:t>Title</a:t>
            </a:r>
            <a:r>
              <a:rPr lang="pt-BR"/>
              <a:t> </a:t>
            </a:r>
            <a:br>
              <a:rPr lang="pt-BR"/>
            </a:br>
            <a:r>
              <a:rPr lang="pt-BR" err="1"/>
              <a:t>of</a:t>
            </a:r>
            <a:r>
              <a:rPr lang="pt-BR"/>
              <a:t> </a:t>
            </a:r>
            <a:r>
              <a:rPr lang="pt-BR" err="1"/>
              <a:t>the</a:t>
            </a:r>
            <a:r>
              <a:rPr lang="pt-BR"/>
              <a:t> </a:t>
            </a:r>
            <a:r>
              <a:rPr lang="pt-BR" err="1"/>
              <a:t>Section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76949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5">
    <p:bg>
      <p:bgPr>
        <a:solidFill>
          <a:srgbClr val="9DA7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B705B25E-AB7E-A5A7-592F-A2345686F0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3525" y="215844"/>
            <a:ext cx="4095306" cy="469068"/>
          </a:xfrm>
          <a:prstGeom prst="rect">
            <a:avLst/>
          </a:prstGeom>
          <a:noFill/>
        </p:spPr>
        <p:txBody>
          <a:bodyPr lIns="0" tIns="0" rIns="0" bIns="0" anchor="b">
            <a:normAutofit/>
          </a:bodyPr>
          <a:lstStyle>
            <a:lvl1pPr marL="0" indent="0">
              <a:buNone/>
              <a:defRPr kumimoji="0" lang="en-GB" sz="2800" b="0" i="0" u="none" strike="noStrike" kern="0" cap="none" spc="0" normalizeH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 Light" pitchFamily="2" charset="0"/>
                <a:ea typeface="+mj-ea"/>
                <a:cs typeface="+mj-cs"/>
              </a:defRPr>
            </a:lvl1pPr>
          </a:lstStyle>
          <a:p>
            <a:pPr marR="0" lvl="0" fontAlgn="auto"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pt-BR" dirty="0"/>
              <a:t>05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DADA172-8FB5-9B25-0442-3B5BBF0930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6" y="694320"/>
            <a:ext cx="4000554" cy="26637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rgbClr val="0C2340"/>
                </a:solidFill>
                <a:latin typeface="Work Sans SemiBold" pitchFamily="2" charset="0"/>
              </a:defRPr>
            </a:lvl1pPr>
            <a:lvl2pPr marL="952485" indent="-342900" algn="l"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1562070" indent="-342900" algn="l">
              <a:buFont typeface="+mj-lt"/>
              <a:buAutoNum type="alphaUcPeriod"/>
              <a:defRPr>
                <a:solidFill>
                  <a:schemeClr val="bg1"/>
                </a:solidFill>
              </a:defRPr>
            </a:lvl3pPr>
            <a:lvl4pPr marL="2171654" indent="-342900" algn="l">
              <a:buFont typeface="+mj-lt"/>
              <a:buAutoNum type="alphaLcPeriod"/>
              <a:defRPr>
                <a:solidFill>
                  <a:schemeClr val="bg1"/>
                </a:solidFill>
              </a:defRPr>
            </a:lvl4pPr>
            <a:lvl5pPr marL="2838389" indent="-400050" algn="l">
              <a:buFont typeface="+mj-lt"/>
              <a:buAutoNum type="romanU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</a:t>
            </a:r>
            <a:r>
              <a:rPr lang="en-GB"/>
              <a:t>ITLE OF THE PRESENTATION</a:t>
            </a:r>
          </a:p>
        </p:txBody>
      </p:sp>
      <p:pic>
        <p:nvPicPr>
          <p:cNvPr id="4" name="Immagine 4" descr="01.png">
            <a:extLst>
              <a:ext uri="{FF2B5EF4-FFF2-40B4-BE49-F238E27FC236}">
                <a16:creationId xmlns:a16="http://schemas.microsoft.com/office/drawing/2014/main" id="{E7133131-2D92-D5AF-85B2-B149AFEC85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1346075" y="192938"/>
            <a:ext cx="478475" cy="686325"/>
          </a:xfrm>
          <a:prstGeom prst="rect">
            <a:avLst/>
          </a:prstGeom>
          <a:noFill/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199615B7-C3CC-F63F-D258-C6A29F79DA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83529" y="2481500"/>
            <a:ext cx="6116842" cy="5465690"/>
          </a:xfrm>
          <a:prstGeom prst="rect">
            <a:avLst/>
          </a:prstGeom>
          <a:noFill/>
        </p:spPr>
        <p:txBody>
          <a:bodyPr lIns="0" tIns="0" rIns="0" bIns="0" anchor="b"/>
          <a:lstStyle>
            <a:lvl1pPr marL="0" indent="0">
              <a:buNone/>
              <a:defRPr kumimoji="0" lang="en-GB" sz="41300" b="0" i="0" u="none" strike="noStrike" kern="0" cap="none" spc="0" normalizeH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ork Sans Thin" pitchFamily="2" charset="0"/>
                <a:ea typeface="+mj-ea"/>
                <a:cs typeface="+mj-cs"/>
              </a:defRPr>
            </a:lvl1pPr>
          </a:lstStyle>
          <a:p>
            <a:pPr marR="0" lvl="0" fontAlgn="auto"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pt-BR" dirty="0"/>
              <a:t>05</a:t>
            </a:r>
            <a:endParaRPr lang="en-GB" dirty="0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E1C53F51-BFBF-B11B-9377-74FE4178FA3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42927" y="3333297"/>
            <a:ext cx="5585548" cy="355235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r">
              <a:lnSpc>
                <a:spcPct val="80000"/>
              </a:lnSpc>
              <a:buNone/>
              <a:defRPr sz="8000">
                <a:solidFill>
                  <a:schemeClr val="bg1"/>
                </a:solidFill>
                <a:latin typeface="Work Sans Medium" pitchFamily="2" charset="0"/>
              </a:defRPr>
            </a:lvl1pPr>
            <a:lvl2pPr marL="952485" indent="-342900" algn="l"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1562070" indent="-342900" algn="l">
              <a:buFont typeface="+mj-lt"/>
              <a:buAutoNum type="alphaUcPeriod"/>
              <a:defRPr>
                <a:solidFill>
                  <a:schemeClr val="bg1"/>
                </a:solidFill>
              </a:defRPr>
            </a:lvl3pPr>
            <a:lvl4pPr marL="2171654" indent="-342900" algn="l">
              <a:buFont typeface="+mj-lt"/>
              <a:buAutoNum type="alphaLcPeriod"/>
              <a:defRPr>
                <a:solidFill>
                  <a:schemeClr val="bg1"/>
                </a:solidFill>
              </a:defRPr>
            </a:lvl4pPr>
            <a:lvl5pPr marL="2838389" indent="-400050" algn="l">
              <a:buFont typeface="+mj-lt"/>
              <a:buAutoNum type="romanU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 err="1"/>
              <a:t>Title</a:t>
            </a:r>
            <a:r>
              <a:rPr lang="pt-BR"/>
              <a:t> </a:t>
            </a:r>
            <a:br>
              <a:rPr lang="pt-BR"/>
            </a:br>
            <a:r>
              <a:rPr lang="pt-BR" err="1"/>
              <a:t>of</a:t>
            </a:r>
            <a:r>
              <a:rPr lang="pt-BR"/>
              <a:t> </a:t>
            </a:r>
            <a:r>
              <a:rPr lang="pt-BR" err="1"/>
              <a:t>the</a:t>
            </a:r>
            <a:r>
              <a:rPr lang="pt-BR"/>
              <a:t> </a:t>
            </a:r>
            <a:r>
              <a:rPr lang="pt-BR" err="1"/>
              <a:t>Section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8269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B] Title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titolo 4">
            <a:extLst>
              <a:ext uri="{FF2B5EF4-FFF2-40B4-BE49-F238E27FC236}">
                <a16:creationId xmlns:a16="http://schemas.microsoft.com/office/drawing/2014/main" id="{67E41D04-6851-2993-46E1-831AC812C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296863"/>
            <a:ext cx="2484438" cy="182819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4400"/>
            </a:lvl1pPr>
          </a:lstStyle>
          <a:p>
            <a:r>
              <a:rPr lang="en-US"/>
              <a:t>Title here lorem ipsum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BBA89F-352C-0F9B-7905-CF46B6A8E0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7437" y="1612490"/>
            <a:ext cx="5400675" cy="4769260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magna: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magna: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</a:t>
            </a:r>
            <a:r>
              <a:rPr lang="en-GB" dirty="0" err="1"/>
              <a:t>exercitationLorem</a:t>
            </a:r>
            <a:r>
              <a:rPr lang="en-GB" dirty="0"/>
              <a:t>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exercitation. 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</a:t>
            </a:r>
            <a:r>
              <a:rPr lang="en-GB" dirty="0" err="1"/>
              <a:t>exercitationLorem</a:t>
            </a:r>
            <a:r>
              <a:rPr lang="en-GB" dirty="0"/>
              <a:t>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E35B741-A039-508B-787B-996E1BD4C0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66768" y="1"/>
            <a:ext cx="1325232" cy="1325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2582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000000"/>
          </p15:clr>
        </p15:guide>
        <p15:guide id="2" pos="5677">
          <p15:clr>
            <a:srgbClr val="000000"/>
          </p15:clr>
        </p15:guide>
        <p15:guide id="3" pos="2003">
          <p15:clr>
            <a:srgbClr val="000000"/>
          </p15:clr>
        </p15:guide>
        <p15:guide id="4" pos="3885">
          <p15:clr>
            <a:srgbClr val="A4A3A4"/>
          </p15:clr>
        </p15:guide>
        <p15:guide id="5" pos="3795">
          <p15:clr>
            <a:srgbClr val="A4A3A4"/>
          </p15:clr>
        </p15:guide>
        <p15:guide id="6" pos="5632">
          <p15:clr>
            <a:srgbClr val="A4A3A4"/>
          </p15:clr>
        </p15:guide>
        <p15:guide id="7" pos="5722">
          <p15:clr>
            <a:srgbClr val="A4A3A4"/>
          </p15:clr>
        </p15:guide>
        <p15:guide id="8" pos="2048">
          <p15:clr>
            <a:srgbClr val="A4A3A4"/>
          </p15:clr>
        </p15:guide>
        <p15:guide id="9" pos="1958">
          <p15:clr>
            <a:srgbClr val="A4A3A4"/>
          </p15:clr>
        </p15:guide>
        <p15:guide id="10" pos="3568" userDrawn="1">
          <p15:clr>
            <a:srgbClr val="FBAE40"/>
          </p15:clr>
        </p15:guide>
        <p15:guide id="11" pos="1731">
          <p15:clr>
            <a:srgbClr val="FBAE40"/>
          </p15:clr>
        </p15:guide>
        <p15:guide id="12" pos="5405">
          <p15:clr>
            <a:srgbClr val="FBAE40"/>
          </p15:clr>
        </p15:guide>
        <p15:guide id="13" pos="728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B] Tag-Title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titolo 4">
            <a:extLst>
              <a:ext uri="{FF2B5EF4-FFF2-40B4-BE49-F238E27FC236}">
                <a16:creationId xmlns:a16="http://schemas.microsoft.com/office/drawing/2014/main" id="{67E41D04-6851-2993-46E1-831AC812C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700532"/>
            <a:ext cx="2484438" cy="182819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4400"/>
            </a:lvl1pPr>
          </a:lstStyle>
          <a:p>
            <a:r>
              <a:rPr lang="en-US"/>
              <a:t>Title here lorem ipsum</a:t>
            </a:r>
            <a:endParaRPr lang="en-GB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4691B5D-CA76-8011-CF36-7A8C38195E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6" y="296863"/>
            <a:ext cx="2484438" cy="17557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TAG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BBA89F-352C-0F9B-7905-CF46B6A8E0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7437" y="1612490"/>
            <a:ext cx="5400675" cy="4769260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magna: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magna: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</a:t>
            </a:r>
            <a:r>
              <a:rPr lang="en-GB" dirty="0" err="1"/>
              <a:t>exercitationLorem</a:t>
            </a:r>
            <a:r>
              <a:rPr lang="en-GB" dirty="0"/>
              <a:t>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exercitation. 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</a:t>
            </a:r>
            <a:r>
              <a:rPr lang="en-GB" dirty="0" err="1"/>
              <a:t>exercitationLorem</a:t>
            </a:r>
            <a:r>
              <a:rPr lang="en-GB" dirty="0"/>
              <a:t>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72808F6-480D-79F1-C151-2CB1FCF6FC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66767" y="0"/>
            <a:ext cx="1324261" cy="1324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891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000000"/>
          </p15:clr>
        </p15:guide>
        <p15:guide id="2" pos="5677">
          <p15:clr>
            <a:srgbClr val="000000"/>
          </p15:clr>
        </p15:guide>
        <p15:guide id="3" pos="2003">
          <p15:clr>
            <a:srgbClr val="000000"/>
          </p15:clr>
        </p15:guide>
        <p15:guide id="4" pos="3885">
          <p15:clr>
            <a:srgbClr val="A4A3A4"/>
          </p15:clr>
        </p15:guide>
        <p15:guide id="5" pos="3795">
          <p15:clr>
            <a:srgbClr val="A4A3A4"/>
          </p15:clr>
        </p15:guide>
        <p15:guide id="6" pos="5632">
          <p15:clr>
            <a:srgbClr val="A4A3A4"/>
          </p15:clr>
        </p15:guide>
        <p15:guide id="7" pos="5722">
          <p15:clr>
            <a:srgbClr val="A4A3A4"/>
          </p15:clr>
        </p15:guide>
        <p15:guide id="8" pos="2048">
          <p15:clr>
            <a:srgbClr val="A4A3A4"/>
          </p15:clr>
        </p15:guide>
        <p15:guide id="9" pos="1958">
          <p15:clr>
            <a:srgbClr val="A4A3A4"/>
          </p15:clr>
        </p15:guide>
        <p15:guide id="10" pos="3568" userDrawn="1">
          <p15:clr>
            <a:srgbClr val="FBAE40"/>
          </p15:clr>
        </p15:guide>
        <p15:guide id="11" pos="1731">
          <p15:clr>
            <a:srgbClr val="FBAE40"/>
          </p15:clr>
        </p15:guide>
        <p15:guide id="12" pos="5405">
          <p15:clr>
            <a:srgbClr val="FBAE40"/>
          </p15:clr>
        </p15:guide>
        <p15:guide id="13" pos="728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B] Tag-Title-3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titolo 4">
            <a:extLst>
              <a:ext uri="{FF2B5EF4-FFF2-40B4-BE49-F238E27FC236}">
                <a16:creationId xmlns:a16="http://schemas.microsoft.com/office/drawing/2014/main" id="{67E41D04-6851-2993-46E1-831AC812C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700532"/>
            <a:ext cx="2484438" cy="182819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4400"/>
            </a:lvl1pPr>
          </a:lstStyle>
          <a:p>
            <a:r>
              <a:rPr lang="en-US"/>
              <a:t>Title here lorem ipsum</a:t>
            </a:r>
            <a:endParaRPr lang="en-GB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4691B5D-CA76-8011-CF36-7A8C38195E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6" y="296863"/>
            <a:ext cx="2484438" cy="17557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TAG HERE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1A1D3B92-799B-2090-FF3E-D5B379EC66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51201" y="3600450"/>
            <a:ext cx="8316912" cy="2781300"/>
          </a:xfrm>
        </p:spPr>
        <p:txBody>
          <a:bodyPr numCol="3" spcCol="540000" anchor="b"/>
          <a:lstStyle>
            <a:lvl1pPr>
              <a:defRPr/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magna: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magna: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</a:t>
            </a:r>
            <a:r>
              <a:rPr lang="en-GB" dirty="0" err="1"/>
              <a:t>exercitationLorem</a:t>
            </a:r>
            <a:r>
              <a:rPr lang="en-GB" dirty="0"/>
              <a:t>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exercitation. 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</a:t>
            </a:r>
            <a:r>
              <a:rPr lang="en-GB" dirty="0" err="1"/>
              <a:t>exercitationLorem</a:t>
            </a:r>
            <a:r>
              <a:rPr lang="en-GB" dirty="0"/>
              <a:t>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83EF1DE-CF03-ED46-1860-C41C34BA33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66767" y="0"/>
            <a:ext cx="1325233" cy="1325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3004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000000"/>
          </p15:clr>
        </p15:guide>
        <p15:guide id="2" pos="5677">
          <p15:clr>
            <a:srgbClr val="000000"/>
          </p15:clr>
        </p15:guide>
        <p15:guide id="3" pos="2003">
          <p15:clr>
            <a:srgbClr val="000000"/>
          </p15:clr>
        </p15:guide>
        <p15:guide id="4" pos="3885">
          <p15:clr>
            <a:srgbClr val="A4A3A4"/>
          </p15:clr>
        </p15:guide>
        <p15:guide id="5" pos="3795">
          <p15:clr>
            <a:srgbClr val="A4A3A4"/>
          </p15:clr>
        </p15:guide>
        <p15:guide id="6" pos="5632">
          <p15:clr>
            <a:srgbClr val="A4A3A4"/>
          </p15:clr>
        </p15:guide>
        <p15:guide id="7" pos="5722">
          <p15:clr>
            <a:srgbClr val="A4A3A4"/>
          </p15:clr>
        </p15:guide>
        <p15:guide id="8" pos="2048">
          <p15:clr>
            <a:srgbClr val="A4A3A4"/>
          </p15:clr>
        </p15:guide>
        <p15:guide id="9" pos="1958">
          <p15:clr>
            <a:srgbClr val="A4A3A4"/>
          </p15:clr>
        </p15:guide>
        <p15:guide id="10" pos="3568">
          <p15:clr>
            <a:srgbClr val="FBAE40"/>
          </p15:clr>
        </p15:guide>
        <p15:guide id="11" pos="1731">
          <p15:clr>
            <a:srgbClr val="FBAE40"/>
          </p15:clr>
        </p15:guide>
        <p15:guide id="12" pos="5405">
          <p15:clr>
            <a:srgbClr val="FBAE40"/>
          </p15:clr>
        </p15:guide>
        <p15:guide id="13" pos="7287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B] Section number-Tag-Title-Text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5">
            <a:extLst>
              <a:ext uri="{FF2B5EF4-FFF2-40B4-BE49-F238E27FC236}">
                <a16:creationId xmlns:a16="http://schemas.microsoft.com/office/drawing/2014/main" id="{0444F1C3-08BB-FA38-C9E8-12ABBAFEEE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4329" b="6943"/>
          <a:stretch/>
        </p:blipFill>
        <p:spPr>
          <a:xfrm>
            <a:off x="4224339" y="296863"/>
            <a:ext cx="7967662" cy="6084888"/>
          </a:xfrm>
          <a:custGeom>
            <a:avLst/>
            <a:gdLst>
              <a:gd name="connsiteX0" fmla="*/ -521 w 10284441"/>
              <a:gd name="connsiteY0" fmla="*/ -332 h 6857973"/>
              <a:gd name="connsiteX1" fmla="*/ 10283921 w 10284441"/>
              <a:gd name="connsiteY1" fmla="*/ -332 h 6857973"/>
              <a:gd name="connsiteX2" fmla="*/ 10283921 w 10284441"/>
              <a:gd name="connsiteY2" fmla="*/ 6857642 h 6857973"/>
              <a:gd name="connsiteX3" fmla="*/ -521 w 10284441"/>
              <a:gd name="connsiteY3" fmla="*/ 6857642 h 6857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284441" h="6857973">
                <a:moveTo>
                  <a:pt x="-521" y="-332"/>
                </a:moveTo>
                <a:lnTo>
                  <a:pt x="10283921" y="-332"/>
                </a:lnTo>
                <a:lnTo>
                  <a:pt x="10283921" y="6857642"/>
                </a:lnTo>
                <a:lnTo>
                  <a:pt x="-521" y="6857642"/>
                </a:lnTo>
                <a:close/>
              </a:path>
            </a:pathLst>
          </a:custGeom>
        </p:spPr>
      </p:pic>
      <p:sp>
        <p:nvSpPr>
          <p:cNvPr id="24" name="Segnaposto titolo 4">
            <a:extLst>
              <a:ext uri="{FF2B5EF4-FFF2-40B4-BE49-F238E27FC236}">
                <a16:creationId xmlns:a16="http://schemas.microsoft.com/office/drawing/2014/main" id="{75FD8E71-5E64-EA0D-913F-05E95177C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1108032"/>
            <a:ext cx="2916555" cy="182819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4400"/>
            </a:lvl1pPr>
          </a:lstStyle>
          <a:p>
            <a:r>
              <a:rPr lang="en-US"/>
              <a:t>Title here lorem ipsum</a:t>
            </a:r>
            <a:endParaRPr lang="en-GB"/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3D212024-E1C2-DE6F-98A8-54A849DC99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6" y="643378"/>
            <a:ext cx="2484438" cy="17557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TAG HERE</a:t>
            </a: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F2A9BAEA-5F4D-2E67-9F69-A5B9CAE968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30" y="221014"/>
            <a:ext cx="2484438" cy="422364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Work Sans Light" pitchFamily="2" charset="0"/>
              </a:defRPr>
            </a:lvl1pPr>
          </a:lstStyle>
          <a:p>
            <a:pPr lvl="0"/>
            <a:r>
              <a:rPr lang="en-GB"/>
              <a:t>01</a:t>
            </a:r>
          </a:p>
        </p:txBody>
      </p:sp>
      <p:sp>
        <p:nvSpPr>
          <p:cNvPr id="28" name="Picture Placeholder 20">
            <a:extLst>
              <a:ext uri="{FF2B5EF4-FFF2-40B4-BE49-F238E27FC236}">
                <a16:creationId xmlns:a16="http://schemas.microsoft.com/office/drawing/2014/main" id="{2D3F9975-D4D4-D156-85AE-C57B79C6631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227334" y="286702"/>
            <a:ext cx="7964666" cy="60848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pt-BR" err="1"/>
              <a:t>Placeholder</a:t>
            </a:r>
            <a:r>
              <a:rPr lang="pt-BR"/>
              <a:t> Picture</a:t>
            </a:r>
            <a:endParaRPr lang="en-GB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F435163-3141-F83C-7B93-1509177CB9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3525" y="3225302"/>
            <a:ext cx="2916555" cy="3156448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magna.</a:t>
            </a:r>
          </a:p>
        </p:txBody>
      </p:sp>
    </p:spTree>
    <p:extLst>
      <p:ext uri="{BB962C8B-B14F-4D97-AF65-F5344CB8AC3E}">
        <p14:creationId xmlns:p14="http://schemas.microsoft.com/office/powerpoint/2010/main" val="9537181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61">
          <p15:clr>
            <a:srgbClr val="A4A3A4"/>
          </p15:clr>
        </p15:guide>
        <p15:guide id="2" pos="5110">
          <p15:clr>
            <a:srgbClr val="A4A3A4"/>
          </p15:clr>
        </p15:guide>
        <p15:guide id="3" pos="2570">
          <p15:clr>
            <a:srgbClr val="A4A3A4"/>
          </p15:clr>
        </p15:guide>
        <p15:guide id="6" pos="5019">
          <p15:clr>
            <a:srgbClr val="A4A3A4"/>
          </p15:clr>
        </p15:guide>
        <p15:guide id="7" pos="5065">
          <p15:clr>
            <a:srgbClr val="000000"/>
          </p15:clr>
        </p15:guide>
        <p15:guide id="8" pos="2615">
          <p15:clr>
            <a:srgbClr val="000000"/>
          </p15:clr>
        </p15:guide>
        <p15:guide id="9" pos="2320">
          <p15:clr>
            <a:srgbClr val="FBAE40"/>
          </p15:clr>
        </p15:guide>
        <p15:guide id="10" pos="4793">
          <p15:clr>
            <a:srgbClr val="FBAE40"/>
          </p15:clr>
        </p15:guide>
        <p15:guide id="11" pos="7287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B] Section number-Tag-Big Title-Text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5">
            <a:extLst>
              <a:ext uri="{FF2B5EF4-FFF2-40B4-BE49-F238E27FC236}">
                <a16:creationId xmlns:a16="http://schemas.microsoft.com/office/drawing/2014/main" id="{E1AE2288-7A93-31F4-727C-1C3577B423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9183"/>
          <a:stretch/>
        </p:blipFill>
        <p:spPr>
          <a:xfrm>
            <a:off x="6167437" y="1672477"/>
            <a:ext cx="6024563" cy="4709274"/>
          </a:xfrm>
          <a:custGeom>
            <a:avLst/>
            <a:gdLst>
              <a:gd name="connsiteX0" fmla="*/ -521 w 10284441"/>
              <a:gd name="connsiteY0" fmla="*/ -332 h 6857973"/>
              <a:gd name="connsiteX1" fmla="*/ 10283921 w 10284441"/>
              <a:gd name="connsiteY1" fmla="*/ -332 h 6857973"/>
              <a:gd name="connsiteX2" fmla="*/ 10283921 w 10284441"/>
              <a:gd name="connsiteY2" fmla="*/ 6857642 h 6857973"/>
              <a:gd name="connsiteX3" fmla="*/ -521 w 10284441"/>
              <a:gd name="connsiteY3" fmla="*/ 6857642 h 6857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284441" h="6857973">
                <a:moveTo>
                  <a:pt x="-521" y="-332"/>
                </a:moveTo>
                <a:lnTo>
                  <a:pt x="10283921" y="-332"/>
                </a:lnTo>
                <a:lnTo>
                  <a:pt x="10283921" y="6857642"/>
                </a:lnTo>
                <a:lnTo>
                  <a:pt x="-521" y="6857642"/>
                </a:lnTo>
                <a:close/>
              </a:path>
            </a:pathLst>
          </a:custGeom>
        </p:spPr>
      </p:pic>
      <p:sp>
        <p:nvSpPr>
          <p:cNvPr id="13" name="Segnaposto titolo 4">
            <a:extLst>
              <a:ext uri="{FF2B5EF4-FFF2-40B4-BE49-F238E27FC236}">
                <a16:creationId xmlns:a16="http://schemas.microsoft.com/office/drawing/2014/main" id="{29D9F020-12C3-E73D-AAD0-090B6FA56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1816741"/>
            <a:ext cx="6889115" cy="21764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lnSpc>
                <a:spcPct val="80000"/>
              </a:lnSpc>
              <a:defRPr sz="8800">
                <a:solidFill>
                  <a:schemeClr val="bg1"/>
                </a:solidFill>
                <a:latin typeface="Work Sans Thin" pitchFamily="2" charset="0"/>
              </a:defRPr>
            </a:lvl1pPr>
          </a:lstStyle>
          <a:p>
            <a:r>
              <a:rPr lang="en-US"/>
              <a:t>Title here lorem ipsum</a:t>
            </a:r>
            <a:endParaRPr lang="en-GB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96B5783-F4EA-0991-CE87-AB5045AB951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6" y="643378"/>
            <a:ext cx="2484438" cy="17557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TAG HERE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D667B30-1860-A37F-E3B4-A4AF0665BE7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30" y="221014"/>
            <a:ext cx="2484438" cy="422364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Work Sans Light" pitchFamily="2" charset="0"/>
              </a:defRPr>
            </a:lvl1pPr>
          </a:lstStyle>
          <a:p>
            <a:pPr lvl="0"/>
            <a:r>
              <a:rPr lang="en-GB"/>
              <a:t>01</a:t>
            </a:r>
          </a:p>
        </p:txBody>
      </p:sp>
      <p:sp>
        <p:nvSpPr>
          <p:cNvPr id="17" name="Picture Placeholder 20">
            <a:extLst>
              <a:ext uri="{FF2B5EF4-FFF2-40B4-BE49-F238E27FC236}">
                <a16:creationId xmlns:a16="http://schemas.microsoft.com/office/drawing/2014/main" id="{237A83E7-1609-6E24-85C8-F1717A256B5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4442" y="1662316"/>
            <a:ext cx="6027557" cy="47092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pt-BR" err="1"/>
              <a:t>Placeholder</a:t>
            </a:r>
            <a:r>
              <a:rPr lang="pt-BR"/>
              <a:t> Picture</a:t>
            </a:r>
            <a:endParaRPr lang="en-GB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D4CB53BC-5B79-C96F-194B-9471A040E5F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4818" y="4205318"/>
            <a:ext cx="3444696" cy="2176431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magna.</a:t>
            </a:r>
          </a:p>
        </p:txBody>
      </p:sp>
    </p:spTree>
    <p:extLst>
      <p:ext uri="{BB962C8B-B14F-4D97-AF65-F5344CB8AC3E}">
        <p14:creationId xmlns:p14="http://schemas.microsoft.com/office/powerpoint/2010/main" val="22344569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61">
          <p15:clr>
            <a:srgbClr val="A4A3A4"/>
          </p15:clr>
        </p15:guide>
        <p15:guide id="2" pos="5110">
          <p15:clr>
            <a:srgbClr val="A4A3A4"/>
          </p15:clr>
        </p15:guide>
        <p15:guide id="3" pos="2570">
          <p15:clr>
            <a:srgbClr val="A4A3A4"/>
          </p15:clr>
        </p15:guide>
        <p15:guide id="6" pos="5019">
          <p15:clr>
            <a:srgbClr val="A4A3A4"/>
          </p15:clr>
        </p15:guide>
        <p15:guide id="7" pos="5065">
          <p15:clr>
            <a:srgbClr val="000000"/>
          </p15:clr>
        </p15:guide>
        <p15:guide id="8" pos="2615">
          <p15:clr>
            <a:srgbClr val="000000"/>
          </p15:clr>
        </p15:guide>
        <p15:guide id="9" pos="2343">
          <p15:clr>
            <a:srgbClr val="FBAE40"/>
          </p15:clr>
        </p15:guide>
        <p15:guide id="10" pos="4793">
          <p15:clr>
            <a:srgbClr val="FBAE40"/>
          </p15:clr>
        </p15:guide>
        <p15:guide id="11" pos="7287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B] Tag-Title-Text-Items-Items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B1C55719-0EA7-0F77-1881-52AC16EC49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6" y="296863"/>
            <a:ext cx="2484438" cy="17557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TAG HERE</a:t>
            </a:r>
          </a:p>
        </p:txBody>
      </p:sp>
      <p:sp>
        <p:nvSpPr>
          <p:cNvPr id="27" name="Segnaposto titolo 4">
            <a:extLst>
              <a:ext uri="{FF2B5EF4-FFF2-40B4-BE49-F238E27FC236}">
                <a16:creationId xmlns:a16="http://schemas.microsoft.com/office/drawing/2014/main" id="{8130A92C-C6EE-1AB1-F8C5-69DA7F92A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700532"/>
            <a:ext cx="2484438" cy="182819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4400"/>
            </a:lvl1pPr>
          </a:lstStyle>
          <a:p>
            <a:r>
              <a:rPr lang="en-US"/>
              <a:t>Title here lorem ipsum</a:t>
            </a:r>
            <a:endParaRPr lang="en-GB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C9EC3ADA-0994-0FCE-7877-D3887BBB7D3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67438" y="3840502"/>
            <a:ext cx="2413000" cy="244267"/>
          </a:xfrm>
        </p:spPr>
        <p:txBody>
          <a:bodyPr/>
          <a:lstStyle>
            <a:lvl1pPr>
              <a:lnSpc>
                <a:spcPct val="110000"/>
              </a:lnSpc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Paragraph Title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B0CCD89D-3DD0-C5F8-2231-6F7F401585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7438" y="3512933"/>
            <a:ext cx="258735" cy="236784"/>
          </a:xfrm>
          <a:solidFill>
            <a:srgbClr val="DA291C"/>
          </a:solidFill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03</a:t>
            </a:r>
          </a:p>
        </p:txBody>
      </p:sp>
      <p:sp>
        <p:nvSpPr>
          <p:cNvPr id="37" name="Text Placeholder 32">
            <a:extLst>
              <a:ext uri="{FF2B5EF4-FFF2-40B4-BE49-F238E27FC236}">
                <a16:creationId xmlns:a16="http://schemas.microsoft.com/office/drawing/2014/main" id="{A2D284A7-B7EE-0044-C58E-CD422F584AD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81411" y="3840502"/>
            <a:ext cx="2489057" cy="244267"/>
          </a:xfrm>
        </p:spPr>
        <p:txBody>
          <a:bodyPr/>
          <a:lstStyle>
            <a:lvl1pPr>
              <a:lnSpc>
                <a:spcPct val="110000"/>
              </a:lnSpc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Paragraph Title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C69C761A-0A87-45AB-B131-21AC7FCE9E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81412" y="3512933"/>
            <a:ext cx="258735" cy="236784"/>
          </a:xfrm>
          <a:solidFill>
            <a:srgbClr val="DA291C"/>
          </a:solidFill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04</a:t>
            </a:r>
          </a:p>
        </p:txBody>
      </p:sp>
      <p:sp>
        <p:nvSpPr>
          <p:cNvPr id="40" name="Text Placeholder 32">
            <a:extLst>
              <a:ext uri="{FF2B5EF4-FFF2-40B4-BE49-F238E27FC236}">
                <a16:creationId xmlns:a16="http://schemas.microsoft.com/office/drawing/2014/main" id="{8FAABD3B-4ABE-C028-AEF9-0754633D361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67438" y="5562434"/>
            <a:ext cx="2413000" cy="244267"/>
          </a:xfrm>
        </p:spPr>
        <p:txBody>
          <a:bodyPr/>
          <a:lstStyle>
            <a:lvl1pPr>
              <a:lnSpc>
                <a:spcPct val="110000"/>
              </a:lnSpc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Paragraph Title</a:t>
            </a:r>
          </a:p>
        </p:txBody>
      </p:sp>
      <p:sp>
        <p:nvSpPr>
          <p:cNvPr id="41" name="Text Placeholder 34">
            <a:extLst>
              <a:ext uri="{FF2B5EF4-FFF2-40B4-BE49-F238E27FC236}">
                <a16:creationId xmlns:a16="http://schemas.microsoft.com/office/drawing/2014/main" id="{16C23411-5558-0D35-DE3A-59F329629D5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67438" y="5234865"/>
            <a:ext cx="258735" cy="236784"/>
          </a:xfrm>
          <a:solidFill>
            <a:srgbClr val="DA291C"/>
          </a:solidFill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05</a:t>
            </a:r>
          </a:p>
        </p:txBody>
      </p:sp>
      <p:sp>
        <p:nvSpPr>
          <p:cNvPr id="43" name="Text Placeholder 32">
            <a:extLst>
              <a:ext uri="{FF2B5EF4-FFF2-40B4-BE49-F238E27FC236}">
                <a16:creationId xmlns:a16="http://schemas.microsoft.com/office/drawing/2014/main" id="{BFAA5158-A789-E971-CE7D-F61EA26278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81411" y="5562434"/>
            <a:ext cx="2489057" cy="244267"/>
          </a:xfrm>
        </p:spPr>
        <p:txBody>
          <a:bodyPr/>
          <a:lstStyle>
            <a:lvl1pPr>
              <a:lnSpc>
                <a:spcPct val="110000"/>
              </a:lnSpc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Paragraph Title</a:t>
            </a:r>
          </a:p>
        </p:txBody>
      </p:sp>
      <p:sp>
        <p:nvSpPr>
          <p:cNvPr id="44" name="Text Placeholder 34">
            <a:extLst>
              <a:ext uri="{FF2B5EF4-FFF2-40B4-BE49-F238E27FC236}">
                <a16:creationId xmlns:a16="http://schemas.microsoft.com/office/drawing/2014/main" id="{10F134EC-8525-B1E3-5696-F3C98036DA3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81412" y="5234865"/>
            <a:ext cx="258735" cy="236784"/>
          </a:xfrm>
          <a:solidFill>
            <a:srgbClr val="DA291C"/>
          </a:solidFill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06</a:t>
            </a:r>
          </a:p>
        </p:txBody>
      </p:sp>
      <p:sp>
        <p:nvSpPr>
          <p:cNvPr id="46" name="Text Placeholder 32">
            <a:extLst>
              <a:ext uri="{FF2B5EF4-FFF2-40B4-BE49-F238E27FC236}">
                <a16:creationId xmlns:a16="http://schemas.microsoft.com/office/drawing/2014/main" id="{50FE05AC-1C6A-F111-EC6F-FCC6DB8B2BE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7438" y="2212341"/>
            <a:ext cx="2413000" cy="244267"/>
          </a:xfrm>
        </p:spPr>
        <p:txBody>
          <a:bodyPr/>
          <a:lstStyle>
            <a:lvl1pPr>
              <a:lnSpc>
                <a:spcPct val="110000"/>
              </a:lnSpc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Paragraph Title</a:t>
            </a:r>
          </a:p>
        </p:txBody>
      </p:sp>
      <p:sp>
        <p:nvSpPr>
          <p:cNvPr id="47" name="Text Placeholder 34">
            <a:extLst>
              <a:ext uri="{FF2B5EF4-FFF2-40B4-BE49-F238E27FC236}">
                <a16:creationId xmlns:a16="http://schemas.microsoft.com/office/drawing/2014/main" id="{4820B35B-5AAA-5F4C-3E25-2925C0A9F1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67438" y="1884772"/>
            <a:ext cx="258735" cy="236784"/>
          </a:xfrm>
          <a:solidFill>
            <a:srgbClr val="DA291C"/>
          </a:solidFill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01</a:t>
            </a:r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91775A9C-155D-09ED-9B81-FD6EE3CB560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81411" y="2212341"/>
            <a:ext cx="2489057" cy="244267"/>
          </a:xfrm>
        </p:spPr>
        <p:txBody>
          <a:bodyPr/>
          <a:lstStyle>
            <a:lvl1pPr>
              <a:lnSpc>
                <a:spcPct val="110000"/>
              </a:lnSpc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Paragraph Title</a:t>
            </a:r>
          </a:p>
        </p:txBody>
      </p:sp>
      <p:sp>
        <p:nvSpPr>
          <p:cNvPr id="50" name="Text Placeholder 34">
            <a:extLst>
              <a:ext uri="{FF2B5EF4-FFF2-40B4-BE49-F238E27FC236}">
                <a16:creationId xmlns:a16="http://schemas.microsoft.com/office/drawing/2014/main" id="{0A288506-1B16-051F-5A15-83E0E078F16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081412" y="1884772"/>
            <a:ext cx="258735" cy="236784"/>
          </a:xfrm>
          <a:solidFill>
            <a:srgbClr val="DA291C"/>
          </a:solidFill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02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597B82C7-AED8-0415-DBD9-D5019645A36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63525" y="3429000"/>
            <a:ext cx="5400675" cy="2952750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magna: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magna.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50A0C48-5982-56CB-3F73-43AC3DF116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165173" y="2453532"/>
            <a:ext cx="2413000" cy="531238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B0CE76-9E75-5393-19E9-9025FD5BB3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079145" y="2453532"/>
            <a:ext cx="2486067" cy="531238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endParaRPr lang="en-GB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0664F784-545B-16F6-5337-E9A19488FE8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65173" y="4084769"/>
            <a:ext cx="2413000" cy="531238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endParaRPr lang="en-GB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F15AA25-76A3-FB28-9197-42C5DFAFE90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79145" y="4084769"/>
            <a:ext cx="2486067" cy="531238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endParaRPr lang="en-GB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0CA4E3F-A1B7-1A3C-96F6-2B5362F9FDB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65173" y="5812608"/>
            <a:ext cx="2413000" cy="531238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232DF92-172D-6BC6-C82E-AA932B2F883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079145" y="5812608"/>
            <a:ext cx="2486067" cy="531238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58485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000000"/>
          </p15:clr>
        </p15:guide>
        <p15:guide id="2" pos="5677">
          <p15:clr>
            <a:srgbClr val="000000"/>
          </p15:clr>
        </p15:guide>
        <p15:guide id="3" pos="2003">
          <p15:clr>
            <a:srgbClr val="000000"/>
          </p15:clr>
        </p15:guide>
        <p15:guide id="4" pos="3885">
          <p15:clr>
            <a:srgbClr val="A4A3A4"/>
          </p15:clr>
        </p15:guide>
        <p15:guide id="5" pos="3795">
          <p15:clr>
            <a:srgbClr val="A4A3A4"/>
          </p15:clr>
        </p15:guide>
        <p15:guide id="6" pos="5632">
          <p15:clr>
            <a:srgbClr val="A4A3A4"/>
          </p15:clr>
        </p15:guide>
        <p15:guide id="7" pos="5722">
          <p15:clr>
            <a:srgbClr val="A4A3A4"/>
          </p15:clr>
        </p15:guide>
        <p15:guide id="8" pos="2048">
          <p15:clr>
            <a:srgbClr val="A4A3A4"/>
          </p15:clr>
        </p15:guide>
        <p15:guide id="9" pos="1958">
          <p15:clr>
            <a:srgbClr val="A4A3A4"/>
          </p15:clr>
        </p15:guide>
        <p15:guide id="10" pos="3568">
          <p15:clr>
            <a:srgbClr val="FBAE40"/>
          </p15:clr>
        </p15:guide>
        <p15:guide id="11" pos="1731">
          <p15:clr>
            <a:srgbClr val="FBAE40"/>
          </p15:clr>
        </p15:guide>
        <p15:guide id="12" pos="5405">
          <p15:clr>
            <a:srgbClr val="FBAE40"/>
          </p15:clr>
        </p15:guide>
        <p15:guide id="13" pos="7287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B] Big Title-Text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76;p23" descr="Brainstorming di un team aziendale">
            <a:extLst>
              <a:ext uri="{FF2B5EF4-FFF2-40B4-BE49-F238E27FC236}">
                <a16:creationId xmlns:a16="http://schemas.microsoft.com/office/drawing/2014/main" id="{2ADBE995-A6EB-B32B-6639-9DCA80F36745}"/>
              </a:ext>
            </a:extLst>
          </p:cNvPr>
          <p:cNvPicPr preferRelativeResize="0"/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4280"/>
          <a:stretch/>
        </p:blipFill>
        <p:spPr>
          <a:xfrm>
            <a:off x="0" y="0"/>
            <a:ext cx="5664200" cy="68580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sp>
        <p:nvSpPr>
          <p:cNvPr id="6" name="Picture Placeholder 20">
            <a:extLst>
              <a:ext uri="{FF2B5EF4-FFF2-40B4-BE49-F238E27FC236}">
                <a16:creationId xmlns:a16="http://schemas.microsoft.com/office/drawing/2014/main" id="{7FA7E48F-778C-A9F8-D4D1-5F37E9416BC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56642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pt-BR" err="1"/>
              <a:t>Placeholder</a:t>
            </a:r>
            <a:r>
              <a:rPr lang="pt-BR"/>
              <a:t> Picture</a:t>
            </a:r>
            <a:endParaRPr lang="en-GB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EDD214C1-1D7C-0AD5-CAA0-5B911023C41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83675" y="296863"/>
            <a:ext cx="2844799" cy="1550987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</a:t>
            </a:r>
            <a:r>
              <a:rPr lang="en-GB" dirty="0" err="1"/>
              <a:t>exercitationLorem</a:t>
            </a:r>
            <a:r>
              <a:rPr lang="en-GB" dirty="0"/>
              <a:t>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</a:t>
            </a:r>
          </a:p>
        </p:txBody>
      </p:sp>
      <p:sp>
        <p:nvSpPr>
          <p:cNvPr id="9" name="Segnaposto titolo 4">
            <a:extLst>
              <a:ext uri="{FF2B5EF4-FFF2-40B4-BE49-F238E27FC236}">
                <a16:creationId xmlns:a16="http://schemas.microsoft.com/office/drawing/2014/main" id="{40714902-4899-C1FA-600B-06E21ED606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67438" y="2727781"/>
            <a:ext cx="5761036" cy="3948325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lnSpc>
                <a:spcPct val="80000"/>
              </a:lnSpc>
              <a:defRPr sz="8000">
                <a:latin typeface="Work Sans Thin" pitchFamily="2" charset="0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1508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000000"/>
          </p15:clr>
        </p15:guide>
        <p15:guide id="2" pos="5677">
          <p15:clr>
            <a:srgbClr val="000000"/>
          </p15:clr>
        </p15:guide>
        <p15:guide id="3" pos="2003">
          <p15:clr>
            <a:srgbClr val="000000"/>
          </p15:clr>
        </p15:guide>
        <p15:guide id="4" pos="3885">
          <p15:clr>
            <a:srgbClr val="A4A3A4"/>
          </p15:clr>
        </p15:guide>
        <p15:guide id="5" pos="3795">
          <p15:clr>
            <a:srgbClr val="A4A3A4"/>
          </p15:clr>
        </p15:guide>
        <p15:guide id="6" pos="5632">
          <p15:clr>
            <a:srgbClr val="A4A3A4"/>
          </p15:clr>
        </p15:guide>
        <p15:guide id="7" pos="5722">
          <p15:clr>
            <a:srgbClr val="A4A3A4"/>
          </p15:clr>
        </p15:guide>
        <p15:guide id="8" pos="2048">
          <p15:clr>
            <a:srgbClr val="A4A3A4"/>
          </p15:clr>
        </p15:guide>
        <p15:guide id="9" pos="1958">
          <p15:clr>
            <a:srgbClr val="A4A3A4"/>
          </p15:clr>
        </p15:guide>
        <p15:guide id="10" pos="3568">
          <p15:clr>
            <a:srgbClr val="FBAE40"/>
          </p15:clr>
        </p15:guide>
        <p15:guide id="11" pos="1731">
          <p15:clr>
            <a:srgbClr val="FBAE40"/>
          </p15:clr>
        </p15:guide>
        <p15:guide id="12" pos="5405">
          <p15:clr>
            <a:srgbClr val="FBAE40"/>
          </p15:clr>
        </p15:guide>
        <p15:guide id="13" pos="7287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B] Tag-Title-Text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B1C55719-0EA7-0F77-1881-52AC16EC49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6" y="296863"/>
            <a:ext cx="2484438" cy="17557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TAG HERE</a:t>
            </a:r>
          </a:p>
        </p:txBody>
      </p:sp>
      <p:sp>
        <p:nvSpPr>
          <p:cNvPr id="27" name="Segnaposto titolo 4">
            <a:extLst>
              <a:ext uri="{FF2B5EF4-FFF2-40B4-BE49-F238E27FC236}">
                <a16:creationId xmlns:a16="http://schemas.microsoft.com/office/drawing/2014/main" id="{8130A92C-C6EE-1AB1-F8C5-69DA7F92A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4551045"/>
            <a:ext cx="2484438" cy="182819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4400"/>
            </a:lvl1pPr>
          </a:lstStyle>
          <a:p>
            <a:r>
              <a:rPr lang="en-US"/>
              <a:t>Title here lorem ipsum</a:t>
            </a:r>
            <a:endParaRPr lang="en-GB"/>
          </a:p>
        </p:txBody>
      </p:sp>
      <p:pic>
        <p:nvPicPr>
          <p:cNvPr id="2" name="Picture 13">
            <a:extLst>
              <a:ext uri="{FF2B5EF4-FFF2-40B4-BE49-F238E27FC236}">
                <a16:creationId xmlns:a16="http://schemas.microsoft.com/office/drawing/2014/main" id="{07F6528E-4423-52AF-E702-A57ECD90A1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67438" y="597719"/>
            <a:ext cx="5759142" cy="5781519"/>
          </a:xfrm>
          <a:custGeom>
            <a:avLst/>
            <a:gdLst>
              <a:gd name="connsiteX0" fmla="*/ -88 w 5798581"/>
              <a:gd name="connsiteY0" fmla="*/ -73 h 3851893"/>
              <a:gd name="connsiteX1" fmla="*/ 5798493 w 5798581"/>
              <a:gd name="connsiteY1" fmla="*/ -73 h 3851893"/>
              <a:gd name="connsiteX2" fmla="*/ 5798493 w 5798581"/>
              <a:gd name="connsiteY2" fmla="*/ 3851821 h 3851893"/>
              <a:gd name="connsiteX3" fmla="*/ -88 w 5798581"/>
              <a:gd name="connsiteY3" fmla="*/ 3851821 h 3851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98581" h="3851893">
                <a:moveTo>
                  <a:pt x="-88" y="-73"/>
                </a:moveTo>
                <a:lnTo>
                  <a:pt x="5798493" y="-73"/>
                </a:lnTo>
                <a:lnTo>
                  <a:pt x="5798493" y="3851821"/>
                </a:lnTo>
                <a:lnTo>
                  <a:pt x="-88" y="3851821"/>
                </a:lnTo>
                <a:close/>
              </a:path>
            </a:pathLst>
          </a:custGeom>
        </p:spPr>
      </p:pic>
      <p:sp>
        <p:nvSpPr>
          <p:cNvPr id="3" name="Picture Placeholder 20">
            <a:extLst>
              <a:ext uri="{FF2B5EF4-FFF2-40B4-BE49-F238E27FC236}">
                <a16:creationId xmlns:a16="http://schemas.microsoft.com/office/drawing/2014/main" id="{E53DD4D3-8E77-9553-4491-DFB00AB9559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7436" y="597718"/>
            <a:ext cx="5748339" cy="578151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pt-BR" err="1"/>
              <a:t>Placeholder</a:t>
            </a:r>
            <a:r>
              <a:rPr lang="pt-BR"/>
              <a:t>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E2186F-7A3B-5983-2AD2-67B3F44EB2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51200" y="2524125"/>
            <a:ext cx="2413000" cy="3857625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magna: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exercitation.</a:t>
            </a:r>
          </a:p>
        </p:txBody>
      </p:sp>
    </p:spTree>
    <p:extLst>
      <p:ext uri="{BB962C8B-B14F-4D97-AF65-F5344CB8AC3E}">
        <p14:creationId xmlns:p14="http://schemas.microsoft.com/office/powerpoint/2010/main" val="2796223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000000"/>
          </p15:clr>
        </p15:guide>
        <p15:guide id="2" pos="5677">
          <p15:clr>
            <a:srgbClr val="000000"/>
          </p15:clr>
        </p15:guide>
        <p15:guide id="3" pos="2003">
          <p15:clr>
            <a:srgbClr val="000000"/>
          </p15:clr>
        </p15:guide>
        <p15:guide id="4" pos="3885">
          <p15:clr>
            <a:srgbClr val="A4A3A4"/>
          </p15:clr>
        </p15:guide>
        <p15:guide id="5" pos="3795">
          <p15:clr>
            <a:srgbClr val="A4A3A4"/>
          </p15:clr>
        </p15:guide>
        <p15:guide id="6" pos="5632">
          <p15:clr>
            <a:srgbClr val="A4A3A4"/>
          </p15:clr>
        </p15:guide>
        <p15:guide id="7" pos="5722">
          <p15:clr>
            <a:srgbClr val="A4A3A4"/>
          </p15:clr>
        </p15:guide>
        <p15:guide id="8" pos="2048">
          <p15:clr>
            <a:srgbClr val="A4A3A4"/>
          </p15:clr>
        </p15:guide>
        <p15:guide id="9" pos="1958">
          <p15:clr>
            <a:srgbClr val="A4A3A4"/>
          </p15:clr>
        </p15:guide>
        <p15:guide id="10" pos="3568">
          <p15:clr>
            <a:srgbClr val="FBAE40"/>
          </p15:clr>
        </p15:guide>
        <p15:guide id="11" pos="1731">
          <p15:clr>
            <a:srgbClr val="FBAE40"/>
          </p15:clr>
        </p15:guide>
        <p15:guide id="12" pos="5405">
          <p15:clr>
            <a:srgbClr val="FBAE40"/>
          </p15:clr>
        </p15:guide>
        <p15:guide id="13" pos="7287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B] Tag-Title-Text-Items-Items Texts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3">
            <a:extLst>
              <a:ext uri="{FF2B5EF4-FFF2-40B4-BE49-F238E27FC236}">
                <a16:creationId xmlns:a16="http://schemas.microsoft.com/office/drawing/2014/main" id="{593B1500-BDD6-B669-0067-4455FE5BBD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82540" y="3535210"/>
            <a:ext cx="2844040" cy="2844028"/>
          </a:xfrm>
          <a:custGeom>
            <a:avLst/>
            <a:gdLst>
              <a:gd name="connsiteX0" fmla="*/ -88 w 5798581"/>
              <a:gd name="connsiteY0" fmla="*/ -73 h 3851893"/>
              <a:gd name="connsiteX1" fmla="*/ 5798493 w 5798581"/>
              <a:gd name="connsiteY1" fmla="*/ -73 h 3851893"/>
              <a:gd name="connsiteX2" fmla="*/ 5798493 w 5798581"/>
              <a:gd name="connsiteY2" fmla="*/ 3851821 h 3851893"/>
              <a:gd name="connsiteX3" fmla="*/ -88 w 5798581"/>
              <a:gd name="connsiteY3" fmla="*/ 3851821 h 3851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98581" h="3851893">
                <a:moveTo>
                  <a:pt x="-88" y="-73"/>
                </a:moveTo>
                <a:lnTo>
                  <a:pt x="5798493" y="-73"/>
                </a:lnTo>
                <a:lnTo>
                  <a:pt x="5798493" y="3851821"/>
                </a:lnTo>
                <a:lnTo>
                  <a:pt x="-88" y="3851821"/>
                </a:lnTo>
                <a:close/>
              </a:path>
            </a:pathLst>
          </a:custGeom>
        </p:spPr>
      </p:pic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B1C55719-0EA7-0F77-1881-52AC16EC49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6" y="296863"/>
            <a:ext cx="2484438" cy="17557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TAG HERE</a:t>
            </a:r>
          </a:p>
        </p:txBody>
      </p:sp>
      <p:sp>
        <p:nvSpPr>
          <p:cNvPr id="27" name="Segnaposto titolo 4">
            <a:extLst>
              <a:ext uri="{FF2B5EF4-FFF2-40B4-BE49-F238E27FC236}">
                <a16:creationId xmlns:a16="http://schemas.microsoft.com/office/drawing/2014/main" id="{8130A92C-C6EE-1AB1-F8C5-69DA7F92A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4" y="667303"/>
            <a:ext cx="5400675" cy="121879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4400"/>
            </a:lvl1pPr>
          </a:lstStyle>
          <a:p>
            <a:r>
              <a:rPr lang="en-US"/>
              <a:t>Title here lorem ipsum</a:t>
            </a:r>
            <a:endParaRPr lang="en-GB"/>
          </a:p>
        </p:txBody>
      </p:sp>
      <p:sp>
        <p:nvSpPr>
          <p:cNvPr id="3" name="Picture Placeholder 20">
            <a:extLst>
              <a:ext uri="{FF2B5EF4-FFF2-40B4-BE49-F238E27FC236}">
                <a16:creationId xmlns:a16="http://schemas.microsoft.com/office/drawing/2014/main" id="{E53DD4D3-8E77-9553-4491-DFB00AB9559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083675" y="3535209"/>
            <a:ext cx="2832100" cy="284402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pt-BR" err="1"/>
              <a:t>Placeholder</a:t>
            </a:r>
            <a:r>
              <a:rPr lang="pt-BR"/>
              <a:t> Picture</a:t>
            </a:r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835163-90CB-87B9-3C85-A96B7BA963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63525" y="5278229"/>
            <a:ext cx="2484438" cy="177692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pPr lvl="0"/>
            <a:r>
              <a:rPr lang="pt-BR"/>
              <a:t>+</a:t>
            </a:r>
            <a:r>
              <a:rPr lang="en-GB"/>
              <a:t>25% Lorem Ipsum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4FBD3F3-A38F-EF43-CB65-2E5E98E525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22885" y="4805789"/>
            <a:ext cx="2524318" cy="512971"/>
          </a:xfrm>
        </p:spPr>
        <p:txBody>
          <a:bodyPr>
            <a:noAutofit/>
          </a:bodyPr>
          <a:lstStyle>
            <a:lvl1pPr>
              <a:defRPr sz="3200">
                <a:solidFill>
                  <a:schemeClr val="bg1"/>
                </a:solidFill>
                <a:latin typeface="Work Sans Light" pitchFamily="2" charset="0"/>
              </a:defRPr>
            </a:lvl1pPr>
          </a:lstStyle>
          <a:p>
            <a:pPr lvl="0"/>
            <a:r>
              <a:rPr lang="pt-BR"/>
              <a:t>USD123.456</a:t>
            </a:r>
            <a:endParaRPr lang="en-GB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636D0F4E-7871-682B-86D9-DF965363022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53740" y="5278229"/>
            <a:ext cx="2372334" cy="177692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pPr lvl="0"/>
            <a:r>
              <a:rPr lang="pt-BR"/>
              <a:t>+</a:t>
            </a:r>
            <a:r>
              <a:rPr lang="en-GB"/>
              <a:t>25% Lorem Ipsum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E5B792B4-1FFD-DDB5-2EE2-4BA26CD30EE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32150" y="4805789"/>
            <a:ext cx="2410414" cy="512971"/>
          </a:xfrm>
        </p:spPr>
        <p:txBody>
          <a:bodyPr>
            <a:noAutofit/>
          </a:bodyPr>
          <a:lstStyle>
            <a:lvl1pPr>
              <a:defRPr sz="3200">
                <a:solidFill>
                  <a:schemeClr val="bg1"/>
                </a:solidFill>
                <a:latin typeface="Work Sans Light" pitchFamily="2" charset="0"/>
              </a:defRPr>
            </a:lvl1pPr>
          </a:lstStyle>
          <a:p>
            <a:pPr lvl="0"/>
            <a:r>
              <a:rPr lang="pt-BR"/>
              <a:t>USD123.456</a:t>
            </a:r>
            <a:endParaRPr lang="en-GB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B7EEF22F-6F81-828D-2BB2-14521ADB854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08031" y="5278229"/>
            <a:ext cx="2334014" cy="177692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pPr lvl="0"/>
            <a:r>
              <a:rPr lang="pt-BR"/>
              <a:t>+</a:t>
            </a:r>
            <a:r>
              <a:rPr lang="en-GB"/>
              <a:t>25% Lorem Ipsum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1DA85744-837F-952A-3CC7-B7798490B7E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57866" y="4805789"/>
            <a:ext cx="2371478" cy="512971"/>
          </a:xfrm>
        </p:spPr>
        <p:txBody>
          <a:bodyPr>
            <a:noAutofit/>
          </a:bodyPr>
          <a:lstStyle>
            <a:lvl1pPr>
              <a:defRPr sz="3200">
                <a:solidFill>
                  <a:schemeClr val="bg1"/>
                </a:solidFill>
                <a:latin typeface="Work Sans Light" pitchFamily="2" charset="0"/>
              </a:defRPr>
            </a:lvl1pPr>
          </a:lstStyle>
          <a:p>
            <a:pPr lvl="0"/>
            <a:r>
              <a:rPr lang="pt-BR"/>
              <a:t>USD123.456</a:t>
            </a:r>
            <a:endParaRPr lang="en-GB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CBE69910-588D-63F9-8621-D5951CC7970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67438" y="667303"/>
            <a:ext cx="5761037" cy="1218795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magna: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CFEA0CF-277F-F032-A078-A8B001153AC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3526" y="5610224"/>
            <a:ext cx="2484438" cy="771525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0A0E800-3F58-BB74-CCED-015FC92F987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51200" y="5610224"/>
            <a:ext cx="2413000" cy="771525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8F617FD-85CC-7A1B-66E2-2D45E31B230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68890" y="5610224"/>
            <a:ext cx="2413000" cy="771525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</a:t>
            </a:r>
          </a:p>
        </p:txBody>
      </p:sp>
    </p:spTree>
    <p:extLst>
      <p:ext uri="{BB962C8B-B14F-4D97-AF65-F5344CB8AC3E}">
        <p14:creationId xmlns:p14="http://schemas.microsoft.com/office/powerpoint/2010/main" val="23780093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000000"/>
          </p15:clr>
        </p15:guide>
        <p15:guide id="2" pos="5677">
          <p15:clr>
            <a:srgbClr val="000000"/>
          </p15:clr>
        </p15:guide>
        <p15:guide id="3" pos="2003">
          <p15:clr>
            <a:srgbClr val="000000"/>
          </p15:clr>
        </p15:guide>
        <p15:guide id="4" pos="3885">
          <p15:clr>
            <a:srgbClr val="A4A3A4"/>
          </p15:clr>
        </p15:guide>
        <p15:guide id="5" pos="3795">
          <p15:clr>
            <a:srgbClr val="A4A3A4"/>
          </p15:clr>
        </p15:guide>
        <p15:guide id="6" pos="5632">
          <p15:clr>
            <a:srgbClr val="A4A3A4"/>
          </p15:clr>
        </p15:guide>
        <p15:guide id="7" pos="5722">
          <p15:clr>
            <a:srgbClr val="A4A3A4"/>
          </p15:clr>
        </p15:guide>
        <p15:guide id="8" pos="2048">
          <p15:clr>
            <a:srgbClr val="A4A3A4"/>
          </p15:clr>
        </p15:guide>
        <p15:guide id="9" pos="1958">
          <p15:clr>
            <a:srgbClr val="A4A3A4"/>
          </p15:clr>
        </p15:guide>
        <p15:guide id="10" pos="3568">
          <p15:clr>
            <a:srgbClr val="FBAE40"/>
          </p15:clr>
        </p15:guide>
        <p15:guide id="11" pos="1731">
          <p15:clr>
            <a:srgbClr val="FBAE40"/>
          </p15:clr>
        </p15:guide>
        <p15:guide id="12" pos="5405">
          <p15:clr>
            <a:srgbClr val="FBAE40"/>
          </p15:clr>
        </p15:guide>
        <p15:guide id="13" pos="7287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B] Tag-Title-Items-Items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B1C55719-0EA7-0F77-1881-52AC16EC49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6" y="296863"/>
            <a:ext cx="2484438" cy="17557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TAG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CCA3096-1872-DBF1-477F-B94CD21301EC}"/>
              </a:ext>
            </a:extLst>
          </p:cNvPr>
          <p:cNvCxnSpPr/>
          <p:nvPr userDrawn="1"/>
        </p:nvCxnSpPr>
        <p:spPr>
          <a:xfrm>
            <a:off x="263525" y="2293926"/>
            <a:ext cx="11664950" cy="0"/>
          </a:xfrm>
          <a:prstGeom prst="line">
            <a:avLst/>
          </a:prstGeom>
          <a:ln w="635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D9B94FF-80BC-6744-3D6B-93E4EFA9896D}"/>
              </a:ext>
            </a:extLst>
          </p:cNvPr>
          <p:cNvCxnSpPr/>
          <p:nvPr userDrawn="1"/>
        </p:nvCxnSpPr>
        <p:spPr>
          <a:xfrm>
            <a:off x="263525" y="3822306"/>
            <a:ext cx="11664950" cy="0"/>
          </a:xfrm>
          <a:prstGeom prst="line">
            <a:avLst/>
          </a:prstGeom>
          <a:ln w="635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031BBC3-7F4D-80FA-47B4-554A67BC030C}"/>
              </a:ext>
            </a:extLst>
          </p:cNvPr>
          <p:cNvCxnSpPr/>
          <p:nvPr userDrawn="1"/>
        </p:nvCxnSpPr>
        <p:spPr>
          <a:xfrm>
            <a:off x="263525" y="5456798"/>
            <a:ext cx="11664950" cy="0"/>
          </a:xfrm>
          <a:prstGeom prst="line">
            <a:avLst/>
          </a:prstGeom>
          <a:ln w="635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Segnaposto titolo 4">
            <a:extLst>
              <a:ext uri="{FF2B5EF4-FFF2-40B4-BE49-F238E27FC236}">
                <a16:creationId xmlns:a16="http://schemas.microsoft.com/office/drawing/2014/main" id="{86181DD2-E741-B074-501A-9416BE3B3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667303"/>
            <a:ext cx="2844800" cy="8863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3200"/>
            </a:lvl1pPr>
          </a:lstStyle>
          <a:p>
            <a:r>
              <a:rPr lang="en-US"/>
              <a:t>Title here lorem ipsum</a:t>
            </a:r>
            <a:endParaRPr lang="en-GB"/>
          </a:p>
        </p:txBody>
      </p:sp>
      <p:sp>
        <p:nvSpPr>
          <p:cNvPr id="32" name="Text Placeholder 32">
            <a:extLst>
              <a:ext uri="{FF2B5EF4-FFF2-40B4-BE49-F238E27FC236}">
                <a16:creationId xmlns:a16="http://schemas.microsoft.com/office/drawing/2014/main" id="{AC68AB35-0925-C97C-4E29-BE5E91D382C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4755" y="2044016"/>
            <a:ext cx="2475548" cy="244267"/>
          </a:xfrm>
        </p:spPr>
        <p:txBody>
          <a:bodyPr/>
          <a:lstStyle>
            <a:lvl1pPr>
              <a:lnSpc>
                <a:spcPct val="110000"/>
              </a:lnSpc>
              <a:defRPr>
                <a:latin typeface="+mj-lt"/>
              </a:defRPr>
            </a:lvl1pPr>
          </a:lstStyle>
          <a:p>
            <a:pPr lvl="0"/>
            <a:r>
              <a:rPr lang="en-GB"/>
              <a:t>Paragraph Title</a:t>
            </a:r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1A1C3493-B0B9-3988-1959-BD1295A979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4755" y="3574376"/>
            <a:ext cx="2475548" cy="244267"/>
          </a:xfrm>
        </p:spPr>
        <p:txBody>
          <a:bodyPr/>
          <a:lstStyle>
            <a:lvl1pPr>
              <a:lnSpc>
                <a:spcPct val="110000"/>
              </a:lnSpc>
              <a:defRPr>
                <a:latin typeface="+mj-lt"/>
              </a:defRPr>
            </a:lvl1pPr>
          </a:lstStyle>
          <a:p>
            <a:pPr lvl="0"/>
            <a:r>
              <a:rPr lang="en-GB"/>
              <a:t>Paragraph Title</a:t>
            </a:r>
          </a:p>
        </p:txBody>
      </p:sp>
      <p:sp>
        <p:nvSpPr>
          <p:cNvPr id="36" name="Text Placeholder 32">
            <a:extLst>
              <a:ext uri="{FF2B5EF4-FFF2-40B4-BE49-F238E27FC236}">
                <a16:creationId xmlns:a16="http://schemas.microsoft.com/office/drawing/2014/main" id="{5D3B6147-EDF3-C0E6-CB78-FDC2D16D7F7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74755" y="5216362"/>
            <a:ext cx="2475548" cy="244267"/>
          </a:xfrm>
        </p:spPr>
        <p:txBody>
          <a:bodyPr/>
          <a:lstStyle>
            <a:lvl1pPr>
              <a:lnSpc>
                <a:spcPct val="110000"/>
              </a:lnSpc>
              <a:defRPr>
                <a:latin typeface="+mj-lt"/>
              </a:defRPr>
            </a:lvl1pPr>
          </a:lstStyle>
          <a:p>
            <a:pPr lvl="0"/>
            <a:r>
              <a:rPr lang="en-GB"/>
              <a:t>Paragraph Title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60DC295E-6692-0949-3167-A59A8FCD6FA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67437" y="2297420"/>
            <a:ext cx="5772267" cy="922337"/>
          </a:xfrm>
        </p:spPr>
        <p:txBody>
          <a:bodyPr anchor="ctr">
            <a:noAutofit/>
          </a:bodyPr>
          <a:lstStyle>
            <a:lvl1pPr algn="r">
              <a:defRPr sz="6600">
                <a:latin typeface="Work Sans Thin" pitchFamily="2" charset="0"/>
              </a:defRPr>
            </a:lvl1pPr>
          </a:lstStyle>
          <a:p>
            <a:pPr lvl="0"/>
            <a:r>
              <a:rPr lang="en-GB"/>
              <a:t>USD123.456</a:t>
            </a:r>
          </a:p>
        </p:txBody>
      </p:sp>
      <p:sp>
        <p:nvSpPr>
          <p:cNvPr id="39" name="Text Placeholder 37">
            <a:extLst>
              <a:ext uri="{FF2B5EF4-FFF2-40B4-BE49-F238E27FC236}">
                <a16:creationId xmlns:a16="http://schemas.microsoft.com/office/drawing/2014/main" id="{A6BF2E46-9DB5-4E89-A299-96CCD8AACA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167437" y="3825970"/>
            <a:ext cx="5772267" cy="922337"/>
          </a:xfrm>
        </p:spPr>
        <p:txBody>
          <a:bodyPr anchor="ctr">
            <a:noAutofit/>
          </a:bodyPr>
          <a:lstStyle>
            <a:lvl1pPr algn="r">
              <a:defRPr sz="6600">
                <a:latin typeface="Work Sans Thin" pitchFamily="2" charset="0"/>
              </a:defRPr>
            </a:lvl1pPr>
          </a:lstStyle>
          <a:p>
            <a:pPr lvl="0"/>
            <a:r>
              <a:rPr lang="en-GB"/>
              <a:t>40%</a:t>
            </a:r>
          </a:p>
        </p:txBody>
      </p:sp>
      <p:sp>
        <p:nvSpPr>
          <p:cNvPr id="40" name="Text Placeholder 37">
            <a:extLst>
              <a:ext uri="{FF2B5EF4-FFF2-40B4-BE49-F238E27FC236}">
                <a16:creationId xmlns:a16="http://schemas.microsoft.com/office/drawing/2014/main" id="{12C0AB9B-ED44-9A4C-CA0B-7D1A92E1EE4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67437" y="5469503"/>
            <a:ext cx="5772267" cy="922337"/>
          </a:xfrm>
        </p:spPr>
        <p:txBody>
          <a:bodyPr anchor="ctr">
            <a:noAutofit/>
          </a:bodyPr>
          <a:lstStyle>
            <a:lvl1pPr algn="r">
              <a:defRPr sz="6600">
                <a:latin typeface="Work Sans Thin" pitchFamily="2" charset="0"/>
              </a:defRPr>
            </a:lvl1pPr>
          </a:lstStyle>
          <a:p>
            <a:pPr lvl="0"/>
            <a:r>
              <a:rPr lang="en-GB"/>
              <a:t>+3.000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02E504C-1900-3A3B-BA8D-5DA3FE9B257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3526" y="5535383"/>
            <a:ext cx="2484438" cy="771525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A52FF35-5DBD-CC62-FCC9-EC394B34999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63526" y="3890268"/>
            <a:ext cx="2484438" cy="771525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DBE236-CA13-9055-7818-865BBFAA32E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63526" y="2366658"/>
            <a:ext cx="2484438" cy="771525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</a:t>
            </a:r>
          </a:p>
        </p:txBody>
      </p:sp>
    </p:spTree>
    <p:extLst>
      <p:ext uri="{BB962C8B-B14F-4D97-AF65-F5344CB8AC3E}">
        <p14:creationId xmlns:p14="http://schemas.microsoft.com/office/powerpoint/2010/main" val="42893033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000000"/>
          </p15:clr>
        </p15:guide>
        <p15:guide id="2" pos="5677">
          <p15:clr>
            <a:srgbClr val="000000"/>
          </p15:clr>
        </p15:guide>
        <p15:guide id="3" pos="2003">
          <p15:clr>
            <a:srgbClr val="000000"/>
          </p15:clr>
        </p15:guide>
        <p15:guide id="4" pos="3885">
          <p15:clr>
            <a:srgbClr val="A4A3A4"/>
          </p15:clr>
        </p15:guide>
        <p15:guide id="5" pos="3795">
          <p15:clr>
            <a:srgbClr val="A4A3A4"/>
          </p15:clr>
        </p15:guide>
        <p15:guide id="6" pos="5632">
          <p15:clr>
            <a:srgbClr val="A4A3A4"/>
          </p15:clr>
        </p15:guide>
        <p15:guide id="7" pos="5722">
          <p15:clr>
            <a:srgbClr val="A4A3A4"/>
          </p15:clr>
        </p15:guide>
        <p15:guide id="8" pos="2048">
          <p15:clr>
            <a:srgbClr val="A4A3A4"/>
          </p15:clr>
        </p15:guide>
        <p15:guide id="9" pos="1958">
          <p15:clr>
            <a:srgbClr val="A4A3A4"/>
          </p15:clr>
        </p15:guide>
        <p15:guide id="10" pos="3568">
          <p15:clr>
            <a:srgbClr val="FBAE40"/>
          </p15:clr>
        </p15:guide>
        <p15:guide id="11" pos="1731">
          <p15:clr>
            <a:srgbClr val="FBAE40"/>
          </p15:clr>
        </p15:guide>
        <p15:guide id="12" pos="5405">
          <p15:clr>
            <a:srgbClr val="FBAE40"/>
          </p15:clr>
        </p15:guide>
        <p15:guide id="13" pos="7287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B] Tag-Big Title-Text-Items-Items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egnaposto titolo 4">
            <a:extLst>
              <a:ext uri="{FF2B5EF4-FFF2-40B4-BE49-F238E27FC236}">
                <a16:creationId xmlns:a16="http://schemas.microsoft.com/office/drawing/2014/main" id="{E63E5D4D-DD79-2CFE-F72B-8CDA30F2C2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5" y="4499675"/>
            <a:ext cx="6553200" cy="2176430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lnSpc>
                <a:spcPct val="80000"/>
              </a:lnSpc>
              <a:defRPr sz="8800">
                <a:latin typeface="Work Sans Thin" pitchFamily="2" charset="0"/>
              </a:defRPr>
            </a:lvl1pPr>
          </a:lstStyle>
          <a:p>
            <a:r>
              <a:rPr lang="en-US"/>
              <a:t>Title here lorem ipsum</a:t>
            </a:r>
            <a:endParaRPr lang="en-GB"/>
          </a:p>
        </p:txBody>
      </p:sp>
      <p:sp>
        <p:nvSpPr>
          <p:cNvPr id="73" name="Text Placeholder 32">
            <a:extLst>
              <a:ext uri="{FF2B5EF4-FFF2-40B4-BE49-F238E27FC236}">
                <a16:creationId xmlns:a16="http://schemas.microsoft.com/office/drawing/2014/main" id="{936E9F31-CFA3-F4D7-7AEC-78CB9D23E3F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640013" y="296863"/>
            <a:ext cx="1873279" cy="244267"/>
          </a:xfrm>
        </p:spPr>
        <p:txBody>
          <a:bodyPr/>
          <a:lstStyle>
            <a:lvl1pPr>
              <a:lnSpc>
                <a:spcPct val="110000"/>
              </a:lnSpc>
              <a:defRPr>
                <a:latin typeface="+mj-lt"/>
              </a:defRPr>
            </a:lvl1pPr>
          </a:lstStyle>
          <a:p>
            <a:pPr lvl="0"/>
            <a:r>
              <a:rPr lang="en-GB"/>
              <a:t>Paragraph Title</a:t>
            </a:r>
          </a:p>
        </p:txBody>
      </p:sp>
      <p:sp>
        <p:nvSpPr>
          <p:cNvPr id="75" name="Text Placeholder 32">
            <a:extLst>
              <a:ext uri="{FF2B5EF4-FFF2-40B4-BE49-F238E27FC236}">
                <a16:creationId xmlns:a16="http://schemas.microsoft.com/office/drawing/2014/main" id="{9C314BCD-0CE6-C143-936A-1D0D9229554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640013" y="1545560"/>
            <a:ext cx="1873279" cy="244267"/>
          </a:xfrm>
        </p:spPr>
        <p:txBody>
          <a:bodyPr/>
          <a:lstStyle>
            <a:lvl1pPr>
              <a:lnSpc>
                <a:spcPct val="110000"/>
              </a:lnSpc>
              <a:defRPr>
                <a:latin typeface="+mj-lt"/>
              </a:defRPr>
            </a:lvl1pPr>
          </a:lstStyle>
          <a:p>
            <a:pPr lvl="0"/>
            <a:r>
              <a:rPr lang="en-GB"/>
              <a:t>Paragraph Title</a:t>
            </a:r>
          </a:p>
        </p:txBody>
      </p:sp>
      <p:sp>
        <p:nvSpPr>
          <p:cNvPr id="77" name="Text Placeholder 32">
            <a:extLst>
              <a:ext uri="{FF2B5EF4-FFF2-40B4-BE49-F238E27FC236}">
                <a16:creationId xmlns:a16="http://schemas.microsoft.com/office/drawing/2014/main" id="{36532851-9F19-761A-7130-81AD38CA6D2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16500" y="296863"/>
            <a:ext cx="1801755" cy="244267"/>
          </a:xfrm>
        </p:spPr>
        <p:txBody>
          <a:bodyPr/>
          <a:lstStyle>
            <a:lvl1pPr>
              <a:lnSpc>
                <a:spcPct val="110000"/>
              </a:lnSpc>
              <a:defRPr>
                <a:latin typeface="+mj-lt"/>
              </a:defRPr>
            </a:lvl1pPr>
          </a:lstStyle>
          <a:p>
            <a:pPr lvl="0"/>
            <a:r>
              <a:rPr lang="en-GB"/>
              <a:t>Paragraph Title</a:t>
            </a:r>
          </a:p>
        </p:txBody>
      </p:sp>
      <p:sp>
        <p:nvSpPr>
          <p:cNvPr id="79" name="Text Placeholder 32">
            <a:extLst>
              <a:ext uri="{FF2B5EF4-FFF2-40B4-BE49-F238E27FC236}">
                <a16:creationId xmlns:a16="http://schemas.microsoft.com/office/drawing/2014/main" id="{7B8DFB1A-84BA-BE52-B9B8-0A3845BD199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16500" y="1545560"/>
            <a:ext cx="1801755" cy="244267"/>
          </a:xfrm>
        </p:spPr>
        <p:txBody>
          <a:bodyPr/>
          <a:lstStyle>
            <a:lvl1pPr>
              <a:lnSpc>
                <a:spcPct val="110000"/>
              </a:lnSpc>
              <a:defRPr>
                <a:latin typeface="+mj-lt"/>
              </a:defRPr>
            </a:lvl1pPr>
          </a:lstStyle>
          <a:p>
            <a:pPr lvl="0"/>
            <a:r>
              <a:rPr lang="en-GB"/>
              <a:t>Paragraph Title</a:t>
            </a:r>
          </a:p>
        </p:txBody>
      </p:sp>
      <p:sp>
        <p:nvSpPr>
          <p:cNvPr id="81" name="Text Placeholder 32">
            <a:extLst>
              <a:ext uri="{FF2B5EF4-FFF2-40B4-BE49-F238E27FC236}">
                <a16:creationId xmlns:a16="http://schemas.microsoft.com/office/drawing/2014/main" id="{44D76F70-55D1-F3CB-AA80-F7482ED7B5B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319963" y="296863"/>
            <a:ext cx="1873278" cy="244267"/>
          </a:xfrm>
        </p:spPr>
        <p:txBody>
          <a:bodyPr/>
          <a:lstStyle>
            <a:lvl1pPr>
              <a:lnSpc>
                <a:spcPct val="110000"/>
              </a:lnSpc>
              <a:defRPr>
                <a:latin typeface="+mj-lt"/>
              </a:defRPr>
            </a:lvl1pPr>
          </a:lstStyle>
          <a:p>
            <a:pPr lvl="0"/>
            <a:r>
              <a:rPr lang="en-GB"/>
              <a:t>Paragraph Title</a:t>
            </a:r>
          </a:p>
        </p:txBody>
      </p:sp>
      <p:sp>
        <p:nvSpPr>
          <p:cNvPr id="83" name="Text Placeholder 32">
            <a:extLst>
              <a:ext uri="{FF2B5EF4-FFF2-40B4-BE49-F238E27FC236}">
                <a16:creationId xmlns:a16="http://schemas.microsoft.com/office/drawing/2014/main" id="{A25EDDE2-8B26-523A-BE2B-FFA3D0F1BF0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319963" y="1545560"/>
            <a:ext cx="1873278" cy="244267"/>
          </a:xfrm>
        </p:spPr>
        <p:txBody>
          <a:bodyPr/>
          <a:lstStyle>
            <a:lvl1pPr>
              <a:lnSpc>
                <a:spcPct val="110000"/>
              </a:lnSpc>
              <a:defRPr>
                <a:latin typeface="+mj-lt"/>
              </a:defRPr>
            </a:lvl1pPr>
          </a:lstStyle>
          <a:p>
            <a:pPr lvl="0"/>
            <a:r>
              <a:rPr lang="en-GB"/>
              <a:t>Paragraph Title</a:t>
            </a:r>
          </a:p>
        </p:txBody>
      </p:sp>
      <p:sp>
        <p:nvSpPr>
          <p:cNvPr id="85" name="Text Placeholder 32">
            <a:extLst>
              <a:ext uri="{FF2B5EF4-FFF2-40B4-BE49-F238E27FC236}">
                <a16:creationId xmlns:a16="http://schemas.microsoft.com/office/drawing/2014/main" id="{0B13D9F1-22A9-E6DF-30BD-7982348D4A5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696450" y="296863"/>
            <a:ext cx="1873278" cy="244267"/>
          </a:xfrm>
        </p:spPr>
        <p:txBody>
          <a:bodyPr/>
          <a:lstStyle>
            <a:lvl1pPr>
              <a:lnSpc>
                <a:spcPct val="110000"/>
              </a:lnSpc>
              <a:defRPr>
                <a:latin typeface="+mj-lt"/>
              </a:defRPr>
            </a:lvl1pPr>
          </a:lstStyle>
          <a:p>
            <a:pPr lvl="0"/>
            <a:r>
              <a:rPr lang="en-GB"/>
              <a:t>Paragraph Title</a:t>
            </a:r>
          </a:p>
        </p:txBody>
      </p:sp>
      <p:sp>
        <p:nvSpPr>
          <p:cNvPr id="87" name="Text Placeholder 32">
            <a:extLst>
              <a:ext uri="{FF2B5EF4-FFF2-40B4-BE49-F238E27FC236}">
                <a16:creationId xmlns:a16="http://schemas.microsoft.com/office/drawing/2014/main" id="{2B2742CB-FF84-2AB8-D550-157AEE9A819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696450" y="1545560"/>
            <a:ext cx="1873278" cy="244267"/>
          </a:xfrm>
        </p:spPr>
        <p:txBody>
          <a:bodyPr/>
          <a:lstStyle>
            <a:lvl1pPr>
              <a:lnSpc>
                <a:spcPct val="110000"/>
              </a:lnSpc>
              <a:defRPr>
                <a:latin typeface="+mj-lt"/>
              </a:defRPr>
            </a:lvl1pPr>
          </a:lstStyle>
          <a:p>
            <a:pPr lvl="0"/>
            <a:r>
              <a:rPr lang="en-GB"/>
              <a:t>Paragraph Title</a:t>
            </a:r>
          </a:p>
        </p:txBody>
      </p:sp>
      <p:sp>
        <p:nvSpPr>
          <p:cNvPr id="89" name="Text Placeholder 88">
            <a:extLst>
              <a:ext uri="{FF2B5EF4-FFF2-40B4-BE49-F238E27FC236}">
                <a16:creationId xmlns:a16="http://schemas.microsoft.com/office/drawing/2014/main" id="{79AD2185-9CB5-7F9D-291D-1486165B361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639380" y="565313"/>
            <a:ext cx="1872296" cy="816156"/>
          </a:xfrm>
        </p:spPr>
        <p:txBody>
          <a:bodyPr/>
          <a:lstStyle>
            <a:lvl1pPr>
              <a:lnSpc>
                <a:spcPct val="110000"/>
              </a:lnSpc>
              <a:defRPr>
                <a:solidFill>
                  <a:schemeClr val="bg1">
                    <a:alpha val="70000"/>
                  </a:schemeClr>
                </a:solidFill>
              </a:defRPr>
            </a:lvl1pPr>
            <a:lvl2pPr>
              <a:defRPr>
                <a:solidFill>
                  <a:srgbClr val="7D8A99"/>
                </a:solidFill>
              </a:defRPr>
            </a:lvl2pPr>
            <a:lvl3pPr>
              <a:defRPr>
                <a:solidFill>
                  <a:srgbClr val="7D8A99"/>
                </a:solidFill>
              </a:defRPr>
            </a:lvl3pPr>
            <a:lvl4pPr>
              <a:defRPr>
                <a:solidFill>
                  <a:srgbClr val="7D8A99"/>
                </a:solidFill>
              </a:defRPr>
            </a:lvl4pPr>
            <a:lvl5pPr marL="1076325" indent="0">
              <a:buNone/>
              <a:defRPr>
                <a:solidFill>
                  <a:srgbClr val="7D8A99"/>
                </a:solidFill>
              </a:defRPr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</a:t>
            </a:r>
          </a:p>
        </p:txBody>
      </p:sp>
      <p:sp>
        <p:nvSpPr>
          <p:cNvPr id="90" name="Text Placeholder 88">
            <a:extLst>
              <a:ext uri="{FF2B5EF4-FFF2-40B4-BE49-F238E27FC236}">
                <a16:creationId xmlns:a16="http://schemas.microsoft.com/office/drawing/2014/main" id="{62E4FE51-94A3-1D8E-D194-A41C59DE22C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639380" y="1803329"/>
            <a:ext cx="1872296" cy="816156"/>
          </a:xfrm>
        </p:spPr>
        <p:txBody>
          <a:bodyPr/>
          <a:lstStyle>
            <a:lvl1pPr>
              <a:lnSpc>
                <a:spcPct val="110000"/>
              </a:lnSpc>
              <a:defRPr>
                <a:solidFill>
                  <a:schemeClr val="bg1">
                    <a:alpha val="70000"/>
                  </a:schemeClr>
                </a:solidFill>
              </a:defRPr>
            </a:lvl1pPr>
            <a:lvl2pPr>
              <a:defRPr>
                <a:solidFill>
                  <a:srgbClr val="7D8A99"/>
                </a:solidFill>
              </a:defRPr>
            </a:lvl2pPr>
            <a:lvl3pPr>
              <a:defRPr>
                <a:solidFill>
                  <a:srgbClr val="7D8A99"/>
                </a:solidFill>
              </a:defRPr>
            </a:lvl3pPr>
            <a:lvl4pPr>
              <a:defRPr>
                <a:solidFill>
                  <a:srgbClr val="7D8A99"/>
                </a:solidFill>
              </a:defRPr>
            </a:lvl4pPr>
            <a:lvl5pPr marL="1076325" indent="0">
              <a:buNone/>
              <a:defRPr>
                <a:solidFill>
                  <a:srgbClr val="7D8A99"/>
                </a:solidFill>
              </a:defRPr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</a:t>
            </a:r>
          </a:p>
        </p:txBody>
      </p:sp>
      <p:sp>
        <p:nvSpPr>
          <p:cNvPr id="93" name="Text Placeholder 88">
            <a:extLst>
              <a:ext uri="{FF2B5EF4-FFF2-40B4-BE49-F238E27FC236}">
                <a16:creationId xmlns:a16="http://schemas.microsoft.com/office/drawing/2014/main" id="{4ADAF27D-72DF-9019-8CAA-F515679B017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13384" y="565313"/>
            <a:ext cx="1803341" cy="816156"/>
          </a:xfrm>
        </p:spPr>
        <p:txBody>
          <a:bodyPr/>
          <a:lstStyle>
            <a:lvl1pPr>
              <a:lnSpc>
                <a:spcPct val="110000"/>
              </a:lnSpc>
              <a:defRPr>
                <a:solidFill>
                  <a:schemeClr val="bg1">
                    <a:alpha val="70000"/>
                  </a:schemeClr>
                </a:solidFill>
              </a:defRPr>
            </a:lvl1pPr>
            <a:lvl2pPr>
              <a:defRPr>
                <a:solidFill>
                  <a:srgbClr val="7D8A99"/>
                </a:solidFill>
              </a:defRPr>
            </a:lvl2pPr>
            <a:lvl3pPr>
              <a:defRPr>
                <a:solidFill>
                  <a:srgbClr val="7D8A99"/>
                </a:solidFill>
              </a:defRPr>
            </a:lvl3pPr>
            <a:lvl4pPr>
              <a:defRPr>
                <a:solidFill>
                  <a:srgbClr val="7D8A99"/>
                </a:solidFill>
              </a:defRPr>
            </a:lvl4pPr>
            <a:lvl5pPr marL="1076325" indent="0">
              <a:buNone/>
              <a:defRPr>
                <a:solidFill>
                  <a:srgbClr val="7D8A99"/>
                </a:solidFill>
              </a:defRPr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</a:t>
            </a:r>
          </a:p>
        </p:txBody>
      </p:sp>
      <p:sp>
        <p:nvSpPr>
          <p:cNvPr id="94" name="Text Placeholder 88">
            <a:extLst>
              <a:ext uri="{FF2B5EF4-FFF2-40B4-BE49-F238E27FC236}">
                <a16:creationId xmlns:a16="http://schemas.microsoft.com/office/drawing/2014/main" id="{C3C5A010-B702-8075-7240-6290DDE7303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013384" y="1803329"/>
            <a:ext cx="1803341" cy="816156"/>
          </a:xfrm>
        </p:spPr>
        <p:txBody>
          <a:bodyPr/>
          <a:lstStyle>
            <a:lvl1pPr>
              <a:lnSpc>
                <a:spcPct val="110000"/>
              </a:lnSpc>
              <a:defRPr>
                <a:solidFill>
                  <a:schemeClr val="bg1">
                    <a:alpha val="70000"/>
                  </a:schemeClr>
                </a:solidFill>
              </a:defRPr>
            </a:lvl1pPr>
            <a:lvl2pPr>
              <a:defRPr>
                <a:solidFill>
                  <a:srgbClr val="7D8A99"/>
                </a:solidFill>
              </a:defRPr>
            </a:lvl2pPr>
            <a:lvl3pPr>
              <a:defRPr>
                <a:solidFill>
                  <a:srgbClr val="7D8A99"/>
                </a:solidFill>
              </a:defRPr>
            </a:lvl3pPr>
            <a:lvl4pPr>
              <a:defRPr>
                <a:solidFill>
                  <a:srgbClr val="7D8A99"/>
                </a:solidFill>
              </a:defRPr>
            </a:lvl4pPr>
            <a:lvl5pPr marL="1076325" indent="0">
              <a:buNone/>
              <a:defRPr>
                <a:solidFill>
                  <a:srgbClr val="7D8A99"/>
                </a:solidFill>
              </a:defRPr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</a:t>
            </a:r>
          </a:p>
        </p:txBody>
      </p:sp>
      <p:sp>
        <p:nvSpPr>
          <p:cNvPr id="95" name="Text Placeholder 88">
            <a:extLst>
              <a:ext uri="{FF2B5EF4-FFF2-40B4-BE49-F238E27FC236}">
                <a16:creationId xmlns:a16="http://schemas.microsoft.com/office/drawing/2014/main" id="{32F52439-8B94-1641-04A6-64DC82EFBBB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320945" y="565313"/>
            <a:ext cx="1872296" cy="816156"/>
          </a:xfrm>
        </p:spPr>
        <p:txBody>
          <a:bodyPr/>
          <a:lstStyle>
            <a:lvl1pPr>
              <a:lnSpc>
                <a:spcPct val="110000"/>
              </a:lnSpc>
              <a:defRPr>
                <a:solidFill>
                  <a:schemeClr val="bg1">
                    <a:alpha val="70000"/>
                  </a:schemeClr>
                </a:solidFill>
              </a:defRPr>
            </a:lvl1pPr>
            <a:lvl2pPr>
              <a:defRPr>
                <a:solidFill>
                  <a:srgbClr val="7D8A99"/>
                </a:solidFill>
              </a:defRPr>
            </a:lvl2pPr>
            <a:lvl3pPr>
              <a:defRPr>
                <a:solidFill>
                  <a:srgbClr val="7D8A99"/>
                </a:solidFill>
              </a:defRPr>
            </a:lvl3pPr>
            <a:lvl4pPr>
              <a:defRPr>
                <a:solidFill>
                  <a:srgbClr val="7D8A99"/>
                </a:solidFill>
              </a:defRPr>
            </a:lvl4pPr>
            <a:lvl5pPr marL="1076325" indent="0">
              <a:buNone/>
              <a:defRPr>
                <a:solidFill>
                  <a:srgbClr val="7D8A99"/>
                </a:solidFill>
              </a:defRPr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</a:t>
            </a:r>
          </a:p>
        </p:txBody>
      </p:sp>
      <p:sp>
        <p:nvSpPr>
          <p:cNvPr id="96" name="Text Placeholder 88">
            <a:extLst>
              <a:ext uri="{FF2B5EF4-FFF2-40B4-BE49-F238E27FC236}">
                <a16:creationId xmlns:a16="http://schemas.microsoft.com/office/drawing/2014/main" id="{0E40A89C-69EB-DB53-000F-CD937A45117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320945" y="1803329"/>
            <a:ext cx="1872296" cy="816156"/>
          </a:xfrm>
        </p:spPr>
        <p:txBody>
          <a:bodyPr/>
          <a:lstStyle>
            <a:lvl1pPr>
              <a:lnSpc>
                <a:spcPct val="110000"/>
              </a:lnSpc>
              <a:defRPr>
                <a:solidFill>
                  <a:schemeClr val="bg1">
                    <a:alpha val="70000"/>
                  </a:schemeClr>
                </a:solidFill>
              </a:defRPr>
            </a:lvl1pPr>
            <a:lvl2pPr>
              <a:defRPr>
                <a:solidFill>
                  <a:srgbClr val="7D8A99"/>
                </a:solidFill>
              </a:defRPr>
            </a:lvl2pPr>
            <a:lvl3pPr>
              <a:defRPr>
                <a:solidFill>
                  <a:srgbClr val="7D8A99"/>
                </a:solidFill>
              </a:defRPr>
            </a:lvl3pPr>
            <a:lvl4pPr>
              <a:defRPr>
                <a:solidFill>
                  <a:srgbClr val="7D8A99"/>
                </a:solidFill>
              </a:defRPr>
            </a:lvl4pPr>
            <a:lvl5pPr marL="1076325" indent="0">
              <a:buNone/>
              <a:defRPr>
                <a:solidFill>
                  <a:srgbClr val="7D8A99"/>
                </a:solidFill>
              </a:defRPr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</a:t>
            </a:r>
          </a:p>
        </p:txBody>
      </p:sp>
      <p:sp>
        <p:nvSpPr>
          <p:cNvPr id="97" name="Text Placeholder 88">
            <a:extLst>
              <a:ext uri="{FF2B5EF4-FFF2-40B4-BE49-F238E27FC236}">
                <a16:creationId xmlns:a16="http://schemas.microsoft.com/office/drawing/2014/main" id="{5BDD9277-72E9-EF6C-FC89-00859B14D01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697432" y="565313"/>
            <a:ext cx="1872296" cy="816156"/>
          </a:xfrm>
        </p:spPr>
        <p:txBody>
          <a:bodyPr/>
          <a:lstStyle>
            <a:lvl1pPr>
              <a:lnSpc>
                <a:spcPct val="110000"/>
              </a:lnSpc>
              <a:defRPr>
                <a:solidFill>
                  <a:schemeClr val="bg1">
                    <a:alpha val="70000"/>
                  </a:schemeClr>
                </a:solidFill>
              </a:defRPr>
            </a:lvl1pPr>
            <a:lvl2pPr>
              <a:defRPr>
                <a:solidFill>
                  <a:srgbClr val="7D8A99"/>
                </a:solidFill>
              </a:defRPr>
            </a:lvl2pPr>
            <a:lvl3pPr>
              <a:defRPr>
                <a:solidFill>
                  <a:srgbClr val="7D8A99"/>
                </a:solidFill>
              </a:defRPr>
            </a:lvl3pPr>
            <a:lvl4pPr>
              <a:defRPr>
                <a:solidFill>
                  <a:srgbClr val="7D8A99"/>
                </a:solidFill>
              </a:defRPr>
            </a:lvl4pPr>
            <a:lvl5pPr marL="1076325" indent="0">
              <a:buNone/>
              <a:defRPr>
                <a:solidFill>
                  <a:srgbClr val="7D8A99"/>
                </a:solidFill>
              </a:defRPr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</a:t>
            </a:r>
          </a:p>
        </p:txBody>
      </p:sp>
      <p:sp>
        <p:nvSpPr>
          <p:cNvPr id="98" name="Text Placeholder 88">
            <a:extLst>
              <a:ext uri="{FF2B5EF4-FFF2-40B4-BE49-F238E27FC236}">
                <a16:creationId xmlns:a16="http://schemas.microsoft.com/office/drawing/2014/main" id="{F3186F1D-08C1-0E45-D0A1-90F9CDC8842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697432" y="1803329"/>
            <a:ext cx="1872296" cy="816156"/>
          </a:xfrm>
        </p:spPr>
        <p:txBody>
          <a:bodyPr/>
          <a:lstStyle>
            <a:lvl1pPr>
              <a:lnSpc>
                <a:spcPct val="110000"/>
              </a:lnSpc>
              <a:defRPr>
                <a:solidFill>
                  <a:schemeClr val="bg1">
                    <a:alpha val="70000"/>
                  </a:schemeClr>
                </a:solidFill>
              </a:defRPr>
            </a:lvl1pPr>
            <a:lvl2pPr>
              <a:defRPr>
                <a:solidFill>
                  <a:srgbClr val="7D8A99"/>
                </a:solidFill>
              </a:defRPr>
            </a:lvl2pPr>
            <a:lvl3pPr>
              <a:defRPr>
                <a:solidFill>
                  <a:srgbClr val="7D8A99"/>
                </a:solidFill>
              </a:defRPr>
            </a:lvl3pPr>
            <a:lvl4pPr>
              <a:defRPr>
                <a:solidFill>
                  <a:srgbClr val="7D8A99"/>
                </a:solidFill>
              </a:defRPr>
            </a:lvl4pPr>
            <a:lvl5pPr marL="1076325" indent="0">
              <a:buNone/>
              <a:defRPr>
                <a:solidFill>
                  <a:srgbClr val="7D8A99"/>
                </a:solidFill>
              </a:defRPr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15F4CF99-4C7A-6428-3323-5DC58D22FDC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319963" y="4533900"/>
            <a:ext cx="4249765" cy="1841680"/>
          </a:xfrm>
        </p:spPr>
        <p:txBody>
          <a:bodyPr numCol="2" spcCol="540000" anchor="t"/>
          <a:lstStyle>
            <a:lvl1pPr>
              <a:defRPr/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magna: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79AE1268-F505-BAAB-8556-96A2D1370B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6" y="296863"/>
            <a:ext cx="2484438" cy="17557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TAG HERE</a:t>
            </a:r>
          </a:p>
        </p:txBody>
      </p:sp>
    </p:spTree>
    <p:extLst>
      <p:ext uri="{BB962C8B-B14F-4D97-AF65-F5344CB8AC3E}">
        <p14:creationId xmlns:p14="http://schemas.microsoft.com/office/powerpoint/2010/main" val="42625429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17">
          <p15:clr>
            <a:srgbClr val="000000"/>
          </p15:clr>
        </p15:guide>
        <p15:guide id="2" pos="6063">
          <p15:clr>
            <a:srgbClr val="000000"/>
          </p15:clr>
        </p15:guide>
        <p15:guide id="3" pos="4566">
          <p15:clr>
            <a:srgbClr val="000000"/>
          </p15:clr>
        </p15:guide>
        <p15:guide id="4" pos="3114">
          <p15:clr>
            <a:srgbClr val="000000"/>
          </p15:clr>
        </p15:guide>
        <p15:guide id="5" pos="3069">
          <p15:clr>
            <a:srgbClr val="A4A3A4"/>
          </p15:clr>
        </p15:guide>
        <p15:guide id="6" pos="1663">
          <p15:clr>
            <a:srgbClr val="A4A3A4"/>
          </p15:clr>
        </p15:guide>
        <p15:guide id="7" pos="1572">
          <p15:clr>
            <a:srgbClr val="A4A3A4"/>
          </p15:clr>
        </p15:guide>
        <p15:guide id="8" pos="6108">
          <p15:clr>
            <a:srgbClr val="A4A3A4"/>
          </p15:clr>
        </p15:guide>
        <p15:guide id="9" pos="6017">
          <p15:clr>
            <a:srgbClr val="A4A3A4"/>
          </p15:clr>
        </p15:guide>
        <p15:guide id="10" pos="3160">
          <p15:clr>
            <a:srgbClr val="A4A3A4"/>
          </p15:clr>
        </p15:guide>
        <p15:guide id="11" pos="4611">
          <p15:clr>
            <a:srgbClr val="A4A3A4"/>
          </p15:clr>
        </p15:guide>
        <p15:guide id="12" pos="4520">
          <p15:clr>
            <a:srgbClr val="A4A3A4"/>
          </p15:clr>
        </p15:guide>
        <p15:guide id="13" pos="2842">
          <p15:clr>
            <a:srgbClr val="FBAE40"/>
          </p15:clr>
        </p15:guide>
        <p15:guide id="14" pos="1345">
          <p15:clr>
            <a:srgbClr val="FBAE40"/>
          </p15:clr>
        </p15:guide>
        <p15:guide id="15" pos="4294">
          <p15:clr>
            <a:srgbClr val="FBAE40"/>
          </p15:clr>
        </p15:guide>
        <p15:guide id="16" pos="5790">
          <p15:clr>
            <a:srgbClr val="FBAE40"/>
          </p15:clr>
        </p15:guide>
        <p15:guide id="17" pos="728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W] Title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titolo 4">
            <a:extLst>
              <a:ext uri="{FF2B5EF4-FFF2-40B4-BE49-F238E27FC236}">
                <a16:creationId xmlns:a16="http://schemas.microsoft.com/office/drawing/2014/main" id="{67E41D04-6851-2993-46E1-831AC812C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296863"/>
            <a:ext cx="2484438" cy="182819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4400"/>
            </a:lvl1pPr>
          </a:lstStyle>
          <a:p>
            <a:r>
              <a:rPr lang="en-US"/>
              <a:t>Title here lorem ipsum</a:t>
            </a:r>
            <a:endParaRPr lang="en-GB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B99297E5-FACC-0504-5EF4-AD3E217D0CB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7437" y="1612490"/>
            <a:ext cx="5400675" cy="4769260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magna: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magna: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</a:t>
            </a:r>
            <a:r>
              <a:rPr lang="en-GB" dirty="0" err="1"/>
              <a:t>exercitationLorem</a:t>
            </a:r>
            <a:r>
              <a:rPr lang="en-GB" dirty="0"/>
              <a:t>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exercitation. 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</a:t>
            </a:r>
            <a:r>
              <a:rPr lang="en-GB" dirty="0" err="1"/>
              <a:t>exercitationLorem</a:t>
            </a:r>
            <a:r>
              <a:rPr lang="en-GB" dirty="0"/>
              <a:t>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exercitation.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452D34C-1B8B-18BA-9369-2BE19DF5F9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66768" y="1"/>
            <a:ext cx="1325232" cy="1325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605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000000"/>
          </p15:clr>
        </p15:guide>
        <p15:guide id="2" pos="5677">
          <p15:clr>
            <a:srgbClr val="000000"/>
          </p15:clr>
        </p15:guide>
        <p15:guide id="3" pos="2003">
          <p15:clr>
            <a:srgbClr val="000000"/>
          </p15:clr>
        </p15:guide>
        <p15:guide id="4" pos="3885">
          <p15:clr>
            <a:srgbClr val="A4A3A4"/>
          </p15:clr>
        </p15:guide>
        <p15:guide id="5" pos="3795">
          <p15:clr>
            <a:srgbClr val="A4A3A4"/>
          </p15:clr>
        </p15:guide>
        <p15:guide id="6" pos="5632">
          <p15:clr>
            <a:srgbClr val="A4A3A4"/>
          </p15:clr>
        </p15:guide>
        <p15:guide id="7" pos="5722">
          <p15:clr>
            <a:srgbClr val="A4A3A4"/>
          </p15:clr>
        </p15:guide>
        <p15:guide id="8" pos="2048">
          <p15:clr>
            <a:srgbClr val="A4A3A4"/>
          </p15:clr>
        </p15:guide>
        <p15:guide id="9" pos="1958">
          <p15:clr>
            <a:srgbClr val="A4A3A4"/>
          </p15:clr>
        </p15:guide>
        <p15:guide id="10" pos="3591">
          <p15:clr>
            <a:srgbClr val="FBAE40"/>
          </p15:clr>
        </p15:guide>
        <p15:guide id="11" pos="1731">
          <p15:clr>
            <a:srgbClr val="FBAE40"/>
          </p15:clr>
        </p15:guide>
        <p15:guide id="12" pos="5405">
          <p15:clr>
            <a:srgbClr val="FBAE40"/>
          </p15:clr>
        </p15:guide>
        <p15:guide id="13" pos="7287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W] Tag-Title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B99297E5-FACC-0504-5EF4-AD3E217D0CB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7437" y="1612490"/>
            <a:ext cx="5400675" cy="4769260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magna: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magna: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</a:t>
            </a:r>
            <a:r>
              <a:rPr lang="en-GB" dirty="0" err="1"/>
              <a:t>exercitationLorem</a:t>
            </a:r>
            <a:r>
              <a:rPr lang="en-GB" dirty="0"/>
              <a:t>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exercitation. 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</a:t>
            </a:r>
            <a:r>
              <a:rPr lang="en-GB" dirty="0" err="1"/>
              <a:t>exercitationLorem</a:t>
            </a:r>
            <a:r>
              <a:rPr lang="en-GB" dirty="0"/>
              <a:t>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exercitation. 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D93B408-3F8B-83EB-6B95-2244BF6671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66769" y="0"/>
            <a:ext cx="1325232" cy="1325232"/>
          </a:xfrm>
          <a:prstGeom prst="rect">
            <a:avLst/>
          </a:prstGeom>
        </p:spPr>
      </p:pic>
      <p:sp>
        <p:nvSpPr>
          <p:cNvPr id="4" name="Segnaposto titolo 4">
            <a:extLst>
              <a:ext uri="{FF2B5EF4-FFF2-40B4-BE49-F238E27FC236}">
                <a16:creationId xmlns:a16="http://schemas.microsoft.com/office/drawing/2014/main" id="{301351FD-DA2E-C0BB-3094-29C8E11D9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700532"/>
            <a:ext cx="2484438" cy="182819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4400">
                <a:solidFill>
                  <a:srgbClr val="0C2340"/>
                </a:solidFill>
              </a:defRPr>
            </a:lvl1pPr>
          </a:lstStyle>
          <a:p>
            <a:r>
              <a:rPr lang="en-US"/>
              <a:t>Title here lorem ipsum</a:t>
            </a:r>
            <a:endParaRPr lang="en-GB"/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1DB9E8BE-58D0-5311-D72A-FB5F96DADA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6" y="296863"/>
            <a:ext cx="2484438" cy="175577"/>
          </a:xfrm>
        </p:spPr>
        <p:txBody>
          <a:bodyPr/>
          <a:lstStyle>
            <a:lvl1pPr>
              <a:defRPr>
                <a:solidFill>
                  <a:srgbClr val="DA291C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TAG HERE</a:t>
            </a:r>
          </a:p>
        </p:txBody>
      </p:sp>
    </p:spTree>
    <p:extLst>
      <p:ext uri="{BB962C8B-B14F-4D97-AF65-F5344CB8AC3E}">
        <p14:creationId xmlns:p14="http://schemas.microsoft.com/office/powerpoint/2010/main" val="29828602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000000"/>
          </p15:clr>
        </p15:guide>
        <p15:guide id="2" pos="5677">
          <p15:clr>
            <a:srgbClr val="000000"/>
          </p15:clr>
        </p15:guide>
        <p15:guide id="3" pos="2003">
          <p15:clr>
            <a:srgbClr val="000000"/>
          </p15:clr>
        </p15:guide>
        <p15:guide id="4" pos="3885">
          <p15:clr>
            <a:srgbClr val="A4A3A4"/>
          </p15:clr>
        </p15:guide>
        <p15:guide id="5" pos="3795">
          <p15:clr>
            <a:srgbClr val="A4A3A4"/>
          </p15:clr>
        </p15:guide>
        <p15:guide id="6" pos="5632">
          <p15:clr>
            <a:srgbClr val="A4A3A4"/>
          </p15:clr>
        </p15:guide>
        <p15:guide id="7" pos="5722">
          <p15:clr>
            <a:srgbClr val="A4A3A4"/>
          </p15:clr>
        </p15:guide>
        <p15:guide id="8" pos="2048">
          <p15:clr>
            <a:srgbClr val="A4A3A4"/>
          </p15:clr>
        </p15:guide>
        <p15:guide id="9" pos="1958">
          <p15:clr>
            <a:srgbClr val="A4A3A4"/>
          </p15:clr>
        </p15:guide>
        <p15:guide id="10" pos="3591" userDrawn="1">
          <p15:clr>
            <a:srgbClr val="FBAE40"/>
          </p15:clr>
        </p15:guide>
        <p15:guide id="11" pos="1731">
          <p15:clr>
            <a:srgbClr val="FBAE40"/>
          </p15:clr>
        </p15:guide>
        <p15:guide id="12" pos="5405">
          <p15:clr>
            <a:srgbClr val="FBAE40"/>
          </p15:clr>
        </p15:guide>
        <p15:guide id="13" pos="7287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W] Tag-Title-3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titolo 4">
            <a:extLst>
              <a:ext uri="{FF2B5EF4-FFF2-40B4-BE49-F238E27FC236}">
                <a16:creationId xmlns:a16="http://schemas.microsoft.com/office/drawing/2014/main" id="{67E41D04-6851-2993-46E1-831AC812C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700532"/>
            <a:ext cx="2484438" cy="182819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4400"/>
            </a:lvl1pPr>
          </a:lstStyle>
          <a:p>
            <a:r>
              <a:rPr lang="en-US"/>
              <a:t>Title here lorem ipsum</a:t>
            </a:r>
            <a:endParaRPr lang="en-GB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4691B5D-CA76-8011-CF36-7A8C38195E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6" y="296863"/>
            <a:ext cx="2484438" cy="175577"/>
          </a:xfrm>
        </p:spPr>
        <p:txBody>
          <a:bodyPr/>
          <a:lstStyle>
            <a:lvl1pPr>
              <a:defRPr>
                <a:solidFill>
                  <a:srgbClr val="DA291C"/>
                </a:solidFill>
                <a:latin typeface="+mj-lt"/>
              </a:defRPr>
            </a:lvl1pPr>
          </a:lstStyle>
          <a:p>
            <a:pPr lvl="0"/>
            <a:r>
              <a:rPr lang="en-GB"/>
              <a:t>TAG HERE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955A4239-D776-C202-6CCA-CA92B51DF34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51201" y="3600450"/>
            <a:ext cx="8316912" cy="2781300"/>
          </a:xfrm>
        </p:spPr>
        <p:txBody>
          <a:bodyPr numCol="3" spcCol="540000" anchor="b"/>
          <a:lstStyle>
            <a:lvl1pPr>
              <a:defRPr/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magna: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magna: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</a:t>
            </a:r>
            <a:r>
              <a:rPr lang="en-GB" dirty="0" err="1"/>
              <a:t>exercitationLorem</a:t>
            </a:r>
            <a:r>
              <a:rPr lang="en-GB" dirty="0"/>
              <a:t>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exercitation. 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</a:t>
            </a:r>
            <a:r>
              <a:rPr lang="en-GB" dirty="0" err="1"/>
              <a:t>exercitationLorem</a:t>
            </a:r>
            <a:r>
              <a:rPr lang="en-GB" dirty="0"/>
              <a:t>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D87006D-466E-0B7E-4F5A-68EA453A66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64823" y="-973"/>
            <a:ext cx="1326205" cy="1326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535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000000"/>
          </p15:clr>
        </p15:guide>
        <p15:guide id="2" pos="5677">
          <p15:clr>
            <a:srgbClr val="000000"/>
          </p15:clr>
        </p15:guide>
        <p15:guide id="3" pos="2003">
          <p15:clr>
            <a:srgbClr val="000000"/>
          </p15:clr>
        </p15:guide>
        <p15:guide id="4" pos="3885">
          <p15:clr>
            <a:srgbClr val="A4A3A4"/>
          </p15:clr>
        </p15:guide>
        <p15:guide id="5" pos="3795">
          <p15:clr>
            <a:srgbClr val="A4A3A4"/>
          </p15:clr>
        </p15:guide>
        <p15:guide id="6" pos="5632">
          <p15:clr>
            <a:srgbClr val="A4A3A4"/>
          </p15:clr>
        </p15:guide>
        <p15:guide id="7" pos="5722">
          <p15:clr>
            <a:srgbClr val="A4A3A4"/>
          </p15:clr>
        </p15:guide>
        <p15:guide id="8" pos="2048">
          <p15:clr>
            <a:srgbClr val="A4A3A4"/>
          </p15:clr>
        </p15:guide>
        <p15:guide id="9" pos="1958">
          <p15:clr>
            <a:srgbClr val="A4A3A4"/>
          </p15:clr>
        </p15:guide>
        <p15:guide id="10" pos="3568">
          <p15:clr>
            <a:srgbClr val="FBAE40"/>
          </p15:clr>
        </p15:guide>
        <p15:guide id="11" pos="1731">
          <p15:clr>
            <a:srgbClr val="FBAE40"/>
          </p15:clr>
        </p15:guide>
        <p15:guide id="12" pos="5405">
          <p15:clr>
            <a:srgbClr val="FBAE40"/>
          </p15:clr>
        </p15:guide>
        <p15:guide id="13" pos="7287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W] Section number-Tag-Title-Text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5">
            <a:extLst>
              <a:ext uri="{FF2B5EF4-FFF2-40B4-BE49-F238E27FC236}">
                <a16:creationId xmlns:a16="http://schemas.microsoft.com/office/drawing/2014/main" id="{0444F1C3-08BB-FA38-C9E8-12ABBAFEEE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4329" b="6943"/>
          <a:stretch/>
        </p:blipFill>
        <p:spPr>
          <a:xfrm>
            <a:off x="4224339" y="296863"/>
            <a:ext cx="7967662" cy="6084888"/>
          </a:xfrm>
          <a:custGeom>
            <a:avLst/>
            <a:gdLst>
              <a:gd name="connsiteX0" fmla="*/ -521 w 10284441"/>
              <a:gd name="connsiteY0" fmla="*/ -332 h 6857973"/>
              <a:gd name="connsiteX1" fmla="*/ 10283921 w 10284441"/>
              <a:gd name="connsiteY1" fmla="*/ -332 h 6857973"/>
              <a:gd name="connsiteX2" fmla="*/ 10283921 w 10284441"/>
              <a:gd name="connsiteY2" fmla="*/ 6857642 h 6857973"/>
              <a:gd name="connsiteX3" fmla="*/ -521 w 10284441"/>
              <a:gd name="connsiteY3" fmla="*/ 6857642 h 6857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284441" h="6857973">
                <a:moveTo>
                  <a:pt x="-521" y="-332"/>
                </a:moveTo>
                <a:lnTo>
                  <a:pt x="10283921" y="-332"/>
                </a:lnTo>
                <a:lnTo>
                  <a:pt x="10283921" y="6857642"/>
                </a:lnTo>
                <a:lnTo>
                  <a:pt x="-521" y="6857642"/>
                </a:lnTo>
                <a:close/>
              </a:path>
            </a:pathLst>
          </a:custGeom>
        </p:spPr>
      </p:pic>
      <p:sp>
        <p:nvSpPr>
          <p:cNvPr id="24" name="Segnaposto titolo 4">
            <a:extLst>
              <a:ext uri="{FF2B5EF4-FFF2-40B4-BE49-F238E27FC236}">
                <a16:creationId xmlns:a16="http://schemas.microsoft.com/office/drawing/2014/main" id="{75FD8E71-5E64-EA0D-913F-05E95177C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1108032"/>
            <a:ext cx="2916555" cy="182819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4400"/>
            </a:lvl1pPr>
          </a:lstStyle>
          <a:p>
            <a:r>
              <a:rPr lang="en-US"/>
              <a:t>Title here lorem ipsum</a:t>
            </a:r>
            <a:endParaRPr lang="en-GB"/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3D212024-E1C2-DE6F-98A8-54A849DC99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6" y="643378"/>
            <a:ext cx="2484438" cy="175577"/>
          </a:xfrm>
        </p:spPr>
        <p:txBody>
          <a:bodyPr/>
          <a:lstStyle>
            <a:lvl1pPr>
              <a:defRPr>
                <a:solidFill>
                  <a:srgbClr val="0C2340"/>
                </a:solidFill>
                <a:latin typeface="+mj-lt"/>
              </a:defRPr>
            </a:lvl1pPr>
          </a:lstStyle>
          <a:p>
            <a:pPr lvl="0"/>
            <a:r>
              <a:rPr lang="en-GB"/>
              <a:t>TAG HERE</a:t>
            </a: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F2A9BAEA-5F4D-2E67-9F69-A5B9CAE968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30" y="221014"/>
            <a:ext cx="2484438" cy="422364"/>
          </a:xfrm>
        </p:spPr>
        <p:txBody>
          <a:bodyPr>
            <a:noAutofit/>
          </a:bodyPr>
          <a:lstStyle>
            <a:lvl1pPr>
              <a:defRPr sz="2800">
                <a:solidFill>
                  <a:srgbClr val="0C2340"/>
                </a:solidFill>
                <a:latin typeface="Work Sans Light" pitchFamily="2" charset="0"/>
              </a:defRPr>
            </a:lvl1pPr>
          </a:lstStyle>
          <a:p>
            <a:pPr lvl="0"/>
            <a:r>
              <a:rPr lang="en-GB"/>
              <a:t>01</a:t>
            </a:r>
          </a:p>
        </p:txBody>
      </p:sp>
      <p:sp>
        <p:nvSpPr>
          <p:cNvPr id="28" name="Picture Placeholder 20">
            <a:extLst>
              <a:ext uri="{FF2B5EF4-FFF2-40B4-BE49-F238E27FC236}">
                <a16:creationId xmlns:a16="http://schemas.microsoft.com/office/drawing/2014/main" id="{2D3F9975-D4D4-D156-85AE-C57B79C6631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227334" y="286702"/>
            <a:ext cx="7964666" cy="60848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pt-BR" err="1"/>
              <a:t>Placeholder</a:t>
            </a:r>
            <a:r>
              <a:rPr lang="pt-BR"/>
              <a:t> Picture</a:t>
            </a:r>
            <a:endParaRPr lang="en-GB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4FC7AB7-6D95-E76B-3261-9463A7843C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3525" y="3225302"/>
            <a:ext cx="2916555" cy="3156448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magna.</a:t>
            </a:r>
          </a:p>
        </p:txBody>
      </p:sp>
    </p:spTree>
    <p:extLst>
      <p:ext uri="{BB962C8B-B14F-4D97-AF65-F5344CB8AC3E}">
        <p14:creationId xmlns:p14="http://schemas.microsoft.com/office/powerpoint/2010/main" val="40243694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61">
          <p15:clr>
            <a:srgbClr val="A4A3A4"/>
          </p15:clr>
        </p15:guide>
        <p15:guide id="2" pos="5110">
          <p15:clr>
            <a:srgbClr val="A4A3A4"/>
          </p15:clr>
        </p15:guide>
        <p15:guide id="3" pos="2570">
          <p15:clr>
            <a:srgbClr val="A4A3A4"/>
          </p15:clr>
        </p15:guide>
        <p15:guide id="6" pos="5019">
          <p15:clr>
            <a:srgbClr val="A4A3A4"/>
          </p15:clr>
        </p15:guide>
        <p15:guide id="7" pos="5065">
          <p15:clr>
            <a:srgbClr val="000000"/>
          </p15:clr>
        </p15:guide>
        <p15:guide id="8" pos="2615">
          <p15:clr>
            <a:srgbClr val="000000"/>
          </p15:clr>
        </p15:guide>
        <p15:guide id="9" pos="2320" userDrawn="1">
          <p15:clr>
            <a:srgbClr val="FBAE40"/>
          </p15:clr>
        </p15:guide>
        <p15:guide id="10" pos="4793">
          <p15:clr>
            <a:srgbClr val="FBAE40"/>
          </p15:clr>
        </p15:guide>
        <p15:guide id="11" pos="7287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W] Section number-Tag-Big Title-Text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5">
            <a:extLst>
              <a:ext uri="{FF2B5EF4-FFF2-40B4-BE49-F238E27FC236}">
                <a16:creationId xmlns:a16="http://schemas.microsoft.com/office/drawing/2014/main" id="{E1AE2288-7A93-31F4-727C-1C3577B423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9183"/>
          <a:stretch/>
        </p:blipFill>
        <p:spPr>
          <a:xfrm>
            <a:off x="6167437" y="1672477"/>
            <a:ext cx="6024563" cy="4709274"/>
          </a:xfrm>
          <a:custGeom>
            <a:avLst/>
            <a:gdLst>
              <a:gd name="connsiteX0" fmla="*/ -521 w 10284441"/>
              <a:gd name="connsiteY0" fmla="*/ -332 h 6857973"/>
              <a:gd name="connsiteX1" fmla="*/ 10283921 w 10284441"/>
              <a:gd name="connsiteY1" fmla="*/ -332 h 6857973"/>
              <a:gd name="connsiteX2" fmla="*/ 10283921 w 10284441"/>
              <a:gd name="connsiteY2" fmla="*/ 6857642 h 6857973"/>
              <a:gd name="connsiteX3" fmla="*/ -521 w 10284441"/>
              <a:gd name="connsiteY3" fmla="*/ 6857642 h 6857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284441" h="6857973">
                <a:moveTo>
                  <a:pt x="-521" y="-332"/>
                </a:moveTo>
                <a:lnTo>
                  <a:pt x="10283921" y="-332"/>
                </a:lnTo>
                <a:lnTo>
                  <a:pt x="10283921" y="6857642"/>
                </a:lnTo>
                <a:lnTo>
                  <a:pt x="-521" y="6857642"/>
                </a:lnTo>
                <a:close/>
              </a:path>
            </a:pathLst>
          </a:custGeom>
        </p:spPr>
      </p:pic>
      <p:sp>
        <p:nvSpPr>
          <p:cNvPr id="13" name="Segnaposto titolo 4">
            <a:extLst>
              <a:ext uri="{FF2B5EF4-FFF2-40B4-BE49-F238E27FC236}">
                <a16:creationId xmlns:a16="http://schemas.microsoft.com/office/drawing/2014/main" id="{29D9F020-12C3-E73D-AAD0-090B6FA56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1816741"/>
            <a:ext cx="6889115" cy="21764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lnSpc>
                <a:spcPct val="80000"/>
              </a:lnSpc>
              <a:defRPr sz="8800">
                <a:solidFill>
                  <a:srgbClr val="DA291C"/>
                </a:solidFill>
                <a:latin typeface="Work Sans Thin" pitchFamily="2" charset="0"/>
              </a:defRPr>
            </a:lvl1pPr>
          </a:lstStyle>
          <a:p>
            <a:r>
              <a:rPr lang="en-US"/>
              <a:t>Title here lorem ipsum</a:t>
            </a:r>
            <a:endParaRPr lang="en-GB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96B5783-F4EA-0991-CE87-AB5045AB951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6" y="643378"/>
            <a:ext cx="2484438" cy="175577"/>
          </a:xfrm>
        </p:spPr>
        <p:txBody>
          <a:bodyPr/>
          <a:lstStyle>
            <a:lvl1pPr>
              <a:defRPr>
                <a:solidFill>
                  <a:srgbClr val="0C2340"/>
                </a:solidFill>
                <a:latin typeface="+mj-lt"/>
              </a:defRPr>
            </a:lvl1pPr>
          </a:lstStyle>
          <a:p>
            <a:pPr lvl="0"/>
            <a:r>
              <a:rPr lang="en-GB"/>
              <a:t>TAG HERE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D667B30-1860-A37F-E3B4-A4AF0665BE7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30" y="221014"/>
            <a:ext cx="2484438" cy="422364"/>
          </a:xfrm>
        </p:spPr>
        <p:txBody>
          <a:bodyPr>
            <a:noAutofit/>
          </a:bodyPr>
          <a:lstStyle>
            <a:lvl1pPr>
              <a:defRPr sz="2800">
                <a:solidFill>
                  <a:srgbClr val="0C2340"/>
                </a:solidFill>
                <a:latin typeface="Work Sans Light" pitchFamily="2" charset="0"/>
              </a:defRPr>
            </a:lvl1pPr>
          </a:lstStyle>
          <a:p>
            <a:pPr lvl="0"/>
            <a:r>
              <a:rPr lang="en-GB"/>
              <a:t>01</a:t>
            </a:r>
          </a:p>
        </p:txBody>
      </p:sp>
      <p:sp>
        <p:nvSpPr>
          <p:cNvPr id="17" name="Picture Placeholder 20">
            <a:extLst>
              <a:ext uri="{FF2B5EF4-FFF2-40B4-BE49-F238E27FC236}">
                <a16:creationId xmlns:a16="http://schemas.microsoft.com/office/drawing/2014/main" id="{237A83E7-1609-6E24-85C8-F1717A256B5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4442" y="1662316"/>
            <a:ext cx="6027557" cy="47092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pt-BR" err="1"/>
              <a:t>Placeholder</a:t>
            </a:r>
            <a:r>
              <a:rPr lang="pt-BR"/>
              <a:t> Picture</a:t>
            </a:r>
            <a:endParaRPr lang="en-GB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02059D5-2CE1-51EC-4F2D-A5203B279D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4818" y="4205318"/>
            <a:ext cx="3444696" cy="2176431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magna.</a:t>
            </a:r>
          </a:p>
        </p:txBody>
      </p:sp>
    </p:spTree>
    <p:extLst>
      <p:ext uri="{BB962C8B-B14F-4D97-AF65-F5344CB8AC3E}">
        <p14:creationId xmlns:p14="http://schemas.microsoft.com/office/powerpoint/2010/main" val="3118132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61">
          <p15:clr>
            <a:srgbClr val="A4A3A4"/>
          </p15:clr>
        </p15:guide>
        <p15:guide id="2" pos="5110">
          <p15:clr>
            <a:srgbClr val="A4A3A4"/>
          </p15:clr>
        </p15:guide>
        <p15:guide id="3" pos="2570">
          <p15:clr>
            <a:srgbClr val="A4A3A4"/>
          </p15:clr>
        </p15:guide>
        <p15:guide id="6" pos="5019">
          <p15:clr>
            <a:srgbClr val="A4A3A4"/>
          </p15:clr>
        </p15:guide>
        <p15:guide id="7" pos="5065">
          <p15:clr>
            <a:srgbClr val="000000"/>
          </p15:clr>
        </p15:guide>
        <p15:guide id="8" pos="2615">
          <p15:clr>
            <a:srgbClr val="000000"/>
          </p15:clr>
        </p15:guide>
        <p15:guide id="9" pos="2343">
          <p15:clr>
            <a:srgbClr val="FBAE40"/>
          </p15:clr>
        </p15:guide>
        <p15:guide id="10" pos="4793">
          <p15:clr>
            <a:srgbClr val="FBAE40"/>
          </p15:clr>
        </p15:guide>
        <p15:guide id="11" pos="7287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W] Tag-Title-Text-Items-Items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B1C55719-0EA7-0F77-1881-52AC16EC49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6" y="296863"/>
            <a:ext cx="2484438" cy="175577"/>
          </a:xfrm>
        </p:spPr>
        <p:txBody>
          <a:bodyPr/>
          <a:lstStyle>
            <a:lvl1pPr>
              <a:defRPr>
                <a:solidFill>
                  <a:srgbClr val="DA291C"/>
                </a:solidFill>
                <a:latin typeface="+mj-lt"/>
              </a:defRPr>
            </a:lvl1pPr>
          </a:lstStyle>
          <a:p>
            <a:pPr lvl="0"/>
            <a:r>
              <a:rPr lang="en-GB"/>
              <a:t>TAG HERE</a:t>
            </a:r>
          </a:p>
        </p:txBody>
      </p:sp>
      <p:sp>
        <p:nvSpPr>
          <p:cNvPr id="27" name="Segnaposto titolo 4">
            <a:extLst>
              <a:ext uri="{FF2B5EF4-FFF2-40B4-BE49-F238E27FC236}">
                <a16:creationId xmlns:a16="http://schemas.microsoft.com/office/drawing/2014/main" id="{8130A92C-C6EE-1AB1-F8C5-69DA7F92A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700532"/>
            <a:ext cx="2484438" cy="182819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4400"/>
            </a:lvl1pPr>
          </a:lstStyle>
          <a:p>
            <a:r>
              <a:rPr lang="en-US"/>
              <a:t>Title here lorem ipsum</a:t>
            </a:r>
            <a:endParaRPr lang="en-GB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B0CCD89D-3DD0-C5F8-2231-6F7F401585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7438" y="3512933"/>
            <a:ext cx="258735" cy="236784"/>
          </a:xfrm>
          <a:solidFill>
            <a:srgbClr val="DA291C"/>
          </a:solidFill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03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C69C761A-0A87-45AB-B131-21AC7FCE9E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81412" y="3512933"/>
            <a:ext cx="258735" cy="236784"/>
          </a:xfrm>
          <a:solidFill>
            <a:srgbClr val="DA291C"/>
          </a:solidFill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04</a:t>
            </a:r>
          </a:p>
        </p:txBody>
      </p:sp>
      <p:sp>
        <p:nvSpPr>
          <p:cNvPr id="41" name="Text Placeholder 34">
            <a:extLst>
              <a:ext uri="{FF2B5EF4-FFF2-40B4-BE49-F238E27FC236}">
                <a16:creationId xmlns:a16="http://schemas.microsoft.com/office/drawing/2014/main" id="{16C23411-5558-0D35-DE3A-59F329629D5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67438" y="5234865"/>
            <a:ext cx="258735" cy="236784"/>
          </a:xfrm>
          <a:solidFill>
            <a:srgbClr val="DA291C"/>
          </a:solidFill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05</a:t>
            </a:r>
          </a:p>
        </p:txBody>
      </p:sp>
      <p:sp>
        <p:nvSpPr>
          <p:cNvPr id="44" name="Text Placeholder 34">
            <a:extLst>
              <a:ext uri="{FF2B5EF4-FFF2-40B4-BE49-F238E27FC236}">
                <a16:creationId xmlns:a16="http://schemas.microsoft.com/office/drawing/2014/main" id="{10F134EC-8525-B1E3-5696-F3C98036DA3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81412" y="5234865"/>
            <a:ext cx="258735" cy="236784"/>
          </a:xfrm>
          <a:solidFill>
            <a:srgbClr val="DA291C"/>
          </a:solidFill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06</a:t>
            </a:r>
          </a:p>
        </p:txBody>
      </p:sp>
      <p:sp>
        <p:nvSpPr>
          <p:cNvPr id="47" name="Text Placeholder 34">
            <a:extLst>
              <a:ext uri="{FF2B5EF4-FFF2-40B4-BE49-F238E27FC236}">
                <a16:creationId xmlns:a16="http://schemas.microsoft.com/office/drawing/2014/main" id="{4820B35B-5AAA-5F4C-3E25-2925C0A9F1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67438" y="1884772"/>
            <a:ext cx="258735" cy="236784"/>
          </a:xfrm>
          <a:solidFill>
            <a:srgbClr val="DA291C"/>
          </a:solidFill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01</a:t>
            </a:r>
          </a:p>
        </p:txBody>
      </p:sp>
      <p:sp>
        <p:nvSpPr>
          <p:cNvPr id="50" name="Text Placeholder 34">
            <a:extLst>
              <a:ext uri="{FF2B5EF4-FFF2-40B4-BE49-F238E27FC236}">
                <a16:creationId xmlns:a16="http://schemas.microsoft.com/office/drawing/2014/main" id="{0A288506-1B16-051F-5A15-83E0E078F16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081412" y="1884772"/>
            <a:ext cx="258735" cy="236784"/>
          </a:xfrm>
          <a:solidFill>
            <a:srgbClr val="DA291C"/>
          </a:solidFill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02</a:t>
            </a:r>
          </a:p>
        </p:txBody>
      </p:sp>
      <p:sp>
        <p:nvSpPr>
          <p:cNvPr id="2" name="Text Placeholder 32">
            <a:extLst>
              <a:ext uri="{FF2B5EF4-FFF2-40B4-BE49-F238E27FC236}">
                <a16:creationId xmlns:a16="http://schemas.microsoft.com/office/drawing/2014/main" id="{2843D2A3-CBCF-8A99-8470-A2E00023B8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67438" y="3840502"/>
            <a:ext cx="2413000" cy="244267"/>
          </a:xfrm>
        </p:spPr>
        <p:txBody>
          <a:bodyPr/>
          <a:lstStyle>
            <a:lvl1pPr>
              <a:lnSpc>
                <a:spcPct val="110000"/>
              </a:lnSpc>
              <a:defRPr>
                <a:solidFill>
                  <a:srgbClr val="0C2340"/>
                </a:solidFill>
                <a:latin typeface="+mj-lt"/>
              </a:defRPr>
            </a:lvl1pPr>
          </a:lstStyle>
          <a:p>
            <a:pPr lvl="0"/>
            <a:r>
              <a:rPr lang="en-GB"/>
              <a:t>Paragraph Title</a:t>
            </a:r>
          </a:p>
        </p:txBody>
      </p:sp>
      <p:sp>
        <p:nvSpPr>
          <p:cNvPr id="3" name="Text Placeholder 32">
            <a:extLst>
              <a:ext uri="{FF2B5EF4-FFF2-40B4-BE49-F238E27FC236}">
                <a16:creationId xmlns:a16="http://schemas.microsoft.com/office/drawing/2014/main" id="{0F3DB166-A56A-1909-6ACE-66686436CD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81411" y="3840502"/>
            <a:ext cx="2489057" cy="244267"/>
          </a:xfrm>
        </p:spPr>
        <p:txBody>
          <a:bodyPr/>
          <a:lstStyle>
            <a:lvl1pPr>
              <a:lnSpc>
                <a:spcPct val="110000"/>
              </a:lnSpc>
              <a:defRPr>
                <a:solidFill>
                  <a:srgbClr val="0C2340"/>
                </a:solidFill>
                <a:latin typeface="+mj-lt"/>
              </a:defRPr>
            </a:lvl1pPr>
          </a:lstStyle>
          <a:p>
            <a:pPr lvl="0"/>
            <a:r>
              <a:rPr lang="en-GB"/>
              <a:t>Paragraph Title</a:t>
            </a:r>
          </a:p>
        </p:txBody>
      </p:sp>
      <p:sp>
        <p:nvSpPr>
          <p:cNvPr id="4" name="Text Placeholder 32">
            <a:extLst>
              <a:ext uri="{FF2B5EF4-FFF2-40B4-BE49-F238E27FC236}">
                <a16:creationId xmlns:a16="http://schemas.microsoft.com/office/drawing/2014/main" id="{AE2769F3-93A3-7A09-2A2F-30D2C0268A0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67438" y="5562434"/>
            <a:ext cx="2413000" cy="244267"/>
          </a:xfrm>
        </p:spPr>
        <p:txBody>
          <a:bodyPr/>
          <a:lstStyle>
            <a:lvl1pPr>
              <a:lnSpc>
                <a:spcPct val="110000"/>
              </a:lnSpc>
              <a:defRPr>
                <a:solidFill>
                  <a:srgbClr val="0C2340"/>
                </a:solidFill>
                <a:latin typeface="+mj-lt"/>
              </a:defRPr>
            </a:lvl1pPr>
          </a:lstStyle>
          <a:p>
            <a:pPr lvl="0"/>
            <a:r>
              <a:rPr lang="en-GB"/>
              <a:t>Paragraph Title</a:t>
            </a:r>
          </a:p>
        </p:txBody>
      </p:sp>
      <p:sp>
        <p:nvSpPr>
          <p:cNvPr id="5" name="Text Placeholder 32">
            <a:extLst>
              <a:ext uri="{FF2B5EF4-FFF2-40B4-BE49-F238E27FC236}">
                <a16:creationId xmlns:a16="http://schemas.microsoft.com/office/drawing/2014/main" id="{116FDD01-3CE3-FD6C-E1DE-566BF90DFEA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81411" y="5562434"/>
            <a:ext cx="2489057" cy="244267"/>
          </a:xfrm>
        </p:spPr>
        <p:txBody>
          <a:bodyPr/>
          <a:lstStyle>
            <a:lvl1pPr>
              <a:lnSpc>
                <a:spcPct val="110000"/>
              </a:lnSpc>
              <a:defRPr>
                <a:solidFill>
                  <a:srgbClr val="0C2340"/>
                </a:solidFill>
                <a:latin typeface="+mj-lt"/>
              </a:defRPr>
            </a:lvl1pPr>
          </a:lstStyle>
          <a:p>
            <a:pPr lvl="0"/>
            <a:r>
              <a:rPr lang="en-GB"/>
              <a:t>Paragraph Title</a:t>
            </a:r>
          </a:p>
        </p:txBody>
      </p:sp>
      <p:sp>
        <p:nvSpPr>
          <p:cNvPr id="6" name="Text Placeholder 32">
            <a:extLst>
              <a:ext uri="{FF2B5EF4-FFF2-40B4-BE49-F238E27FC236}">
                <a16:creationId xmlns:a16="http://schemas.microsoft.com/office/drawing/2014/main" id="{A5498262-6402-F8DA-20BD-CB303ABFE4E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7438" y="2212341"/>
            <a:ext cx="2413000" cy="244267"/>
          </a:xfrm>
        </p:spPr>
        <p:txBody>
          <a:bodyPr/>
          <a:lstStyle>
            <a:lvl1pPr>
              <a:lnSpc>
                <a:spcPct val="110000"/>
              </a:lnSpc>
              <a:defRPr>
                <a:solidFill>
                  <a:srgbClr val="0C2340"/>
                </a:solidFill>
                <a:latin typeface="+mj-lt"/>
              </a:defRPr>
            </a:lvl1pPr>
          </a:lstStyle>
          <a:p>
            <a:pPr lvl="0"/>
            <a:r>
              <a:rPr lang="en-GB"/>
              <a:t>Paragraph Title</a:t>
            </a:r>
          </a:p>
        </p:txBody>
      </p:sp>
      <p:sp>
        <p:nvSpPr>
          <p:cNvPr id="7" name="Text Placeholder 32">
            <a:extLst>
              <a:ext uri="{FF2B5EF4-FFF2-40B4-BE49-F238E27FC236}">
                <a16:creationId xmlns:a16="http://schemas.microsoft.com/office/drawing/2014/main" id="{E804A0EB-C843-4336-26A4-87E9A3BB3BD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81411" y="2212341"/>
            <a:ext cx="2489057" cy="244267"/>
          </a:xfrm>
        </p:spPr>
        <p:txBody>
          <a:bodyPr/>
          <a:lstStyle>
            <a:lvl1pPr>
              <a:lnSpc>
                <a:spcPct val="110000"/>
              </a:lnSpc>
              <a:defRPr>
                <a:solidFill>
                  <a:srgbClr val="0C2340"/>
                </a:solidFill>
                <a:latin typeface="+mj-lt"/>
              </a:defRPr>
            </a:lvl1pPr>
          </a:lstStyle>
          <a:p>
            <a:pPr lvl="0"/>
            <a:r>
              <a:rPr lang="en-GB"/>
              <a:t>Paragraph Title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7AB308E-E157-D0E2-BC5E-6862BAC62AD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63525" y="3429000"/>
            <a:ext cx="5400675" cy="2952750"/>
          </a:xfrm>
        </p:spPr>
        <p:txBody>
          <a:bodyPr anchor="b"/>
          <a:lstStyle>
            <a:lvl1pPr>
              <a:defRPr>
                <a:solidFill>
                  <a:srgbClr val="0C2340"/>
                </a:solidFill>
              </a:defRPr>
            </a:lvl1pPr>
          </a:lstStyle>
          <a:p>
            <a:pPr lvl="0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magna: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E023D94-5164-EECA-03EE-C9F0232ABB4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165173" y="2453532"/>
            <a:ext cx="2413000" cy="531238"/>
          </a:xfrm>
        </p:spPr>
        <p:txBody>
          <a:bodyPr anchor="t"/>
          <a:lstStyle>
            <a:lvl1pPr>
              <a:defRPr>
                <a:solidFill>
                  <a:srgbClr val="0C2340"/>
                </a:solidFill>
              </a:defRPr>
            </a:lvl1pPr>
          </a:lstStyle>
          <a:p>
            <a:pPr lvl="0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endParaRPr lang="en-GB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F5F0A22-3F94-6E30-16C0-2A47B68E1CC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079145" y="2453532"/>
            <a:ext cx="2486067" cy="531238"/>
          </a:xfrm>
        </p:spPr>
        <p:txBody>
          <a:bodyPr anchor="t"/>
          <a:lstStyle>
            <a:lvl1pPr>
              <a:defRPr>
                <a:solidFill>
                  <a:srgbClr val="0C2340"/>
                </a:solidFill>
              </a:defRPr>
            </a:lvl1pPr>
          </a:lstStyle>
          <a:p>
            <a:pPr lvl="0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endParaRPr 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0C682B8-C84C-09CD-A738-F43F275774D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65173" y="4084769"/>
            <a:ext cx="2413000" cy="531238"/>
          </a:xfrm>
        </p:spPr>
        <p:txBody>
          <a:bodyPr anchor="t"/>
          <a:lstStyle>
            <a:lvl1pPr>
              <a:defRPr>
                <a:solidFill>
                  <a:srgbClr val="0C2340"/>
                </a:solidFill>
              </a:defRPr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endParaRPr lang="en-GB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9C8F8F4-CF5A-DA3C-CD87-A4246535786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79145" y="4084769"/>
            <a:ext cx="2486067" cy="531238"/>
          </a:xfrm>
        </p:spPr>
        <p:txBody>
          <a:bodyPr anchor="t"/>
          <a:lstStyle>
            <a:lvl1pPr>
              <a:defRPr>
                <a:solidFill>
                  <a:srgbClr val="0C2340"/>
                </a:solidFill>
              </a:defRPr>
            </a:lvl1pPr>
          </a:lstStyle>
          <a:p>
            <a:pPr lvl="0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endParaRPr lang="en-GB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962C5DC9-C79F-2079-E3E3-3FB4AC9FC56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65173" y="5812608"/>
            <a:ext cx="2413000" cy="531238"/>
          </a:xfrm>
        </p:spPr>
        <p:txBody>
          <a:bodyPr anchor="t"/>
          <a:lstStyle>
            <a:lvl1pPr>
              <a:defRPr>
                <a:solidFill>
                  <a:srgbClr val="0C2340"/>
                </a:solidFill>
              </a:defRPr>
            </a:lvl1pPr>
          </a:lstStyle>
          <a:p>
            <a:pPr lvl="0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endParaRPr lang="en-GB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304CF71E-9941-6DB0-DF45-BFFFFECA275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079145" y="5812608"/>
            <a:ext cx="2486067" cy="531238"/>
          </a:xfrm>
        </p:spPr>
        <p:txBody>
          <a:bodyPr anchor="t"/>
          <a:lstStyle>
            <a:lvl1pPr>
              <a:defRPr>
                <a:solidFill>
                  <a:srgbClr val="0C2340"/>
                </a:solidFill>
              </a:defRPr>
            </a:lvl1pPr>
          </a:lstStyle>
          <a:p>
            <a:pPr lvl="0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8199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000000"/>
          </p15:clr>
        </p15:guide>
        <p15:guide id="2" pos="5677">
          <p15:clr>
            <a:srgbClr val="000000"/>
          </p15:clr>
        </p15:guide>
        <p15:guide id="3" pos="2003">
          <p15:clr>
            <a:srgbClr val="000000"/>
          </p15:clr>
        </p15:guide>
        <p15:guide id="4" pos="3885">
          <p15:clr>
            <a:srgbClr val="A4A3A4"/>
          </p15:clr>
        </p15:guide>
        <p15:guide id="5" pos="3795">
          <p15:clr>
            <a:srgbClr val="A4A3A4"/>
          </p15:clr>
        </p15:guide>
        <p15:guide id="6" pos="5632">
          <p15:clr>
            <a:srgbClr val="A4A3A4"/>
          </p15:clr>
        </p15:guide>
        <p15:guide id="7" pos="5722">
          <p15:clr>
            <a:srgbClr val="A4A3A4"/>
          </p15:clr>
        </p15:guide>
        <p15:guide id="8" pos="2048">
          <p15:clr>
            <a:srgbClr val="A4A3A4"/>
          </p15:clr>
        </p15:guide>
        <p15:guide id="9" pos="1958">
          <p15:clr>
            <a:srgbClr val="A4A3A4"/>
          </p15:clr>
        </p15:guide>
        <p15:guide id="10" pos="3522" userDrawn="1">
          <p15:clr>
            <a:srgbClr val="FBAE40"/>
          </p15:clr>
        </p15:guide>
        <p15:guide id="11" pos="1731">
          <p15:clr>
            <a:srgbClr val="FBAE40"/>
          </p15:clr>
        </p15:guide>
        <p15:guide id="12" pos="5405">
          <p15:clr>
            <a:srgbClr val="FBAE40"/>
          </p15:clr>
        </p15:guide>
        <p15:guide id="13" pos="7287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W] Big Title-Text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76;p23" descr="Brainstorming di un team aziendale">
            <a:extLst>
              <a:ext uri="{FF2B5EF4-FFF2-40B4-BE49-F238E27FC236}">
                <a16:creationId xmlns:a16="http://schemas.microsoft.com/office/drawing/2014/main" id="{2ADBE995-A6EB-B32B-6639-9DCA80F36745}"/>
              </a:ext>
            </a:extLst>
          </p:cNvPr>
          <p:cNvPicPr preferRelativeResize="0"/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4280"/>
          <a:stretch/>
        </p:blipFill>
        <p:spPr>
          <a:xfrm>
            <a:off x="0" y="0"/>
            <a:ext cx="5664200" cy="68580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sp>
        <p:nvSpPr>
          <p:cNvPr id="6" name="Picture Placeholder 20">
            <a:extLst>
              <a:ext uri="{FF2B5EF4-FFF2-40B4-BE49-F238E27FC236}">
                <a16:creationId xmlns:a16="http://schemas.microsoft.com/office/drawing/2014/main" id="{7FA7E48F-778C-A9F8-D4D1-5F37E9416BC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56642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pt-BR" err="1"/>
              <a:t>Placeholder</a:t>
            </a:r>
            <a:r>
              <a:rPr lang="pt-BR"/>
              <a:t> Picture</a:t>
            </a:r>
            <a:endParaRPr lang="en-GB"/>
          </a:p>
        </p:txBody>
      </p:sp>
      <p:sp>
        <p:nvSpPr>
          <p:cNvPr id="3" name="Google Shape;178;p23">
            <a:extLst>
              <a:ext uri="{FF2B5EF4-FFF2-40B4-BE49-F238E27FC236}">
                <a16:creationId xmlns:a16="http://schemas.microsoft.com/office/drawing/2014/main" id="{FAF2F3DA-0981-CAA6-64C9-BAC5A9DA37E1}"/>
              </a:ext>
            </a:extLst>
          </p:cNvPr>
          <p:cNvSpPr txBox="1">
            <a:spLocks noGrp="1"/>
          </p:cNvSpPr>
          <p:nvPr>
            <p:ph type="title" idx="4294967295" hasCustomPrompt="1"/>
          </p:nvPr>
        </p:nvSpPr>
        <p:spPr>
          <a:xfrm>
            <a:off x="6167437" y="2401476"/>
            <a:ext cx="5761037" cy="4198989"/>
          </a:xfrm>
          <a:prstGeom prst="rect">
            <a:avLst/>
          </a:prstGeo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pPr algn="l">
              <a:lnSpc>
                <a:spcPct val="80000"/>
              </a:lnSpc>
            </a:pPr>
            <a:r>
              <a:rPr lang="it-IT" sz="8000" b="0" dirty="0">
                <a:solidFill>
                  <a:srgbClr val="0C2340"/>
                </a:solidFill>
                <a:latin typeface="Work Sans Thin" pitchFamily="2" charset="0"/>
                <a:cs typeface="Arial" panose="020B0604020202020204" pitchFamily="34" charset="0"/>
              </a:rPr>
              <a:t>Lorem ipsum dolor sit amet, consectetur </a:t>
            </a:r>
            <a:endParaRPr sz="8000" b="0" dirty="0">
              <a:solidFill>
                <a:srgbClr val="0C2340"/>
              </a:solidFill>
              <a:latin typeface="Work Sans Thin" pitchFamily="2" charset="0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9C3387-49BE-DC4B-20B9-F4F8CAE9D4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83675" y="296863"/>
            <a:ext cx="2844799" cy="1550987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</a:t>
            </a:r>
            <a:r>
              <a:rPr lang="en-GB" dirty="0" err="1"/>
              <a:t>exercitationLorem</a:t>
            </a:r>
            <a:r>
              <a:rPr lang="en-GB" dirty="0"/>
              <a:t>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351108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000000"/>
          </p15:clr>
        </p15:guide>
        <p15:guide id="2" pos="5677">
          <p15:clr>
            <a:srgbClr val="000000"/>
          </p15:clr>
        </p15:guide>
        <p15:guide id="3" pos="2003">
          <p15:clr>
            <a:srgbClr val="000000"/>
          </p15:clr>
        </p15:guide>
        <p15:guide id="4" pos="3885">
          <p15:clr>
            <a:srgbClr val="A4A3A4"/>
          </p15:clr>
        </p15:guide>
        <p15:guide id="5" pos="3795">
          <p15:clr>
            <a:srgbClr val="A4A3A4"/>
          </p15:clr>
        </p15:guide>
        <p15:guide id="6" pos="5632">
          <p15:clr>
            <a:srgbClr val="A4A3A4"/>
          </p15:clr>
        </p15:guide>
        <p15:guide id="7" pos="5722" userDrawn="1">
          <p15:clr>
            <a:srgbClr val="A4A3A4"/>
          </p15:clr>
        </p15:guide>
        <p15:guide id="8" pos="2048">
          <p15:clr>
            <a:srgbClr val="A4A3A4"/>
          </p15:clr>
        </p15:guide>
        <p15:guide id="9" pos="1958">
          <p15:clr>
            <a:srgbClr val="A4A3A4"/>
          </p15:clr>
        </p15:guide>
        <p15:guide id="10" pos="3568">
          <p15:clr>
            <a:srgbClr val="FBAE40"/>
          </p15:clr>
        </p15:guide>
        <p15:guide id="11" pos="1731">
          <p15:clr>
            <a:srgbClr val="FBAE40"/>
          </p15:clr>
        </p15:guide>
        <p15:guide id="12" pos="5405">
          <p15:clr>
            <a:srgbClr val="FBAE40"/>
          </p15:clr>
        </p15:guide>
        <p15:guide id="13" pos="7287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W] Tag-Title-Text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B1C55719-0EA7-0F77-1881-52AC16EC49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6" y="296863"/>
            <a:ext cx="2484438" cy="175577"/>
          </a:xfrm>
        </p:spPr>
        <p:txBody>
          <a:bodyPr/>
          <a:lstStyle>
            <a:lvl1pPr>
              <a:defRPr>
                <a:solidFill>
                  <a:srgbClr val="DA291C"/>
                </a:solidFill>
                <a:latin typeface="+mj-lt"/>
              </a:defRPr>
            </a:lvl1pPr>
          </a:lstStyle>
          <a:p>
            <a:pPr lvl="0"/>
            <a:r>
              <a:rPr lang="en-GB"/>
              <a:t>TAG HERE</a:t>
            </a:r>
          </a:p>
        </p:txBody>
      </p:sp>
      <p:sp>
        <p:nvSpPr>
          <p:cNvPr id="27" name="Segnaposto titolo 4">
            <a:extLst>
              <a:ext uri="{FF2B5EF4-FFF2-40B4-BE49-F238E27FC236}">
                <a16:creationId xmlns:a16="http://schemas.microsoft.com/office/drawing/2014/main" id="{8130A92C-C6EE-1AB1-F8C5-69DA7F92A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4551045"/>
            <a:ext cx="2484438" cy="182819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4400"/>
            </a:lvl1pPr>
          </a:lstStyle>
          <a:p>
            <a:r>
              <a:rPr lang="en-US"/>
              <a:t>Title here lorem ipsum</a:t>
            </a:r>
            <a:endParaRPr lang="en-GB"/>
          </a:p>
        </p:txBody>
      </p:sp>
      <p:pic>
        <p:nvPicPr>
          <p:cNvPr id="2" name="Picture 13">
            <a:extLst>
              <a:ext uri="{FF2B5EF4-FFF2-40B4-BE49-F238E27FC236}">
                <a16:creationId xmlns:a16="http://schemas.microsoft.com/office/drawing/2014/main" id="{07F6528E-4423-52AF-E702-A57ECD90A1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67438" y="597719"/>
            <a:ext cx="5759142" cy="5781519"/>
          </a:xfrm>
          <a:custGeom>
            <a:avLst/>
            <a:gdLst>
              <a:gd name="connsiteX0" fmla="*/ -88 w 5798581"/>
              <a:gd name="connsiteY0" fmla="*/ -73 h 3851893"/>
              <a:gd name="connsiteX1" fmla="*/ 5798493 w 5798581"/>
              <a:gd name="connsiteY1" fmla="*/ -73 h 3851893"/>
              <a:gd name="connsiteX2" fmla="*/ 5798493 w 5798581"/>
              <a:gd name="connsiteY2" fmla="*/ 3851821 h 3851893"/>
              <a:gd name="connsiteX3" fmla="*/ -88 w 5798581"/>
              <a:gd name="connsiteY3" fmla="*/ 3851821 h 3851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98581" h="3851893">
                <a:moveTo>
                  <a:pt x="-88" y="-73"/>
                </a:moveTo>
                <a:lnTo>
                  <a:pt x="5798493" y="-73"/>
                </a:lnTo>
                <a:lnTo>
                  <a:pt x="5798493" y="3851821"/>
                </a:lnTo>
                <a:lnTo>
                  <a:pt x="-88" y="3851821"/>
                </a:lnTo>
                <a:close/>
              </a:path>
            </a:pathLst>
          </a:custGeom>
        </p:spPr>
      </p:pic>
      <p:sp>
        <p:nvSpPr>
          <p:cNvPr id="3" name="Picture Placeholder 20">
            <a:extLst>
              <a:ext uri="{FF2B5EF4-FFF2-40B4-BE49-F238E27FC236}">
                <a16:creationId xmlns:a16="http://schemas.microsoft.com/office/drawing/2014/main" id="{E53DD4D3-8E77-9553-4491-DFB00AB9559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7436" y="597718"/>
            <a:ext cx="5748339" cy="578151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pt-BR" err="1"/>
              <a:t>Placeholder</a:t>
            </a:r>
            <a:r>
              <a:rPr lang="pt-BR"/>
              <a:t>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A35D5E-5D42-CC81-ACCB-80A6BD770CC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51200" y="2524125"/>
            <a:ext cx="2413000" cy="3857625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magna: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exercitation.</a:t>
            </a:r>
          </a:p>
        </p:txBody>
      </p:sp>
    </p:spTree>
    <p:extLst>
      <p:ext uri="{BB962C8B-B14F-4D97-AF65-F5344CB8AC3E}">
        <p14:creationId xmlns:p14="http://schemas.microsoft.com/office/powerpoint/2010/main" val="21124959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000000"/>
          </p15:clr>
        </p15:guide>
        <p15:guide id="2" pos="5677">
          <p15:clr>
            <a:srgbClr val="000000"/>
          </p15:clr>
        </p15:guide>
        <p15:guide id="3" pos="2003">
          <p15:clr>
            <a:srgbClr val="000000"/>
          </p15:clr>
        </p15:guide>
        <p15:guide id="4" pos="3885">
          <p15:clr>
            <a:srgbClr val="A4A3A4"/>
          </p15:clr>
        </p15:guide>
        <p15:guide id="5" pos="3795">
          <p15:clr>
            <a:srgbClr val="A4A3A4"/>
          </p15:clr>
        </p15:guide>
        <p15:guide id="6" pos="5632">
          <p15:clr>
            <a:srgbClr val="A4A3A4"/>
          </p15:clr>
        </p15:guide>
        <p15:guide id="7" pos="5722">
          <p15:clr>
            <a:srgbClr val="A4A3A4"/>
          </p15:clr>
        </p15:guide>
        <p15:guide id="8" pos="2048">
          <p15:clr>
            <a:srgbClr val="A4A3A4"/>
          </p15:clr>
        </p15:guide>
        <p15:guide id="9" pos="1958">
          <p15:clr>
            <a:srgbClr val="A4A3A4"/>
          </p15:clr>
        </p15:guide>
        <p15:guide id="10" pos="3568">
          <p15:clr>
            <a:srgbClr val="FBAE40"/>
          </p15:clr>
        </p15:guide>
        <p15:guide id="11" pos="1731">
          <p15:clr>
            <a:srgbClr val="FBAE40"/>
          </p15:clr>
        </p15:guide>
        <p15:guide id="12" pos="5405">
          <p15:clr>
            <a:srgbClr val="FBAE40"/>
          </p15:clr>
        </p15:guide>
        <p15:guide id="13" pos="7287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W] Tag-Title-Text-Items-Items Texts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3">
            <a:extLst>
              <a:ext uri="{FF2B5EF4-FFF2-40B4-BE49-F238E27FC236}">
                <a16:creationId xmlns:a16="http://schemas.microsoft.com/office/drawing/2014/main" id="{593B1500-BDD6-B669-0067-4455FE5BBD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82540" y="3535210"/>
            <a:ext cx="2844040" cy="2844028"/>
          </a:xfrm>
          <a:custGeom>
            <a:avLst/>
            <a:gdLst>
              <a:gd name="connsiteX0" fmla="*/ -88 w 5798581"/>
              <a:gd name="connsiteY0" fmla="*/ -73 h 3851893"/>
              <a:gd name="connsiteX1" fmla="*/ 5798493 w 5798581"/>
              <a:gd name="connsiteY1" fmla="*/ -73 h 3851893"/>
              <a:gd name="connsiteX2" fmla="*/ 5798493 w 5798581"/>
              <a:gd name="connsiteY2" fmla="*/ 3851821 h 3851893"/>
              <a:gd name="connsiteX3" fmla="*/ -88 w 5798581"/>
              <a:gd name="connsiteY3" fmla="*/ 3851821 h 3851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98581" h="3851893">
                <a:moveTo>
                  <a:pt x="-88" y="-73"/>
                </a:moveTo>
                <a:lnTo>
                  <a:pt x="5798493" y="-73"/>
                </a:lnTo>
                <a:lnTo>
                  <a:pt x="5798493" y="3851821"/>
                </a:lnTo>
                <a:lnTo>
                  <a:pt x="-88" y="3851821"/>
                </a:lnTo>
                <a:close/>
              </a:path>
            </a:pathLst>
          </a:custGeom>
        </p:spPr>
      </p:pic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B1C55719-0EA7-0F77-1881-52AC16EC49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6" y="296863"/>
            <a:ext cx="2484438" cy="175577"/>
          </a:xfrm>
        </p:spPr>
        <p:txBody>
          <a:bodyPr/>
          <a:lstStyle>
            <a:lvl1pPr>
              <a:defRPr>
                <a:solidFill>
                  <a:srgbClr val="DA291C"/>
                </a:solidFill>
                <a:latin typeface="+mj-lt"/>
              </a:defRPr>
            </a:lvl1pPr>
          </a:lstStyle>
          <a:p>
            <a:pPr lvl="0"/>
            <a:r>
              <a:rPr lang="en-GB"/>
              <a:t>TAG HERE</a:t>
            </a:r>
          </a:p>
        </p:txBody>
      </p:sp>
      <p:sp>
        <p:nvSpPr>
          <p:cNvPr id="27" name="Segnaposto titolo 4">
            <a:extLst>
              <a:ext uri="{FF2B5EF4-FFF2-40B4-BE49-F238E27FC236}">
                <a16:creationId xmlns:a16="http://schemas.microsoft.com/office/drawing/2014/main" id="{8130A92C-C6EE-1AB1-F8C5-69DA7F92A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4" y="667303"/>
            <a:ext cx="5400675" cy="121879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4400"/>
            </a:lvl1pPr>
          </a:lstStyle>
          <a:p>
            <a:r>
              <a:rPr lang="en-US"/>
              <a:t>Title here lorem ipsum</a:t>
            </a:r>
            <a:endParaRPr lang="en-GB"/>
          </a:p>
        </p:txBody>
      </p:sp>
      <p:sp>
        <p:nvSpPr>
          <p:cNvPr id="3" name="Picture Placeholder 20">
            <a:extLst>
              <a:ext uri="{FF2B5EF4-FFF2-40B4-BE49-F238E27FC236}">
                <a16:creationId xmlns:a16="http://schemas.microsoft.com/office/drawing/2014/main" id="{E53DD4D3-8E77-9553-4491-DFB00AB9559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083675" y="3535209"/>
            <a:ext cx="2832100" cy="284402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pt-BR" err="1"/>
              <a:t>Placeholder</a:t>
            </a:r>
            <a:r>
              <a:rPr lang="pt-BR"/>
              <a:t> Picture</a:t>
            </a:r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835163-90CB-87B9-3C85-A96B7BA963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63525" y="5278229"/>
            <a:ext cx="2484438" cy="177692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pPr lvl="0"/>
            <a:r>
              <a:rPr lang="pt-BR"/>
              <a:t>+</a:t>
            </a:r>
            <a:r>
              <a:rPr lang="en-GB"/>
              <a:t>25% Lorem Ipsum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4FBD3F3-A38F-EF43-CB65-2E5E98E525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22885" y="4805789"/>
            <a:ext cx="2524318" cy="512971"/>
          </a:xfrm>
        </p:spPr>
        <p:txBody>
          <a:bodyPr>
            <a:noAutofit/>
          </a:bodyPr>
          <a:lstStyle>
            <a:lvl1pPr>
              <a:defRPr sz="3200">
                <a:solidFill>
                  <a:srgbClr val="DA291C"/>
                </a:solidFill>
                <a:latin typeface="Work Sans Light" pitchFamily="2" charset="0"/>
              </a:defRPr>
            </a:lvl1pPr>
          </a:lstStyle>
          <a:p>
            <a:pPr lvl="0"/>
            <a:r>
              <a:rPr lang="pt-BR"/>
              <a:t>USD123.456</a:t>
            </a:r>
            <a:endParaRPr lang="en-GB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636D0F4E-7871-682B-86D9-DF965363022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91840" y="5278229"/>
            <a:ext cx="2372334" cy="177692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pPr lvl="0"/>
            <a:r>
              <a:rPr lang="pt-BR"/>
              <a:t>+</a:t>
            </a:r>
            <a:r>
              <a:rPr lang="en-GB"/>
              <a:t>25% Lorem Ipsum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E5B792B4-1FFD-DDB5-2EE2-4BA26CD30EE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51200" y="4805789"/>
            <a:ext cx="2410414" cy="512971"/>
          </a:xfrm>
        </p:spPr>
        <p:txBody>
          <a:bodyPr>
            <a:noAutofit/>
          </a:bodyPr>
          <a:lstStyle>
            <a:lvl1pPr>
              <a:defRPr sz="3200">
                <a:solidFill>
                  <a:srgbClr val="DA291C"/>
                </a:solidFill>
                <a:latin typeface="Work Sans Light" pitchFamily="2" charset="0"/>
              </a:defRPr>
            </a:lvl1pPr>
          </a:lstStyle>
          <a:p>
            <a:pPr lvl="0"/>
            <a:r>
              <a:rPr lang="pt-BR"/>
              <a:t>USD123.456</a:t>
            </a:r>
            <a:endParaRPr lang="en-GB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B7EEF22F-6F81-828D-2BB2-14521ADB854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46131" y="5278229"/>
            <a:ext cx="2334014" cy="177692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pPr lvl="0"/>
            <a:r>
              <a:rPr lang="pt-BR"/>
              <a:t>+</a:t>
            </a:r>
            <a:r>
              <a:rPr lang="en-GB"/>
              <a:t>25% Lorem Ipsum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1DA85744-837F-952A-3CC7-B7798490B7E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5491" y="4805789"/>
            <a:ext cx="2371478" cy="512971"/>
          </a:xfrm>
        </p:spPr>
        <p:txBody>
          <a:bodyPr>
            <a:noAutofit/>
          </a:bodyPr>
          <a:lstStyle>
            <a:lvl1pPr>
              <a:defRPr sz="3200">
                <a:solidFill>
                  <a:srgbClr val="DA291C"/>
                </a:solidFill>
                <a:latin typeface="Work Sans Light" pitchFamily="2" charset="0"/>
              </a:defRPr>
            </a:lvl1pPr>
          </a:lstStyle>
          <a:p>
            <a:pPr lvl="0"/>
            <a:r>
              <a:rPr lang="pt-BR"/>
              <a:t>USD123.456</a:t>
            </a:r>
            <a:endParaRPr lang="en-GB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9A4BB4C0-51BF-BB84-01E2-C8F702BCE97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67438" y="667303"/>
            <a:ext cx="5761037" cy="1218795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magna: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F270215E-802A-F5BE-0E18-2889922957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3526" y="5610224"/>
            <a:ext cx="2484438" cy="771525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94BA46F-69E2-7F33-12AE-953497E649E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51200" y="5610224"/>
            <a:ext cx="2413000" cy="771525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060D122-AC0D-C759-470F-B9C40557D76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68890" y="5610224"/>
            <a:ext cx="2413000" cy="771525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</a:t>
            </a:r>
          </a:p>
        </p:txBody>
      </p:sp>
    </p:spTree>
    <p:extLst>
      <p:ext uri="{BB962C8B-B14F-4D97-AF65-F5344CB8AC3E}">
        <p14:creationId xmlns:p14="http://schemas.microsoft.com/office/powerpoint/2010/main" val="38691620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000000"/>
          </p15:clr>
        </p15:guide>
        <p15:guide id="2" pos="5677">
          <p15:clr>
            <a:srgbClr val="000000"/>
          </p15:clr>
        </p15:guide>
        <p15:guide id="3" pos="2003">
          <p15:clr>
            <a:srgbClr val="000000"/>
          </p15:clr>
        </p15:guide>
        <p15:guide id="4" pos="3885">
          <p15:clr>
            <a:srgbClr val="A4A3A4"/>
          </p15:clr>
        </p15:guide>
        <p15:guide id="5" pos="3795">
          <p15:clr>
            <a:srgbClr val="A4A3A4"/>
          </p15:clr>
        </p15:guide>
        <p15:guide id="6" pos="5632">
          <p15:clr>
            <a:srgbClr val="A4A3A4"/>
          </p15:clr>
        </p15:guide>
        <p15:guide id="7" pos="5722">
          <p15:clr>
            <a:srgbClr val="A4A3A4"/>
          </p15:clr>
        </p15:guide>
        <p15:guide id="8" pos="2048">
          <p15:clr>
            <a:srgbClr val="A4A3A4"/>
          </p15:clr>
        </p15:guide>
        <p15:guide id="9" pos="1958">
          <p15:clr>
            <a:srgbClr val="A4A3A4"/>
          </p15:clr>
        </p15:guide>
        <p15:guide id="10" pos="3568">
          <p15:clr>
            <a:srgbClr val="FBAE40"/>
          </p15:clr>
        </p15:guide>
        <p15:guide id="11" pos="1731">
          <p15:clr>
            <a:srgbClr val="FBAE40"/>
          </p15:clr>
        </p15:guide>
        <p15:guide id="12" pos="5405">
          <p15:clr>
            <a:srgbClr val="FBAE40"/>
          </p15:clr>
        </p15:guide>
        <p15:guide id="13" pos="7287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W] Tag-Title-Items-Items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B1C55719-0EA7-0F77-1881-52AC16EC49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6" y="296863"/>
            <a:ext cx="2484438" cy="175577"/>
          </a:xfrm>
        </p:spPr>
        <p:txBody>
          <a:bodyPr/>
          <a:lstStyle>
            <a:lvl1pPr>
              <a:defRPr>
                <a:solidFill>
                  <a:srgbClr val="DA291C"/>
                </a:solidFill>
                <a:latin typeface="+mj-lt"/>
              </a:defRPr>
            </a:lvl1pPr>
          </a:lstStyle>
          <a:p>
            <a:pPr lvl="0"/>
            <a:r>
              <a:rPr lang="en-GB"/>
              <a:t>TAG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CCA3096-1872-DBF1-477F-B94CD21301EC}"/>
              </a:ext>
            </a:extLst>
          </p:cNvPr>
          <p:cNvCxnSpPr/>
          <p:nvPr userDrawn="1"/>
        </p:nvCxnSpPr>
        <p:spPr>
          <a:xfrm>
            <a:off x="263525" y="2293926"/>
            <a:ext cx="11664950" cy="0"/>
          </a:xfrm>
          <a:prstGeom prst="line">
            <a:avLst/>
          </a:prstGeom>
          <a:ln w="6350">
            <a:solidFill>
              <a:srgbClr val="0C23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D9B94FF-80BC-6744-3D6B-93E4EFA9896D}"/>
              </a:ext>
            </a:extLst>
          </p:cNvPr>
          <p:cNvCxnSpPr/>
          <p:nvPr userDrawn="1"/>
        </p:nvCxnSpPr>
        <p:spPr>
          <a:xfrm>
            <a:off x="263525" y="3822306"/>
            <a:ext cx="11664950" cy="0"/>
          </a:xfrm>
          <a:prstGeom prst="line">
            <a:avLst/>
          </a:prstGeom>
          <a:ln w="6350">
            <a:solidFill>
              <a:srgbClr val="0C23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031BBC3-7F4D-80FA-47B4-554A67BC030C}"/>
              </a:ext>
            </a:extLst>
          </p:cNvPr>
          <p:cNvCxnSpPr/>
          <p:nvPr userDrawn="1"/>
        </p:nvCxnSpPr>
        <p:spPr>
          <a:xfrm>
            <a:off x="263525" y="5456798"/>
            <a:ext cx="11664950" cy="0"/>
          </a:xfrm>
          <a:prstGeom prst="line">
            <a:avLst/>
          </a:prstGeom>
          <a:ln w="6350">
            <a:solidFill>
              <a:srgbClr val="0C23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Segnaposto titolo 4">
            <a:extLst>
              <a:ext uri="{FF2B5EF4-FFF2-40B4-BE49-F238E27FC236}">
                <a16:creationId xmlns:a16="http://schemas.microsoft.com/office/drawing/2014/main" id="{86181DD2-E741-B074-501A-9416BE3B3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667303"/>
            <a:ext cx="2844800" cy="8863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3200"/>
            </a:lvl1pPr>
          </a:lstStyle>
          <a:p>
            <a:r>
              <a:rPr lang="en-US"/>
              <a:t>Title here lorem ipsum</a:t>
            </a:r>
            <a:endParaRPr lang="en-GB"/>
          </a:p>
        </p:txBody>
      </p:sp>
      <p:sp>
        <p:nvSpPr>
          <p:cNvPr id="32" name="Text Placeholder 32">
            <a:extLst>
              <a:ext uri="{FF2B5EF4-FFF2-40B4-BE49-F238E27FC236}">
                <a16:creationId xmlns:a16="http://schemas.microsoft.com/office/drawing/2014/main" id="{AC68AB35-0925-C97C-4E29-BE5E91D382C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4755" y="2044016"/>
            <a:ext cx="2475548" cy="244267"/>
          </a:xfrm>
        </p:spPr>
        <p:txBody>
          <a:bodyPr/>
          <a:lstStyle>
            <a:lvl1pPr>
              <a:lnSpc>
                <a:spcPct val="110000"/>
              </a:lnSpc>
              <a:defRPr>
                <a:latin typeface="+mj-lt"/>
              </a:defRPr>
            </a:lvl1pPr>
          </a:lstStyle>
          <a:p>
            <a:pPr lvl="0"/>
            <a:r>
              <a:rPr lang="en-GB"/>
              <a:t>Paragraph Title</a:t>
            </a:r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1A1C3493-B0B9-3988-1959-BD1295A979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4755" y="3574376"/>
            <a:ext cx="2475548" cy="244267"/>
          </a:xfrm>
        </p:spPr>
        <p:txBody>
          <a:bodyPr/>
          <a:lstStyle>
            <a:lvl1pPr>
              <a:lnSpc>
                <a:spcPct val="110000"/>
              </a:lnSpc>
              <a:defRPr>
                <a:latin typeface="+mj-lt"/>
              </a:defRPr>
            </a:lvl1pPr>
          </a:lstStyle>
          <a:p>
            <a:pPr lvl="0"/>
            <a:r>
              <a:rPr lang="en-GB"/>
              <a:t>Paragraph Title</a:t>
            </a:r>
          </a:p>
        </p:txBody>
      </p:sp>
      <p:sp>
        <p:nvSpPr>
          <p:cNvPr id="36" name="Text Placeholder 32">
            <a:extLst>
              <a:ext uri="{FF2B5EF4-FFF2-40B4-BE49-F238E27FC236}">
                <a16:creationId xmlns:a16="http://schemas.microsoft.com/office/drawing/2014/main" id="{5D3B6147-EDF3-C0E6-CB78-FDC2D16D7F7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74755" y="5216362"/>
            <a:ext cx="2475548" cy="244267"/>
          </a:xfrm>
        </p:spPr>
        <p:txBody>
          <a:bodyPr/>
          <a:lstStyle>
            <a:lvl1pPr>
              <a:lnSpc>
                <a:spcPct val="110000"/>
              </a:lnSpc>
              <a:defRPr>
                <a:latin typeface="+mj-lt"/>
              </a:defRPr>
            </a:lvl1pPr>
          </a:lstStyle>
          <a:p>
            <a:pPr lvl="0"/>
            <a:r>
              <a:rPr lang="en-GB"/>
              <a:t>Paragraph Title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60DC295E-6692-0949-3167-A59A8FCD6FA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67437" y="2297420"/>
            <a:ext cx="5772267" cy="922337"/>
          </a:xfrm>
        </p:spPr>
        <p:txBody>
          <a:bodyPr anchor="ctr">
            <a:noAutofit/>
          </a:bodyPr>
          <a:lstStyle>
            <a:lvl1pPr algn="r">
              <a:defRPr sz="6600">
                <a:latin typeface="Work Sans Thin" pitchFamily="2" charset="0"/>
              </a:defRPr>
            </a:lvl1pPr>
          </a:lstStyle>
          <a:p>
            <a:pPr lvl="0"/>
            <a:r>
              <a:rPr lang="en-GB"/>
              <a:t>USD123.456</a:t>
            </a:r>
          </a:p>
        </p:txBody>
      </p:sp>
      <p:sp>
        <p:nvSpPr>
          <p:cNvPr id="39" name="Text Placeholder 37">
            <a:extLst>
              <a:ext uri="{FF2B5EF4-FFF2-40B4-BE49-F238E27FC236}">
                <a16:creationId xmlns:a16="http://schemas.microsoft.com/office/drawing/2014/main" id="{A6BF2E46-9DB5-4E89-A299-96CCD8AACA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167437" y="3825970"/>
            <a:ext cx="5772267" cy="922337"/>
          </a:xfrm>
        </p:spPr>
        <p:txBody>
          <a:bodyPr anchor="ctr">
            <a:noAutofit/>
          </a:bodyPr>
          <a:lstStyle>
            <a:lvl1pPr algn="r">
              <a:defRPr sz="6600">
                <a:latin typeface="Work Sans Thin" pitchFamily="2" charset="0"/>
              </a:defRPr>
            </a:lvl1pPr>
          </a:lstStyle>
          <a:p>
            <a:pPr lvl="0"/>
            <a:r>
              <a:rPr lang="en-GB"/>
              <a:t>40%</a:t>
            </a:r>
          </a:p>
        </p:txBody>
      </p:sp>
      <p:sp>
        <p:nvSpPr>
          <p:cNvPr id="40" name="Text Placeholder 37">
            <a:extLst>
              <a:ext uri="{FF2B5EF4-FFF2-40B4-BE49-F238E27FC236}">
                <a16:creationId xmlns:a16="http://schemas.microsoft.com/office/drawing/2014/main" id="{12C0AB9B-ED44-9A4C-CA0B-7D1A92E1EE4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67437" y="5469503"/>
            <a:ext cx="5772267" cy="922337"/>
          </a:xfrm>
        </p:spPr>
        <p:txBody>
          <a:bodyPr anchor="ctr">
            <a:noAutofit/>
          </a:bodyPr>
          <a:lstStyle>
            <a:lvl1pPr algn="r">
              <a:defRPr sz="6600">
                <a:latin typeface="Work Sans Thin" pitchFamily="2" charset="0"/>
              </a:defRPr>
            </a:lvl1pPr>
          </a:lstStyle>
          <a:p>
            <a:pPr lvl="0"/>
            <a:r>
              <a:rPr lang="en-GB"/>
              <a:t>+3.000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580E152C-C25D-506D-7012-CE5C1969318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3526" y="5535383"/>
            <a:ext cx="2484438" cy="771525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1D059D4-2519-2B24-13AB-1B6245AC796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63526" y="3890268"/>
            <a:ext cx="2484438" cy="771525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1F6ADA-6045-4CA6-1662-CBD3DAB332F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63526" y="2366658"/>
            <a:ext cx="2484438" cy="771525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</a:t>
            </a:r>
          </a:p>
        </p:txBody>
      </p:sp>
    </p:spTree>
    <p:extLst>
      <p:ext uri="{BB962C8B-B14F-4D97-AF65-F5344CB8AC3E}">
        <p14:creationId xmlns:p14="http://schemas.microsoft.com/office/powerpoint/2010/main" val="25488474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000000"/>
          </p15:clr>
        </p15:guide>
        <p15:guide id="2" pos="5677">
          <p15:clr>
            <a:srgbClr val="000000"/>
          </p15:clr>
        </p15:guide>
        <p15:guide id="3" pos="2003">
          <p15:clr>
            <a:srgbClr val="000000"/>
          </p15:clr>
        </p15:guide>
        <p15:guide id="4" pos="3885">
          <p15:clr>
            <a:srgbClr val="A4A3A4"/>
          </p15:clr>
        </p15:guide>
        <p15:guide id="5" pos="3795">
          <p15:clr>
            <a:srgbClr val="A4A3A4"/>
          </p15:clr>
        </p15:guide>
        <p15:guide id="6" pos="5632">
          <p15:clr>
            <a:srgbClr val="A4A3A4"/>
          </p15:clr>
        </p15:guide>
        <p15:guide id="7" pos="5722">
          <p15:clr>
            <a:srgbClr val="A4A3A4"/>
          </p15:clr>
        </p15:guide>
        <p15:guide id="8" pos="2048">
          <p15:clr>
            <a:srgbClr val="A4A3A4"/>
          </p15:clr>
        </p15:guide>
        <p15:guide id="9" pos="1958">
          <p15:clr>
            <a:srgbClr val="A4A3A4"/>
          </p15:clr>
        </p15:guide>
        <p15:guide id="10" pos="3568" userDrawn="1">
          <p15:clr>
            <a:srgbClr val="FBAE40"/>
          </p15:clr>
        </p15:guide>
        <p15:guide id="11" pos="1731">
          <p15:clr>
            <a:srgbClr val="FBAE40"/>
          </p15:clr>
        </p15:guide>
        <p15:guide id="12" pos="5405">
          <p15:clr>
            <a:srgbClr val="FBAE40"/>
          </p15:clr>
        </p15:guide>
        <p15:guide id="13" pos="7287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W] Tag-Big Title-Text-Items-Items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egnaposto titolo 4">
            <a:extLst>
              <a:ext uri="{FF2B5EF4-FFF2-40B4-BE49-F238E27FC236}">
                <a16:creationId xmlns:a16="http://schemas.microsoft.com/office/drawing/2014/main" id="{E63E5D4D-DD79-2CFE-F72B-8CDA30F2C2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5" y="4499675"/>
            <a:ext cx="6553200" cy="2176430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lnSpc>
                <a:spcPct val="80000"/>
              </a:lnSpc>
              <a:defRPr sz="8800">
                <a:latin typeface="Work Sans Thin" pitchFamily="2" charset="0"/>
              </a:defRPr>
            </a:lvl1pPr>
          </a:lstStyle>
          <a:p>
            <a:r>
              <a:rPr lang="en-US"/>
              <a:t>Title here lorem ipsum</a:t>
            </a:r>
            <a:endParaRPr lang="en-GB"/>
          </a:p>
        </p:txBody>
      </p:sp>
      <p:sp>
        <p:nvSpPr>
          <p:cNvPr id="73" name="Text Placeholder 32">
            <a:extLst>
              <a:ext uri="{FF2B5EF4-FFF2-40B4-BE49-F238E27FC236}">
                <a16:creationId xmlns:a16="http://schemas.microsoft.com/office/drawing/2014/main" id="{936E9F31-CFA3-F4D7-7AEC-78CB9D23E3F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640013" y="296863"/>
            <a:ext cx="1873279" cy="244267"/>
          </a:xfrm>
        </p:spPr>
        <p:txBody>
          <a:bodyPr/>
          <a:lstStyle>
            <a:lvl1pPr>
              <a:lnSpc>
                <a:spcPct val="110000"/>
              </a:lnSpc>
              <a:defRPr>
                <a:latin typeface="+mj-lt"/>
              </a:defRPr>
            </a:lvl1pPr>
          </a:lstStyle>
          <a:p>
            <a:pPr lvl="0"/>
            <a:r>
              <a:rPr lang="en-GB"/>
              <a:t>Paragraph Title</a:t>
            </a:r>
          </a:p>
        </p:txBody>
      </p:sp>
      <p:sp>
        <p:nvSpPr>
          <p:cNvPr id="75" name="Text Placeholder 32">
            <a:extLst>
              <a:ext uri="{FF2B5EF4-FFF2-40B4-BE49-F238E27FC236}">
                <a16:creationId xmlns:a16="http://schemas.microsoft.com/office/drawing/2014/main" id="{9C314BCD-0CE6-C143-936A-1D0D9229554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640013" y="1545560"/>
            <a:ext cx="1873279" cy="244267"/>
          </a:xfrm>
        </p:spPr>
        <p:txBody>
          <a:bodyPr/>
          <a:lstStyle>
            <a:lvl1pPr>
              <a:lnSpc>
                <a:spcPct val="110000"/>
              </a:lnSpc>
              <a:defRPr>
                <a:latin typeface="+mj-lt"/>
              </a:defRPr>
            </a:lvl1pPr>
          </a:lstStyle>
          <a:p>
            <a:pPr lvl="0"/>
            <a:r>
              <a:rPr lang="en-GB"/>
              <a:t>Paragraph Title</a:t>
            </a:r>
          </a:p>
        </p:txBody>
      </p:sp>
      <p:sp>
        <p:nvSpPr>
          <p:cNvPr id="77" name="Text Placeholder 32">
            <a:extLst>
              <a:ext uri="{FF2B5EF4-FFF2-40B4-BE49-F238E27FC236}">
                <a16:creationId xmlns:a16="http://schemas.microsoft.com/office/drawing/2014/main" id="{36532851-9F19-761A-7130-81AD38CA6D2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16500" y="296863"/>
            <a:ext cx="1801755" cy="244267"/>
          </a:xfrm>
        </p:spPr>
        <p:txBody>
          <a:bodyPr/>
          <a:lstStyle>
            <a:lvl1pPr>
              <a:lnSpc>
                <a:spcPct val="110000"/>
              </a:lnSpc>
              <a:defRPr>
                <a:latin typeface="+mj-lt"/>
              </a:defRPr>
            </a:lvl1pPr>
          </a:lstStyle>
          <a:p>
            <a:pPr lvl="0"/>
            <a:r>
              <a:rPr lang="en-GB"/>
              <a:t>Paragraph Title</a:t>
            </a:r>
          </a:p>
        </p:txBody>
      </p:sp>
      <p:sp>
        <p:nvSpPr>
          <p:cNvPr id="79" name="Text Placeholder 32">
            <a:extLst>
              <a:ext uri="{FF2B5EF4-FFF2-40B4-BE49-F238E27FC236}">
                <a16:creationId xmlns:a16="http://schemas.microsoft.com/office/drawing/2014/main" id="{7B8DFB1A-84BA-BE52-B9B8-0A3845BD199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16500" y="1545560"/>
            <a:ext cx="1801755" cy="244267"/>
          </a:xfrm>
        </p:spPr>
        <p:txBody>
          <a:bodyPr/>
          <a:lstStyle>
            <a:lvl1pPr>
              <a:lnSpc>
                <a:spcPct val="110000"/>
              </a:lnSpc>
              <a:defRPr>
                <a:latin typeface="+mj-lt"/>
              </a:defRPr>
            </a:lvl1pPr>
          </a:lstStyle>
          <a:p>
            <a:pPr lvl="0"/>
            <a:r>
              <a:rPr lang="en-GB"/>
              <a:t>Paragraph Title</a:t>
            </a:r>
          </a:p>
        </p:txBody>
      </p:sp>
      <p:sp>
        <p:nvSpPr>
          <p:cNvPr id="81" name="Text Placeholder 32">
            <a:extLst>
              <a:ext uri="{FF2B5EF4-FFF2-40B4-BE49-F238E27FC236}">
                <a16:creationId xmlns:a16="http://schemas.microsoft.com/office/drawing/2014/main" id="{44D76F70-55D1-F3CB-AA80-F7482ED7B5B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319963" y="296863"/>
            <a:ext cx="1873278" cy="244267"/>
          </a:xfrm>
        </p:spPr>
        <p:txBody>
          <a:bodyPr/>
          <a:lstStyle>
            <a:lvl1pPr>
              <a:lnSpc>
                <a:spcPct val="110000"/>
              </a:lnSpc>
              <a:defRPr>
                <a:latin typeface="+mj-lt"/>
              </a:defRPr>
            </a:lvl1pPr>
          </a:lstStyle>
          <a:p>
            <a:pPr lvl="0"/>
            <a:r>
              <a:rPr lang="en-GB"/>
              <a:t>Paragraph Title</a:t>
            </a:r>
          </a:p>
        </p:txBody>
      </p:sp>
      <p:sp>
        <p:nvSpPr>
          <p:cNvPr id="83" name="Text Placeholder 32">
            <a:extLst>
              <a:ext uri="{FF2B5EF4-FFF2-40B4-BE49-F238E27FC236}">
                <a16:creationId xmlns:a16="http://schemas.microsoft.com/office/drawing/2014/main" id="{A25EDDE2-8B26-523A-BE2B-FFA3D0F1BF0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319963" y="1545560"/>
            <a:ext cx="1873278" cy="244267"/>
          </a:xfrm>
        </p:spPr>
        <p:txBody>
          <a:bodyPr/>
          <a:lstStyle>
            <a:lvl1pPr>
              <a:lnSpc>
                <a:spcPct val="110000"/>
              </a:lnSpc>
              <a:defRPr>
                <a:latin typeface="+mj-lt"/>
              </a:defRPr>
            </a:lvl1pPr>
          </a:lstStyle>
          <a:p>
            <a:pPr lvl="0"/>
            <a:r>
              <a:rPr lang="en-GB"/>
              <a:t>Paragraph Title</a:t>
            </a:r>
          </a:p>
        </p:txBody>
      </p:sp>
      <p:sp>
        <p:nvSpPr>
          <p:cNvPr id="85" name="Text Placeholder 32">
            <a:extLst>
              <a:ext uri="{FF2B5EF4-FFF2-40B4-BE49-F238E27FC236}">
                <a16:creationId xmlns:a16="http://schemas.microsoft.com/office/drawing/2014/main" id="{0B13D9F1-22A9-E6DF-30BD-7982348D4A5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696450" y="296863"/>
            <a:ext cx="1873278" cy="244267"/>
          </a:xfrm>
        </p:spPr>
        <p:txBody>
          <a:bodyPr/>
          <a:lstStyle>
            <a:lvl1pPr>
              <a:lnSpc>
                <a:spcPct val="110000"/>
              </a:lnSpc>
              <a:defRPr>
                <a:latin typeface="+mj-lt"/>
              </a:defRPr>
            </a:lvl1pPr>
          </a:lstStyle>
          <a:p>
            <a:pPr lvl="0"/>
            <a:r>
              <a:rPr lang="en-GB"/>
              <a:t>Paragraph Title</a:t>
            </a:r>
          </a:p>
        </p:txBody>
      </p:sp>
      <p:sp>
        <p:nvSpPr>
          <p:cNvPr id="87" name="Text Placeholder 32">
            <a:extLst>
              <a:ext uri="{FF2B5EF4-FFF2-40B4-BE49-F238E27FC236}">
                <a16:creationId xmlns:a16="http://schemas.microsoft.com/office/drawing/2014/main" id="{2B2742CB-FF84-2AB8-D550-157AEE9A819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696450" y="1545560"/>
            <a:ext cx="1873278" cy="244267"/>
          </a:xfrm>
        </p:spPr>
        <p:txBody>
          <a:bodyPr/>
          <a:lstStyle>
            <a:lvl1pPr>
              <a:lnSpc>
                <a:spcPct val="110000"/>
              </a:lnSpc>
              <a:defRPr>
                <a:latin typeface="+mj-lt"/>
              </a:defRPr>
            </a:lvl1pPr>
          </a:lstStyle>
          <a:p>
            <a:pPr lvl="0"/>
            <a:r>
              <a:rPr lang="en-GB"/>
              <a:t>Paragraph Title</a:t>
            </a:r>
          </a:p>
        </p:txBody>
      </p:sp>
      <p:sp>
        <p:nvSpPr>
          <p:cNvPr id="2" name="Text Placeholder 88">
            <a:extLst>
              <a:ext uri="{FF2B5EF4-FFF2-40B4-BE49-F238E27FC236}">
                <a16:creationId xmlns:a16="http://schemas.microsoft.com/office/drawing/2014/main" id="{931A41F8-615B-F285-7DDA-66AA17628E7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639380" y="565313"/>
            <a:ext cx="1872296" cy="816156"/>
          </a:xfrm>
        </p:spPr>
        <p:txBody>
          <a:bodyPr/>
          <a:lstStyle>
            <a:lvl1pPr>
              <a:lnSpc>
                <a:spcPct val="110000"/>
              </a:lnSpc>
              <a:defRPr>
                <a:solidFill>
                  <a:srgbClr val="0C2340"/>
                </a:solidFill>
              </a:defRPr>
            </a:lvl1pPr>
            <a:lvl2pPr>
              <a:defRPr>
                <a:solidFill>
                  <a:srgbClr val="7D8A99"/>
                </a:solidFill>
              </a:defRPr>
            </a:lvl2pPr>
            <a:lvl3pPr>
              <a:defRPr>
                <a:solidFill>
                  <a:srgbClr val="7D8A99"/>
                </a:solidFill>
              </a:defRPr>
            </a:lvl3pPr>
            <a:lvl4pPr>
              <a:defRPr>
                <a:solidFill>
                  <a:srgbClr val="7D8A99"/>
                </a:solidFill>
              </a:defRPr>
            </a:lvl4pPr>
            <a:lvl5pPr marL="1076325" indent="0">
              <a:buNone/>
              <a:defRPr>
                <a:solidFill>
                  <a:srgbClr val="7D8A99"/>
                </a:solidFill>
              </a:defRPr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</a:t>
            </a:r>
          </a:p>
        </p:txBody>
      </p:sp>
      <p:sp>
        <p:nvSpPr>
          <p:cNvPr id="3" name="Text Placeholder 88">
            <a:extLst>
              <a:ext uri="{FF2B5EF4-FFF2-40B4-BE49-F238E27FC236}">
                <a16:creationId xmlns:a16="http://schemas.microsoft.com/office/drawing/2014/main" id="{2DC4A18F-4F6E-4008-5213-70F65774257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639380" y="1803329"/>
            <a:ext cx="1872296" cy="816156"/>
          </a:xfrm>
        </p:spPr>
        <p:txBody>
          <a:bodyPr/>
          <a:lstStyle>
            <a:lvl1pPr>
              <a:lnSpc>
                <a:spcPct val="110000"/>
              </a:lnSpc>
              <a:defRPr>
                <a:solidFill>
                  <a:srgbClr val="0C2340"/>
                </a:solidFill>
              </a:defRPr>
            </a:lvl1pPr>
            <a:lvl2pPr>
              <a:defRPr>
                <a:solidFill>
                  <a:srgbClr val="7D8A99"/>
                </a:solidFill>
              </a:defRPr>
            </a:lvl2pPr>
            <a:lvl3pPr>
              <a:defRPr>
                <a:solidFill>
                  <a:srgbClr val="7D8A99"/>
                </a:solidFill>
              </a:defRPr>
            </a:lvl3pPr>
            <a:lvl4pPr>
              <a:defRPr>
                <a:solidFill>
                  <a:srgbClr val="7D8A99"/>
                </a:solidFill>
              </a:defRPr>
            </a:lvl4pPr>
            <a:lvl5pPr marL="1076325" indent="0">
              <a:buNone/>
              <a:defRPr>
                <a:solidFill>
                  <a:srgbClr val="7D8A99"/>
                </a:solidFill>
              </a:defRPr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</a:t>
            </a:r>
          </a:p>
        </p:txBody>
      </p:sp>
      <p:sp>
        <p:nvSpPr>
          <p:cNvPr id="4" name="Text Placeholder 88">
            <a:extLst>
              <a:ext uri="{FF2B5EF4-FFF2-40B4-BE49-F238E27FC236}">
                <a16:creationId xmlns:a16="http://schemas.microsoft.com/office/drawing/2014/main" id="{F02B40C0-4255-6C56-4AF7-8B74CA9BD38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13384" y="565313"/>
            <a:ext cx="1803341" cy="816156"/>
          </a:xfrm>
        </p:spPr>
        <p:txBody>
          <a:bodyPr/>
          <a:lstStyle>
            <a:lvl1pPr>
              <a:lnSpc>
                <a:spcPct val="110000"/>
              </a:lnSpc>
              <a:defRPr>
                <a:solidFill>
                  <a:srgbClr val="0C2340"/>
                </a:solidFill>
              </a:defRPr>
            </a:lvl1pPr>
            <a:lvl2pPr>
              <a:defRPr>
                <a:solidFill>
                  <a:srgbClr val="7D8A99"/>
                </a:solidFill>
              </a:defRPr>
            </a:lvl2pPr>
            <a:lvl3pPr>
              <a:defRPr>
                <a:solidFill>
                  <a:srgbClr val="7D8A99"/>
                </a:solidFill>
              </a:defRPr>
            </a:lvl3pPr>
            <a:lvl4pPr>
              <a:defRPr>
                <a:solidFill>
                  <a:srgbClr val="7D8A99"/>
                </a:solidFill>
              </a:defRPr>
            </a:lvl4pPr>
            <a:lvl5pPr marL="1076325" indent="0">
              <a:buNone/>
              <a:defRPr>
                <a:solidFill>
                  <a:srgbClr val="7D8A99"/>
                </a:solidFill>
              </a:defRPr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</a:t>
            </a:r>
          </a:p>
        </p:txBody>
      </p:sp>
      <p:sp>
        <p:nvSpPr>
          <p:cNvPr id="5" name="Text Placeholder 88">
            <a:extLst>
              <a:ext uri="{FF2B5EF4-FFF2-40B4-BE49-F238E27FC236}">
                <a16:creationId xmlns:a16="http://schemas.microsoft.com/office/drawing/2014/main" id="{F9AAD1EA-983D-AC2D-061F-A3600ACABA7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013384" y="1803329"/>
            <a:ext cx="1803341" cy="816156"/>
          </a:xfrm>
        </p:spPr>
        <p:txBody>
          <a:bodyPr/>
          <a:lstStyle>
            <a:lvl1pPr>
              <a:lnSpc>
                <a:spcPct val="110000"/>
              </a:lnSpc>
              <a:defRPr>
                <a:solidFill>
                  <a:srgbClr val="0C2340"/>
                </a:solidFill>
              </a:defRPr>
            </a:lvl1pPr>
            <a:lvl2pPr>
              <a:defRPr>
                <a:solidFill>
                  <a:srgbClr val="7D8A99"/>
                </a:solidFill>
              </a:defRPr>
            </a:lvl2pPr>
            <a:lvl3pPr>
              <a:defRPr>
                <a:solidFill>
                  <a:srgbClr val="7D8A99"/>
                </a:solidFill>
              </a:defRPr>
            </a:lvl3pPr>
            <a:lvl4pPr>
              <a:defRPr>
                <a:solidFill>
                  <a:srgbClr val="7D8A99"/>
                </a:solidFill>
              </a:defRPr>
            </a:lvl4pPr>
            <a:lvl5pPr marL="1076325" indent="0">
              <a:buNone/>
              <a:defRPr>
                <a:solidFill>
                  <a:srgbClr val="7D8A99"/>
                </a:solidFill>
              </a:defRPr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</a:t>
            </a:r>
          </a:p>
        </p:txBody>
      </p:sp>
      <p:sp>
        <p:nvSpPr>
          <p:cNvPr id="6" name="Text Placeholder 88">
            <a:extLst>
              <a:ext uri="{FF2B5EF4-FFF2-40B4-BE49-F238E27FC236}">
                <a16:creationId xmlns:a16="http://schemas.microsoft.com/office/drawing/2014/main" id="{867BCBBC-3353-153A-F374-85CAF787A13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320945" y="565313"/>
            <a:ext cx="1872296" cy="816156"/>
          </a:xfrm>
        </p:spPr>
        <p:txBody>
          <a:bodyPr/>
          <a:lstStyle>
            <a:lvl1pPr>
              <a:lnSpc>
                <a:spcPct val="110000"/>
              </a:lnSpc>
              <a:defRPr>
                <a:solidFill>
                  <a:srgbClr val="0C2340"/>
                </a:solidFill>
              </a:defRPr>
            </a:lvl1pPr>
            <a:lvl2pPr>
              <a:defRPr>
                <a:solidFill>
                  <a:srgbClr val="7D8A99"/>
                </a:solidFill>
              </a:defRPr>
            </a:lvl2pPr>
            <a:lvl3pPr>
              <a:defRPr>
                <a:solidFill>
                  <a:srgbClr val="7D8A99"/>
                </a:solidFill>
              </a:defRPr>
            </a:lvl3pPr>
            <a:lvl4pPr>
              <a:defRPr>
                <a:solidFill>
                  <a:srgbClr val="7D8A99"/>
                </a:solidFill>
              </a:defRPr>
            </a:lvl4pPr>
            <a:lvl5pPr marL="1076325" indent="0">
              <a:buNone/>
              <a:defRPr>
                <a:solidFill>
                  <a:srgbClr val="7D8A99"/>
                </a:solidFill>
              </a:defRPr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</a:t>
            </a:r>
          </a:p>
        </p:txBody>
      </p:sp>
      <p:sp>
        <p:nvSpPr>
          <p:cNvPr id="7" name="Text Placeholder 88">
            <a:extLst>
              <a:ext uri="{FF2B5EF4-FFF2-40B4-BE49-F238E27FC236}">
                <a16:creationId xmlns:a16="http://schemas.microsoft.com/office/drawing/2014/main" id="{FA0EA1A5-6FE0-AEF0-DF8F-6471C9A783B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320945" y="1803329"/>
            <a:ext cx="1872296" cy="816156"/>
          </a:xfrm>
        </p:spPr>
        <p:txBody>
          <a:bodyPr/>
          <a:lstStyle>
            <a:lvl1pPr>
              <a:lnSpc>
                <a:spcPct val="110000"/>
              </a:lnSpc>
              <a:defRPr>
                <a:solidFill>
                  <a:srgbClr val="0C2340"/>
                </a:solidFill>
              </a:defRPr>
            </a:lvl1pPr>
            <a:lvl2pPr>
              <a:defRPr>
                <a:solidFill>
                  <a:srgbClr val="7D8A99"/>
                </a:solidFill>
              </a:defRPr>
            </a:lvl2pPr>
            <a:lvl3pPr>
              <a:defRPr>
                <a:solidFill>
                  <a:srgbClr val="7D8A99"/>
                </a:solidFill>
              </a:defRPr>
            </a:lvl3pPr>
            <a:lvl4pPr>
              <a:defRPr>
                <a:solidFill>
                  <a:srgbClr val="7D8A99"/>
                </a:solidFill>
              </a:defRPr>
            </a:lvl4pPr>
            <a:lvl5pPr marL="1076325" indent="0">
              <a:buNone/>
              <a:defRPr>
                <a:solidFill>
                  <a:srgbClr val="7D8A99"/>
                </a:solidFill>
              </a:defRPr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</a:t>
            </a:r>
          </a:p>
        </p:txBody>
      </p:sp>
      <p:sp>
        <p:nvSpPr>
          <p:cNvPr id="8" name="Text Placeholder 88">
            <a:extLst>
              <a:ext uri="{FF2B5EF4-FFF2-40B4-BE49-F238E27FC236}">
                <a16:creationId xmlns:a16="http://schemas.microsoft.com/office/drawing/2014/main" id="{A3937B9A-B7BA-FD5E-3792-E73ECA2C0C5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697432" y="565313"/>
            <a:ext cx="1872296" cy="816156"/>
          </a:xfrm>
        </p:spPr>
        <p:txBody>
          <a:bodyPr/>
          <a:lstStyle>
            <a:lvl1pPr>
              <a:lnSpc>
                <a:spcPct val="110000"/>
              </a:lnSpc>
              <a:defRPr>
                <a:solidFill>
                  <a:srgbClr val="0C2340"/>
                </a:solidFill>
              </a:defRPr>
            </a:lvl1pPr>
            <a:lvl2pPr>
              <a:defRPr>
                <a:solidFill>
                  <a:srgbClr val="7D8A99"/>
                </a:solidFill>
              </a:defRPr>
            </a:lvl2pPr>
            <a:lvl3pPr>
              <a:defRPr>
                <a:solidFill>
                  <a:srgbClr val="7D8A99"/>
                </a:solidFill>
              </a:defRPr>
            </a:lvl3pPr>
            <a:lvl4pPr>
              <a:defRPr>
                <a:solidFill>
                  <a:srgbClr val="7D8A99"/>
                </a:solidFill>
              </a:defRPr>
            </a:lvl4pPr>
            <a:lvl5pPr marL="1076325" indent="0">
              <a:buNone/>
              <a:defRPr>
                <a:solidFill>
                  <a:srgbClr val="7D8A99"/>
                </a:solidFill>
              </a:defRPr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</a:t>
            </a:r>
          </a:p>
        </p:txBody>
      </p:sp>
      <p:sp>
        <p:nvSpPr>
          <p:cNvPr id="9" name="Text Placeholder 88">
            <a:extLst>
              <a:ext uri="{FF2B5EF4-FFF2-40B4-BE49-F238E27FC236}">
                <a16:creationId xmlns:a16="http://schemas.microsoft.com/office/drawing/2014/main" id="{31823A13-F7B1-9B67-1575-86939FD4F3A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697432" y="1803329"/>
            <a:ext cx="1872296" cy="816156"/>
          </a:xfrm>
        </p:spPr>
        <p:txBody>
          <a:bodyPr/>
          <a:lstStyle>
            <a:lvl1pPr>
              <a:lnSpc>
                <a:spcPct val="110000"/>
              </a:lnSpc>
              <a:defRPr>
                <a:solidFill>
                  <a:srgbClr val="0C2340"/>
                </a:solidFill>
              </a:defRPr>
            </a:lvl1pPr>
            <a:lvl2pPr>
              <a:defRPr>
                <a:solidFill>
                  <a:srgbClr val="7D8A99"/>
                </a:solidFill>
              </a:defRPr>
            </a:lvl2pPr>
            <a:lvl3pPr>
              <a:defRPr>
                <a:solidFill>
                  <a:srgbClr val="7D8A99"/>
                </a:solidFill>
              </a:defRPr>
            </a:lvl3pPr>
            <a:lvl4pPr>
              <a:defRPr>
                <a:solidFill>
                  <a:srgbClr val="7D8A99"/>
                </a:solidFill>
              </a:defRPr>
            </a:lvl4pPr>
            <a:lvl5pPr marL="1076325" indent="0">
              <a:buNone/>
              <a:defRPr>
                <a:solidFill>
                  <a:srgbClr val="7D8A99"/>
                </a:solidFill>
              </a:defRPr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95673B4-1750-E5B8-1D75-DFE1A8FB6B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319963" y="4533900"/>
            <a:ext cx="4249765" cy="1841680"/>
          </a:xfrm>
        </p:spPr>
        <p:txBody>
          <a:bodyPr numCol="2" spcCol="540000" anchor="t"/>
          <a:lstStyle>
            <a:lvl1pPr>
              <a:defRPr>
                <a:solidFill>
                  <a:srgbClr val="0C2340"/>
                </a:solidFill>
              </a:defRPr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magna: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655ABA2A-EC31-E2C1-A7EE-BCDE3B2B8E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6" y="296863"/>
            <a:ext cx="2484438" cy="175577"/>
          </a:xfrm>
        </p:spPr>
        <p:txBody>
          <a:bodyPr/>
          <a:lstStyle>
            <a:lvl1pPr>
              <a:defRPr>
                <a:solidFill>
                  <a:srgbClr val="DA291C"/>
                </a:solidFill>
                <a:latin typeface="+mj-lt"/>
              </a:defRPr>
            </a:lvl1pPr>
          </a:lstStyle>
          <a:p>
            <a:pPr lvl="0"/>
            <a:r>
              <a:rPr lang="en-GB"/>
              <a:t>TAG HERE</a:t>
            </a:r>
          </a:p>
        </p:txBody>
      </p:sp>
    </p:spTree>
    <p:extLst>
      <p:ext uri="{BB962C8B-B14F-4D97-AF65-F5344CB8AC3E}">
        <p14:creationId xmlns:p14="http://schemas.microsoft.com/office/powerpoint/2010/main" val="3155217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17">
          <p15:clr>
            <a:srgbClr val="000000"/>
          </p15:clr>
        </p15:guide>
        <p15:guide id="2" pos="6063">
          <p15:clr>
            <a:srgbClr val="000000"/>
          </p15:clr>
        </p15:guide>
        <p15:guide id="3" pos="4566">
          <p15:clr>
            <a:srgbClr val="000000"/>
          </p15:clr>
        </p15:guide>
        <p15:guide id="4" pos="3114">
          <p15:clr>
            <a:srgbClr val="000000"/>
          </p15:clr>
        </p15:guide>
        <p15:guide id="5" pos="3069">
          <p15:clr>
            <a:srgbClr val="A4A3A4"/>
          </p15:clr>
        </p15:guide>
        <p15:guide id="6" pos="1663">
          <p15:clr>
            <a:srgbClr val="A4A3A4"/>
          </p15:clr>
        </p15:guide>
        <p15:guide id="7" pos="1572">
          <p15:clr>
            <a:srgbClr val="A4A3A4"/>
          </p15:clr>
        </p15:guide>
        <p15:guide id="8" pos="6108">
          <p15:clr>
            <a:srgbClr val="A4A3A4"/>
          </p15:clr>
        </p15:guide>
        <p15:guide id="9" pos="6017">
          <p15:clr>
            <a:srgbClr val="A4A3A4"/>
          </p15:clr>
        </p15:guide>
        <p15:guide id="10" pos="3160">
          <p15:clr>
            <a:srgbClr val="A4A3A4"/>
          </p15:clr>
        </p15:guide>
        <p15:guide id="11" pos="4611">
          <p15:clr>
            <a:srgbClr val="A4A3A4"/>
          </p15:clr>
        </p15:guide>
        <p15:guide id="12" pos="4520">
          <p15:clr>
            <a:srgbClr val="A4A3A4"/>
          </p15:clr>
        </p15:guide>
        <p15:guide id="13" pos="2842">
          <p15:clr>
            <a:srgbClr val="FBAE40"/>
          </p15:clr>
        </p15:guide>
        <p15:guide id="14" pos="1345">
          <p15:clr>
            <a:srgbClr val="FBAE40"/>
          </p15:clr>
        </p15:guide>
        <p15:guide id="15" pos="4294">
          <p15:clr>
            <a:srgbClr val="FBAE40"/>
          </p15:clr>
        </p15:guide>
        <p15:guide id="16" pos="5790">
          <p15:clr>
            <a:srgbClr val="FBAE40"/>
          </p15:clr>
        </p15:guide>
        <p15:guide id="17" pos="7287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R] Title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titolo 4">
            <a:extLst>
              <a:ext uri="{FF2B5EF4-FFF2-40B4-BE49-F238E27FC236}">
                <a16:creationId xmlns:a16="http://schemas.microsoft.com/office/drawing/2014/main" id="{67E41D04-6851-2993-46E1-831AC812C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296863"/>
            <a:ext cx="2484438" cy="182819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4400"/>
            </a:lvl1pPr>
          </a:lstStyle>
          <a:p>
            <a:r>
              <a:rPr lang="en-US"/>
              <a:t>Title here lorem ipsum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BBA89F-352C-0F9B-7905-CF46B6A8E0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7437" y="1612490"/>
            <a:ext cx="5400675" cy="4769260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magna: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magna: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</a:t>
            </a:r>
            <a:r>
              <a:rPr lang="en-GB" dirty="0" err="1"/>
              <a:t>exercitationLorem</a:t>
            </a:r>
            <a:r>
              <a:rPr lang="en-GB" dirty="0"/>
              <a:t>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exercitation. 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</a:t>
            </a:r>
            <a:r>
              <a:rPr lang="en-GB" dirty="0" err="1"/>
              <a:t>exercitationLorem</a:t>
            </a:r>
            <a:r>
              <a:rPr lang="en-GB" dirty="0"/>
              <a:t>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exercitation.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48E6FF0-C701-BF8D-6351-6B4F15412A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66768" y="1"/>
            <a:ext cx="1325232" cy="1325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994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000000"/>
          </p15:clr>
        </p15:guide>
        <p15:guide id="2" pos="5677">
          <p15:clr>
            <a:srgbClr val="000000"/>
          </p15:clr>
        </p15:guide>
        <p15:guide id="3" pos="2003">
          <p15:clr>
            <a:srgbClr val="000000"/>
          </p15:clr>
        </p15:guide>
        <p15:guide id="4" pos="3885">
          <p15:clr>
            <a:srgbClr val="A4A3A4"/>
          </p15:clr>
        </p15:guide>
        <p15:guide id="5" pos="3795">
          <p15:clr>
            <a:srgbClr val="A4A3A4"/>
          </p15:clr>
        </p15:guide>
        <p15:guide id="6" pos="5632">
          <p15:clr>
            <a:srgbClr val="A4A3A4"/>
          </p15:clr>
        </p15:guide>
        <p15:guide id="7" pos="5722">
          <p15:clr>
            <a:srgbClr val="A4A3A4"/>
          </p15:clr>
        </p15:guide>
        <p15:guide id="8" pos="2048">
          <p15:clr>
            <a:srgbClr val="A4A3A4"/>
          </p15:clr>
        </p15:guide>
        <p15:guide id="9" pos="1958">
          <p15:clr>
            <a:srgbClr val="A4A3A4"/>
          </p15:clr>
        </p15:guide>
        <p15:guide id="10" pos="3568" userDrawn="1">
          <p15:clr>
            <a:srgbClr val="FBAE40"/>
          </p15:clr>
        </p15:guide>
        <p15:guide id="11" pos="1731">
          <p15:clr>
            <a:srgbClr val="FBAE40"/>
          </p15:clr>
        </p15:guide>
        <p15:guide id="12" pos="5405">
          <p15:clr>
            <a:srgbClr val="FBAE40"/>
          </p15:clr>
        </p15:guide>
        <p15:guide id="13" pos="7287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R] Tag-Title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ed white and blue square&#10;&#10;Description automatically generated">
            <a:extLst>
              <a:ext uri="{FF2B5EF4-FFF2-40B4-BE49-F238E27FC236}">
                <a16:creationId xmlns:a16="http://schemas.microsoft.com/office/drawing/2014/main" id="{DD040E0A-5B1F-E919-AF10-C92BF133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0865796" y="0"/>
            <a:ext cx="1326204" cy="1324259"/>
          </a:xfrm>
          <a:prstGeom prst="rect">
            <a:avLst/>
          </a:prstGeom>
        </p:spPr>
      </p:pic>
      <p:sp>
        <p:nvSpPr>
          <p:cNvPr id="10" name="Segnaposto titolo 4">
            <a:extLst>
              <a:ext uri="{FF2B5EF4-FFF2-40B4-BE49-F238E27FC236}">
                <a16:creationId xmlns:a16="http://schemas.microsoft.com/office/drawing/2014/main" id="{67E41D04-6851-2993-46E1-831AC812C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700532"/>
            <a:ext cx="2484438" cy="182819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4400"/>
            </a:lvl1pPr>
          </a:lstStyle>
          <a:p>
            <a:r>
              <a:rPr lang="en-US"/>
              <a:t>Title here lorem ipsum</a:t>
            </a:r>
            <a:endParaRPr lang="en-GB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4691B5D-CA76-8011-CF36-7A8C38195E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6" y="296863"/>
            <a:ext cx="2484438" cy="17557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TAG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BBA89F-352C-0F9B-7905-CF46B6A8E0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7437" y="1612490"/>
            <a:ext cx="5400675" cy="4769260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magna: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magna: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</a:t>
            </a:r>
            <a:r>
              <a:rPr lang="en-GB" dirty="0" err="1"/>
              <a:t>exercitationLorem</a:t>
            </a:r>
            <a:r>
              <a:rPr lang="en-GB" dirty="0"/>
              <a:t>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exercitation. 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</a:t>
            </a:r>
            <a:r>
              <a:rPr lang="en-GB" dirty="0" err="1"/>
              <a:t>exercitationLorem</a:t>
            </a:r>
            <a:r>
              <a:rPr lang="en-GB" dirty="0"/>
              <a:t>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exercitation. </a:t>
            </a:r>
          </a:p>
        </p:txBody>
      </p:sp>
    </p:spTree>
    <p:extLst>
      <p:ext uri="{BB962C8B-B14F-4D97-AF65-F5344CB8AC3E}">
        <p14:creationId xmlns:p14="http://schemas.microsoft.com/office/powerpoint/2010/main" val="852434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000000"/>
          </p15:clr>
        </p15:guide>
        <p15:guide id="2" pos="5677">
          <p15:clr>
            <a:srgbClr val="000000"/>
          </p15:clr>
        </p15:guide>
        <p15:guide id="3" pos="2003">
          <p15:clr>
            <a:srgbClr val="000000"/>
          </p15:clr>
        </p15:guide>
        <p15:guide id="4" pos="3885">
          <p15:clr>
            <a:srgbClr val="A4A3A4"/>
          </p15:clr>
        </p15:guide>
        <p15:guide id="5" pos="3795">
          <p15:clr>
            <a:srgbClr val="A4A3A4"/>
          </p15:clr>
        </p15:guide>
        <p15:guide id="6" pos="5632">
          <p15:clr>
            <a:srgbClr val="A4A3A4"/>
          </p15:clr>
        </p15:guide>
        <p15:guide id="7" pos="5722">
          <p15:clr>
            <a:srgbClr val="A4A3A4"/>
          </p15:clr>
        </p15:guide>
        <p15:guide id="8" pos="2048">
          <p15:clr>
            <a:srgbClr val="A4A3A4"/>
          </p15:clr>
        </p15:guide>
        <p15:guide id="9" pos="1958">
          <p15:clr>
            <a:srgbClr val="A4A3A4"/>
          </p15:clr>
        </p15:guide>
        <p15:guide id="10" pos="3568" userDrawn="1">
          <p15:clr>
            <a:srgbClr val="FBAE40"/>
          </p15:clr>
        </p15:guide>
        <p15:guide id="11" pos="1731">
          <p15:clr>
            <a:srgbClr val="FBAE40"/>
          </p15:clr>
        </p15:guide>
        <p15:guide id="12" pos="5405">
          <p15:clr>
            <a:srgbClr val="FBAE40"/>
          </p15:clr>
        </p15:guide>
        <p15:guide id="13" pos="7287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R] Tag-Title-3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titolo 4">
            <a:extLst>
              <a:ext uri="{FF2B5EF4-FFF2-40B4-BE49-F238E27FC236}">
                <a16:creationId xmlns:a16="http://schemas.microsoft.com/office/drawing/2014/main" id="{67E41D04-6851-2993-46E1-831AC812C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700532"/>
            <a:ext cx="2484438" cy="182819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4400"/>
            </a:lvl1pPr>
          </a:lstStyle>
          <a:p>
            <a:r>
              <a:rPr lang="en-US"/>
              <a:t>Title here lorem ipsum</a:t>
            </a:r>
            <a:endParaRPr lang="en-GB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4691B5D-CA76-8011-CF36-7A8C38195E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6" y="296863"/>
            <a:ext cx="2484438" cy="17557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TAG HERE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2F3479E-FB2D-590C-8D3A-6A759B18F2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51201" y="3600450"/>
            <a:ext cx="8316912" cy="2781300"/>
          </a:xfrm>
        </p:spPr>
        <p:txBody>
          <a:bodyPr numCol="3" spcCol="540000" anchor="b"/>
          <a:lstStyle>
            <a:lvl1pPr>
              <a:defRPr/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magna: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magna: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</a:t>
            </a:r>
            <a:r>
              <a:rPr lang="en-GB" dirty="0" err="1"/>
              <a:t>exercitationLorem</a:t>
            </a:r>
            <a:r>
              <a:rPr lang="en-GB" dirty="0"/>
              <a:t>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exercitation. 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</a:t>
            </a:r>
            <a:r>
              <a:rPr lang="en-GB" dirty="0" err="1"/>
              <a:t>exercitationLorem</a:t>
            </a:r>
            <a:r>
              <a:rPr lang="en-GB" dirty="0"/>
              <a:t>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4AD58A2-8D9A-BA5B-A1F4-6E42026509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64823" y="-973"/>
            <a:ext cx="1326205" cy="1326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403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000000"/>
          </p15:clr>
        </p15:guide>
        <p15:guide id="2" pos="5677">
          <p15:clr>
            <a:srgbClr val="000000"/>
          </p15:clr>
        </p15:guide>
        <p15:guide id="3" pos="2003">
          <p15:clr>
            <a:srgbClr val="000000"/>
          </p15:clr>
        </p15:guide>
        <p15:guide id="4" pos="3885">
          <p15:clr>
            <a:srgbClr val="A4A3A4"/>
          </p15:clr>
        </p15:guide>
        <p15:guide id="5" pos="3795">
          <p15:clr>
            <a:srgbClr val="A4A3A4"/>
          </p15:clr>
        </p15:guide>
        <p15:guide id="6" pos="5632">
          <p15:clr>
            <a:srgbClr val="A4A3A4"/>
          </p15:clr>
        </p15:guide>
        <p15:guide id="7" pos="5722">
          <p15:clr>
            <a:srgbClr val="A4A3A4"/>
          </p15:clr>
        </p15:guide>
        <p15:guide id="8" pos="2048">
          <p15:clr>
            <a:srgbClr val="A4A3A4"/>
          </p15:clr>
        </p15:guide>
        <p15:guide id="9" pos="1958">
          <p15:clr>
            <a:srgbClr val="A4A3A4"/>
          </p15:clr>
        </p15:guide>
        <p15:guide id="10" pos="3568">
          <p15:clr>
            <a:srgbClr val="FBAE40"/>
          </p15:clr>
        </p15:guide>
        <p15:guide id="11" pos="1731">
          <p15:clr>
            <a:srgbClr val="FBAE40"/>
          </p15:clr>
        </p15:guide>
        <p15:guide id="12" pos="5405">
          <p15:clr>
            <a:srgbClr val="FBAE40"/>
          </p15:clr>
        </p15:guide>
        <p15:guide id="13" pos="7287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R] Section number-Tag-Title-Text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5">
            <a:extLst>
              <a:ext uri="{FF2B5EF4-FFF2-40B4-BE49-F238E27FC236}">
                <a16:creationId xmlns:a16="http://schemas.microsoft.com/office/drawing/2014/main" id="{0444F1C3-08BB-FA38-C9E8-12ABBAFEEE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4329" b="6943"/>
          <a:stretch/>
        </p:blipFill>
        <p:spPr>
          <a:xfrm>
            <a:off x="4224339" y="296863"/>
            <a:ext cx="7967662" cy="6084888"/>
          </a:xfrm>
          <a:custGeom>
            <a:avLst/>
            <a:gdLst>
              <a:gd name="connsiteX0" fmla="*/ -521 w 10284441"/>
              <a:gd name="connsiteY0" fmla="*/ -332 h 6857973"/>
              <a:gd name="connsiteX1" fmla="*/ 10283921 w 10284441"/>
              <a:gd name="connsiteY1" fmla="*/ -332 h 6857973"/>
              <a:gd name="connsiteX2" fmla="*/ 10283921 w 10284441"/>
              <a:gd name="connsiteY2" fmla="*/ 6857642 h 6857973"/>
              <a:gd name="connsiteX3" fmla="*/ -521 w 10284441"/>
              <a:gd name="connsiteY3" fmla="*/ 6857642 h 6857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284441" h="6857973">
                <a:moveTo>
                  <a:pt x="-521" y="-332"/>
                </a:moveTo>
                <a:lnTo>
                  <a:pt x="10283921" y="-332"/>
                </a:lnTo>
                <a:lnTo>
                  <a:pt x="10283921" y="6857642"/>
                </a:lnTo>
                <a:lnTo>
                  <a:pt x="-521" y="6857642"/>
                </a:lnTo>
                <a:close/>
              </a:path>
            </a:pathLst>
          </a:custGeom>
        </p:spPr>
      </p:pic>
      <p:sp>
        <p:nvSpPr>
          <p:cNvPr id="24" name="Segnaposto titolo 4">
            <a:extLst>
              <a:ext uri="{FF2B5EF4-FFF2-40B4-BE49-F238E27FC236}">
                <a16:creationId xmlns:a16="http://schemas.microsoft.com/office/drawing/2014/main" id="{75FD8E71-5E64-EA0D-913F-05E95177C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1108032"/>
            <a:ext cx="2916555" cy="182819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4400"/>
            </a:lvl1pPr>
          </a:lstStyle>
          <a:p>
            <a:r>
              <a:rPr lang="en-US"/>
              <a:t>Title here lorem ipsum</a:t>
            </a:r>
            <a:endParaRPr lang="en-GB"/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3D212024-E1C2-DE6F-98A8-54A849DC99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6" y="643378"/>
            <a:ext cx="2484438" cy="17557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TAG HERE</a:t>
            </a: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F2A9BAEA-5F4D-2E67-9F69-A5B9CAE968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30" y="221014"/>
            <a:ext cx="2484438" cy="422364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Work Sans Light" pitchFamily="2" charset="0"/>
              </a:defRPr>
            </a:lvl1pPr>
          </a:lstStyle>
          <a:p>
            <a:pPr lvl="0"/>
            <a:r>
              <a:rPr lang="en-GB"/>
              <a:t>01</a:t>
            </a:r>
          </a:p>
        </p:txBody>
      </p:sp>
      <p:sp>
        <p:nvSpPr>
          <p:cNvPr id="28" name="Picture Placeholder 20">
            <a:extLst>
              <a:ext uri="{FF2B5EF4-FFF2-40B4-BE49-F238E27FC236}">
                <a16:creationId xmlns:a16="http://schemas.microsoft.com/office/drawing/2014/main" id="{2D3F9975-D4D4-D156-85AE-C57B79C6631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227334" y="286702"/>
            <a:ext cx="7964666" cy="60848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pt-BR" err="1"/>
              <a:t>Placeholder</a:t>
            </a:r>
            <a:r>
              <a:rPr lang="pt-BR"/>
              <a:t> Picture</a:t>
            </a:r>
            <a:endParaRPr lang="en-GB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F435163-3141-F83C-7B93-1509177CB9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3525" y="3225302"/>
            <a:ext cx="2916555" cy="3156448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magna.</a:t>
            </a:r>
          </a:p>
        </p:txBody>
      </p:sp>
    </p:spTree>
    <p:extLst>
      <p:ext uri="{BB962C8B-B14F-4D97-AF65-F5344CB8AC3E}">
        <p14:creationId xmlns:p14="http://schemas.microsoft.com/office/powerpoint/2010/main" val="29302234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61">
          <p15:clr>
            <a:srgbClr val="A4A3A4"/>
          </p15:clr>
        </p15:guide>
        <p15:guide id="2" pos="5110">
          <p15:clr>
            <a:srgbClr val="A4A3A4"/>
          </p15:clr>
        </p15:guide>
        <p15:guide id="3" pos="2570">
          <p15:clr>
            <a:srgbClr val="A4A3A4"/>
          </p15:clr>
        </p15:guide>
        <p15:guide id="6" pos="5019">
          <p15:clr>
            <a:srgbClr val="A4A3A4"/>
          </p15:clr>
        </p15:guide>
        <p15:guide id="7" pos="5065">
          <p15:clr>
            <a:srgbClr val="000000"/>
          </p15:clr>
        </p15:guide>
        <p15:guide id="8" pos="2615">
          <p15:clr>
            <a:srgbClr val="000000"/>
          </p15:clr>
        </p15:guide>
        <p15:guide id="9" pos="2320">
          <p15:clr>
            <a:srgbClr val="FBAE40"/>
          </p15:clr>
        </p15:guide>
        <p15:guide id="10" pos="4793">
          <p15:clr>
            <a:srgbClr val="FBAE40"/>
          </p15:clr>
        </p15:guide>
        <p15:guide id="11" pos="7287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R] Section number-Tag-Big Title-Text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5">
            <a:extLst>
              <a:ext uri="{FF2B5EF4-FFF2-40B4-BE49-F238E27FC236}">
                <a16:creationId xmlns:a16="http://schemas.microsoft.com/office/drawing/2014/main" id="{E1AE2288-7A93-31F4-727C-1C3577B423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9183"/>
          <a:stretch/>
        </p:blipFill>
        <p:spPr>
          <a:xfrm>
            <a:off x="6167437" y="1672477"/>
            <a:ext cx="6024563" cy="4709274"/>
          </a:xfrm>
          <a:custGeom>
            <a:avLst/>
            <a:gdLst>
              <a:gd name="connsiteX0" fmla="*/ -521 w 10284441"/>
              <a:gd name="connsiteY0" fmla="*/ -332 h 6857973"/>
              <a:gd name="connsiteX1" fmla="*/ 10283921 w 10284441"/>
              <a:gd name="connsiteY1" fmla="*/ -332 h 6857973"/>
              <a:gd name="connsiteX2" fmla="*/ 10283921 w 10284441"/>
              <a:gd name="connsiteY2" fmla="*/ 6857642 h 6857973"/>
              <a:gd name="connsiteX3" fmla="*/ -521 w 10284441"/>
              <a:gd name="connsiteY3" fmla="*/ 6857642 h 6857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284441" h="6857973">
                <a:moveTo>
                  <a:pt x="-521" y="-332"/>
                </a:moveTo>
                <a:lnTo>
                  <a:pt x="10283921" y="-332"/>
                </a:lnTo>
                <a:lnTo>
                  <a:pt x="10283921" y="6857642"/>
                </a:lnTo>
                <a:lnTo>
                  <a:pt x="-521" y="6857642"/>
                </a:lnTo>
                <a:close/>
              </a:path>
            </a:pathLst>
          </a:custGeom>
        </p:spPr>
      </p:pic>
      <p:sp>
        <p:nvSpPr>
          <p:cNvPr id="13" name="Segnaposto titolo 4">
            <a:extLst>
              <a:ext uri="{FF2B5EF4-FFF2-40B4-BE49-F238E27FC236}">
                <a16:creationId xmlns:a16="http://schemas.microsoft.com/office/drawing/2014/main" id="{29D9F020-12C3-E73D-AAD0-090B6FA56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1816741"/>
            <a:ext cx="6889115" cy="21764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lnSpc>
                <a:spcPct val="80000"/>
              </a:lnSpc>
              <a:defRPr sz="8800">
                <a:solidFill>
                  <a:schemeClr val="bg1"/>
                </a:solidFill>
                <a:latin typeface="Work Sans Thin" pitchFamily="2" charset="0"/>
              </a:defRPr>
            </a:lvl1pPr>
          </a:lstStyle>
          <a:p>
            <a:r>
              <a:rPr lang="en-US"/>
              <a:t>Title here lorem ipsum</a:t>
            </a:r>
            <a:endParaRPr lang="en-GB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96B5783-F4EA-0991-CE87-AB5045AB951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6" y="643378"/>
            <a:ext cx="2484438" cy="17557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TAG HERE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D667B30-1860-A37F-E3B4-A4AF0665BE7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30" y="221014"/>
            <a:ext cx="2484438" cy="422364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Work Sans Light" pitchFamily="2" charset="0"/>
              </a:defRPr>
            </a:lvl1pPr>
          </a:lstStyle>
          <a:p>
            <a:pPr lvl="0"/>
            <a:r>
              <a:rPr lang="en-GB"/>
              <a:t>01</a:t>
            </a:r>
          </a:p>
        </p:txBody>
      </p:sp>
      <p:sp>
        <p:nvSpPr>
          <p:cNvPr id="17" name="Picture Placeholder 20">
            <a:extLst>
              <a:ext uri="{FF2B5EF4-FFF2-40B4-BE49-F238E27FC236}">
                <a16:creationId xmlns:a16="http://schemas.microsoft.com/office/drawing/2014/main" id="{237A83E7-1609-6E24-85C8-F1717A256B5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4442" y="1662316"/>
            <a:ext cx="6027557" cy="47092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pt-BR" err="1"/>
              <a:t>Placeholder</a:t>
            </a:r>
            <a:r>
              <a:rPr lang="pt-BR"/>
              <a:t> Picture</a:t>
            </a:r>
            <a:endParaRPr lang="en-GB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D4CB53BC-5B79-C96F-194B-9471A040E5F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4818" y="4205318"/>
            <a:ext cx="3444696" cy="2176431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magna.</a:t>
            </a:r>
          </a:p>
        </p:txBody>
      </p:sp>
    </p:spTree>
    <p:extLst>
      <p:ext uri="{BB962C8B-B14F-4D97-AF65-F5344CB8AC3E}">
        <p14:creationId xmlns:p14="http://schemas.microsoft.com/office/powerpoint/2010/main" val="1341303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61">
          <p15:clr>
            <a:srgbClr val="A4A3A4"/>
          </p15:clr>
        </p15:guide>
        <p15:guide id="2" pos="5110">
          <p15:clr>
            <a:srgbClr val="A4A3A4"/>
          </p15:clr>
        </p15:guide>
        <p15:guide id="3" pos="2570">
          <p15:clr>
            <a:srgbClr val="A4A3A4"/>
          </p15:clr>
        </p15:guide>
        <p15:guide id="6" pos="5019">
          <p15:clr>
            <a:srgbClr val="A4A3A4"/>
          </p15:clr>
        </p15:guide>
        <p15:guide id="7" pos="5065">
          <p15:clr>
            <a:srgbClr val="000000"/>
          </p15:clr>
        </p15:guide>
        <p15:guide id="8" pos="2615">
          <p15:clr>
            <a:srgbClr val="000000"/>
          </p15:clr>
        </p15:guide>
        <p15:guide id="9" pos="2343">
          <p15:clr>
            <a:srgbClr val="FBAE40"/>
          </p15:clr>
        </p15:guide>
        <p15:guide id="10" pos="4793">
          <p15:clr>
            <a:srgbClr val="FBAE40"/>
          </p15:clr>
        </p15:guide>
        <p15:guide id="11" pos="7287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R] Tag-Title-Text-Items-Items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egnaposto titolo 4">
            <a:extLst>
              <a:ext uri="{FF2B5EF4-FFF2-40B4-BE49-F238E27FC236}">
                <a16:creationId xmlns:a16="http://schemas.microsoft.com/office/drawing/2014/main" id="{8130A92C-C6EE-1AB1-F8C5-69DA7F92A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700532"/>
            <a:ext cx="2484438" cy="182819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4400"/>
            </a:lvl1pPr>
          </a:lstStyle>
          <a:p>
            <a:r>
              <a:rPr lang="en-US"/>
              <a:t>Title here lorem ipsum</a:t>
            </a:r>
            <a:endParaRPr lang="en-GB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C9EC3ADA-0994-0FCE-7877-D3887BBB7D3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67438" y="3840502"/>
            <a:ext cx="2413000" cy="244267"/>
          </a:xfrm>
        </p:spPr>
        <p:txBody>
          <a:bodyPr/>
          <a:lstStyle>
            <a:lvl1pPr>
              <a:lnSpc>
                <a:spcPct val="110000"/>
              </a:lnSpc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Paragraph Title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B0CCD89D-3DD0-C5F8-2231-6F7F401585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7438" y="3512933"/>
            <a:ext cx="258735" cy="236784"/>
          </a:xfrm>
          <a:solidFill>
            <a:srgbClr val="DA291C"/>
          </a:solidFill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03</a:t>
            </a:r>
          </a:p>
        </p:txBody>
      </p:sp>
      <p:sp>
        <p:nvSpPr>
          <p:cNvPr id="37" name="Text Placeholder 32">
            <a:extLst>
              <a:ext uri="{FF2B5EF4-FFF2-40B4-BE49-F238E27FC236}">
                <a16:creationId xmlns:a16="http://schemas.microsoft.com/office/drawing/2014/main" id="{A2D284A7-B7EE-0044-C58E-CD422F584AD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81411" y="3840502"/>
            <a:ext cx="2489057" cy="244267"/>
          </a:xfrm>
        </p:spPr>
        <p:txBody>
          <a:bodyPr/>
          <a:lstStyle>
            <a:lvl1pPr>
              <a:lnSpc>
                <a:spcPct val="110000"/>
              </a:lnSpc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Paragraph Title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C69C761A-0A87-45AB-B131-21AC7FCE9E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81412" y="3512933"/>
            <a:ext cx="258735" cy="236784"/>
          </a:xfrm>
          <a:solidFill>
            <a:srgbClr val="DA291C"/>
          </a:solidFill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04</a:t>
            </a:r>
          </a:p>
        </p:txBody>
      </p:sp>
      <p:sp>
        <p:nvSpPr>
          <p:cNvPr id="40" name="Text Placeholder 32">
            <a:extLst>
              <a:ext uri="{FF2B5EF4-FFF2-40B4-BE49-F238E27FC236}">
                <a16:creationId xmlns:a16="http://schemas.microsoft.com/office/drawing/2014/main" id="{8FAABD3B-4ABE-C028-AEF9-0754633D361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67438" y="5562434"/>
            <a:ext cx="2413000" cy="244267"/>
          </a:xfrm>
        </p:spPr>
        <p:txBody>
          <a:bodyPr/>
          <a:lstStyle>
            <a:lvl1pPr>
              <a:lnSpc>
                <a:spcPct val="110000"/>
              </a:lnSpc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Paragraph Title</a:t>
            </a:r>
          </a:p>
        </p:txBody>
      </p:sp>
      <p:sp>
        <p:nvSpPr>
          <p:cNvPr id="41" name="Text Placeholder 34">
            <a:extLst>
              <a:ext uri="{FF2B5EF4-FFF2-40B4-BE49-F238E27FC236}">
                <a16:creationId xmlns:a16="http://schemas.microsoft.com/office/drawing/2014/main" id="{16C23411-5558-0D35-DE3A-59F329629D5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67438" y="5234865"/>
            <a:ext cx="258735" cy="236784"/>
          </a:xfrm>
          <a:solidFill>
            <a:srgbClr val="DA291C"/>
          </a:solidFill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05</a:t>
            </a:r>
          </a:p>
        </p:txBody>
      </p:sp>
      <p:sp>
        <p:nvSpPr>
          <p:cNvPr id="43" name="Text Placeholder 32">
            <a:extLst>
              <a:ext uri="{FF2B5EF4-FFF2-40B4-BE49-F238E27FC236}">
                <a16:creationId xmlns:a16="http://schemas.microsoft.com/office/drawing/2014/main" id="{BFAA5158-A789-E971-CE7D-F61EA26278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81411" y="5562434"/>
            <a:ext cx="2489057" cy="244267"/>
          </a:xfrm>
        </p:spPr>
        <p:txBody>
          <a:bodyPr/>
          <a:lstStyle>
            <a:lvl1pPr>
              <a:lnSpc>
                <a:spcPct val="110000"/>
              </a:lnSpc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Paragraph Title</a:t>
            </a:r>
          </a:p>
        </p:txBody>
      </p:sp>
      <p:sp>
        <p:nvSpPr>
          <p:cNvPr id="44" name="Text Placeholder 34">
            <a:extLst>
              <a:ext uri="{FF2B5EF4-FFF2-40B4-BE49-F238E27FC236}">
                <a16:creationId xmlns:a16="http://schemas.microsoft.com/office/drawing/2014/main" id="{10F134EC-8525-B1E3-5696-F3C98036DA3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81412" y="5234865"/>
            <a:ext cx="258735" cy="236784"/>
          </a:xfrm>
          <a:solidFill>
            <a:srgbClr val="DA291C"/>
          </a:solidFill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06</a:t>
            </a:r>
          </a:p>
        </p:txBody>
      </p:sp>
      <p:sp>
        <p:nvSpPr>
          <p:cNvPr id="46" name="Text Placeholder 32">
            <a:extLst>
              <a:ext uri="{FF2B5EF4-FFF2-40B4-BE49-F238E27FC236}">
                <a16:creationId xmlns:a16="http://schemas.microsoft.com/office/drawing/2014/main" id="{50FE05AC-1C6A-F111-EC6F-FCC6DB8B2BE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7438" y="2212341"/>
            <a:ext cx="2413000" cy="244267"/>
          </a:xfrm>
        </p:spPr>
        <p:txBody>
          <a:bodyPr/>
          <a:lstStyle>
            <a:lvl1pPr>
              <a:lnSpc>
                <a:spcPct val="110000"/>
              </a:lnSpc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Paragraph Title</a:t>
            </a:r>
          </a:p>
        </p:txBody>
      </p:sp>
      <p:sp>
        <p:nvSpPr>
          <p:cNvPr id="47" name="Text Placeholder 34">
            <a:extLst>
              <a:ext uri="{FF2B5EF4-FFF2-40B4-BE49-F238E27FC236}">
                <a16:creationId xmlns:a16="http://schemas.microsoft.com/office/drawing/2014/main" id="{4820B35B-5AAA-5F4C-3E25-2925C0A9F1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67438" y="1884772"/>
            <a:ext cx="258735" cy="236784"/>
          </a:xfrm>
          <a:solidFill>
            <a:srgbClr val="DA291C"/>
          </a:solidFill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01</a:t>
            </a:r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91775A9C-155D-09ED-9B81-FD6EE3CB560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81411" y="2212341"/>
            <a:ext cx="2489057" cy="244267"/>
          </a:xfrm>
        </p:spPr>
        <p:txBody>
          <a:bodyPr/>
          <a:lstStyle>
            <a:lvl1pPr>
              <a:lnSpc>
                <a:spcPct val="110000"/>
              </a:lnSpc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Paragraph Title</a:t>
            </a:r>
          </a:p>
        </p:txBody>
      </p:sp>
      <p:sp>
        <p:nvSpPr>
          <p:cNvPr id="50" name="Text Placeholder 34">
            <a:extLst>
              <a:ext uri="{FF2B5EF4-FFF2-40B4-BE49-F238E27FC236}">
                <a16:creationId xmlns:a16="http://schemas.microsoft.com/office/drawing/2014/main" id="{0A288506-1B16-051F-5A15-83E0E078F16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081412" y="1884772"/>
            <a:ext cx="258735" cy="236784"/>
          </a:xfrm>
          <a:solidFill>
            <a:srgbClr val="DA291C"/>
          </a:solidFill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02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597B82C7-AED8-0415-DBD9-D5019645A36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63525" y="3429000"/>
            <a:ext cx="5400675" cy="2952750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magna: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magna.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50A0C48-5982-56CB-3F73-43AC3DF116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165173" y="2453532"/>
            <a:ext cx="2413000" cy="531238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B0CE76-9E75-5393-19E9-9025FD5BB3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079145" y="2453532"/>
            <a:ext cx="2486067" cy="531238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endParaRPr lang="en-GB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0664F784-545B-16F6-5337-E9A19488FE8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65173" y="4084769"/>
            <a:ext cx="2413000" cy="531238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endParaRPr lang="en-GB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F15AA25-76A3-FB28-9197-42C5DFAFE90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79145" y="4084769"/>
            <a:ext cx="2486067" cy="531238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endParaRPr lang="en-GB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0CA4E3F-A1B7-1A3C-96F6-2B5362F9FDB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65173" y="5812608"/>
            <a:ext cx="2413000" cy="531238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232DF92-172D-6BC6-C82E-AA932B2F883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079145" y="5812608"/>
            <a:ext cx="2486067" cy="531238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endParaRPr lang="en-GB"/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E618B16-D598-1FC8-541A-C2A5802ED0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6" y="296863"/>
            <a:ext cx="2484438" cy="17557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TAG HERE</a:t>
            </a:r>
          </a:p>
        </p:txBody>
      </p:sp>
    </p:spTree>
    <p:extLst>
      <p:ext uri="{BB962C8B-B14F-4D97-AF65-F5344CB8AC3E}">
        <p14:creationId xmlns:p14="http://schemas.microsoft.com/office/powerpoint/2010/main" val="21245216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000000"/>
          </p15:clr>
        </p15:guide>
        <p15:guide id="2" pos="5677">
          <p15:clr>
            <a:srgbClr val="000000"/>
          </p15:clr>
        </p15:guide>
        <p15:guide id="3" pos="2003">
          <p15:clr>
            <a:srgbClr val="000000"/>
          </p15:clr>
        </p15:guide>
        <p15:guide id="4" pos="3885">
          <p15:clr>
            <a:srgbClr val="A4A3A4"/>
          </p15:clr>
        </p15:guide>
        <p15:guide id="5" pos="3795">
          <p15:clr>
            <a:srgbClr val="A4A3A4"/>
          </p15:clr>
        </p15:guide>
        <p15:guide id="6" pos="5632">
          <p15:clr>
            <a:srgbClr val="A4A3A4"/>
          </p15:clr>
        </p15:guide>
        <p15:guide id="7" pos="5722">
          <p15:clr>
            <a:srgbClr val="A4A3A4"/>
          </p15:clr>
        </p15:guide>
        <p15:guide id="8" pos="2048">
          <p15:clr>
            <a:srgbClr val="A4A3A4"/>
          </p15:clr>
        </p15:guide>
        <p15:guide id="9" pos="1958">
          <p15:clr>
            <a:srgbClr val="A4A3A4"/>
          </p15:clr>
        </p15:guide>
        <p15:guide id="10" pos="3568">
          <p15:clr>
            <a:srgbClr val="FBAE40"/>
          </p15:clr>
        </p15:guide>
        <p15:guide id="11" pos="1731">
          <p15:clr>
            <a:srgbClr val="FBAE40"/>
          </p15:clr>
        </p15:guide>
        <p15:guide id="12" pos="5405">
          <p15:clr>
            <a:srgbClr val="FBAE40"/>
          </p15:clr>
        </p15:guide>
        <p15:guide id="13" pos="7287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R] Big Title-Text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76;p23" descr="Brainstorming di un team aziendale">
            <a:extLst>
              <a:ext uri="{FF2B5EF4-FFF2-40B4-BE49-F238E27FC236}">
                <a16:creationId xmlns:a16="http://schemas.microsoft.com/office/drawing/2014/main" id="{2ADBE995-A6EB-B32B-6639-9DCA80F36745}"/>
              </a:ext>
            </a:extLst>
          </p:cNvPr>
          <p:cNvPicPr preferRelativeResize="0"/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4280"/>
          <a:stretch/>
        </p:blipFill>
        <p:spPr>
          <a:xfrm>
            <a:off x="0" y="0"/>
            <a:ext cx="5664200" cy="68580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sp>
        <p:nvSpPr>
          <p:cNvPr id="6" name="Picture Placeholder 20">
            <a:extLst>
              <a:ext uri="{FF2B5EF4-FFF2-40B4-BE49-F238E27FC236}">
                <a16:creationId xmlns:a16="http://schemas.microsoft.com/office/drawing/2014/main" id="{7FA7E48F-778C-A9F8-D4D1-5F37E9416BC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56642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pt-BR" err="1"/>
              <a:t>Placeholder</a:t>
            </a:r>
            <a:r>
              <a:rPr lang="pt-BR"/>
              <a:t>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ABA4E9-A6D8-7A2C-912E-D27016E47A4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83675" y="296863"/>
            <a:ext cx="2844799" cy="1550987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</a:t>
            </a:r>
            <a:r>
              <a:rPr lang="en-GB" dirty="0" err="1"/>
              <a:t>exercitationLorem</a:t>
            </a:r>
            <a:r>
              <a:rPr lang="en-GB" dirty="0"/>
              <a:t>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</a:t>
            </a:r>
          </a:p>
        </p:txBody>
      </p:sp>
      <p:sp>
        <p:nvSpPr>
          <p:cNvPr id="5" name="Segnaposto titolo 4">
            <a:extLst>
              <a:ext uri="{FF2B5EF4-FFF2-40B4-BE49-F238E27FC236}">
                <a16:creationId xmlns:a16="http://schemas.microsoft.com/office/drawing/2014/main" id="{6B6B1E7F-31FF-1FCB-43B4-983ACAB0C156}"/>
              </a:ext>
            </a:extLst>
          </p:cNvPr>
          <p:cNvSpPr txBox="1">
            <a:spLocks/>
          </p:cNvSpPr>
          <p:nvPr userDrawn="1"/>
        </p:nvSpPr>
        <p:spPr>
          <a:xfrm>
            <a:off x="6167437" y="2679487"/>
            <a:ext cx="5763293" cy="3948325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 defTabSz="60958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0" spc="0" baseline="0">
                <a:solidFill>
                  <a:schemeClr val="bg1"/>
                </a:solidFill>
                <a:latin typeface="Work Sans Light" pitchFamily="2" charset="0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8000">
                <a:latin typeface="Work Sans Thin" pitchFamily="2" charset="0"/>
              </a:rPr>
              <a:t>Lorem Ipsum dolor sit </a:t>
            </a:r>
            <a:r>
              <a:rPr lang="en-US" sz="8000" err="1">
                <a:latin typeface="Work Sans Thin" pitchFamily="2" charset="0"/>
              </a:rPr>
              <a:t>amet</a:t>
            </a:r>
            <a:r>
              <a:rPr lang="en-US" sz="8000">
                <a:latin typeface="Work Sans Thin" pitchFamily="2" charset="0"/>
              </a:rPr>
              <a:t>, </a:t>
            </a:r>
            <a:r>
              <a:rPr lang="en-US" sz="8000" err="1">
                <a:latin typeface="Work Sans Thin" pitchFamily="2" charset="0"/>
              </a:rPr>
              <a:t>consectetur</a:t>
            </a:r>
            <a:endParaRPr lang="en-GB" sz="8000">
              <a:latin typeface="Work Sans Thi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89577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000000"/>
          </p15:clr>
        </p15:guide>
        <p15:guide id="2" pos="5677">
          <p15:clr>
            <a:srgbClr val="000000"/>
          </p15:clr>
        </p15:guide>
        <p15:guide id="3" pos="2003">
          <p15:clr>
            <a:srgbClr val="000000"/>
          </p15:clr>
        </p15:guide>
        <p15:guide id="4" pos="3885">
          <p15:clr>
            <a:srgbClr val="A4A3A4"/>
          </p15:clr>
        </p15:guide>
        <p15:guide id="5" pos="3795">
          <p15:clr>
            <a:srgbClr val="A4A3A4"/>
          </p15:clr>
        </p15:guide>
        <p15:guide id="6" pos="5632">
          <p15:clr>
            <a:srgbClr val="A4A3A4"/>
          </p15:clr>
        </p15:guide>
        <p15:guide id="7" pos="5722">
          <p15:clr>
            <a:srgbClr val="A4A3A4"/>
          </p15:clr>
        </p15:guide>
        <p15:guide id="8" pos="2048">
          <p15:clr>
            <a:srgbClr val="A4A3A4"/>
          </p15:clr>
        </p15:guide>
        <p15:guide id="9" pos="1958">
          <p15:clr>
            <a:srgbClr val="A4A3A4"/>
          </p15:clr>
        </p15:guide>
        <p15:guide id="10" pos="3568">
          <p15:clr>
            <a:srgbClr val="FBAE40"/>
          </p15:clr>
        </p15:guide>
        <p15:guide id="11" pos="1731">
          <p15:clr>
            <a:srgbClr val="FBAE40"/>
          </p15:clr>
        </p15:guide>
        <p15:guide id="12" pos="5405">
          <p15:clr>
            <a:srgbClr val="FBAE40"/>
          </p15:clr>
        </p15:guide>
        <p15:guide id="13" pos="7287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R] Tag-Title-Text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B1C55719-0EA7-0F77-1881-52AC16EC49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6" y="296863"/>
            <a:ext cx="2484438" cy="17557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TAG HERE</a:t>
            </a:r>
          </a:p>
        </p:txBody>
      </p:sp>
      <p:sp>
        <p:nvSpPr>
          <p:cNvPr id="27" name="Segnaposto titolo 4">
            <a:extLst>
              <a:ext uri="{FF2B5EF4-FFF2-40B4-BE49-F238E27FC236}">
                <a16:creationId xmlns:a16="http://schemas.microsoft.com/office/drawing/2014/main" id="{8130A92C-C6EE-1AB1-F8C5-69DA7F92A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4551045"/>
            <a:ext cx="2484438" cy="182819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4400"/>
            </a:lvl1pPr>
          </a:lstStyle>
          <a:p>
            <a:r>
              <a:rPr lang="en-US"/>
              <a:t>Title here lorem ipsum</a:t>
            </a:r>
            <a:endParaRPr lang="en-GB"/>
          </a:p>
        </p:txBody>
      </p:sp>
      <p:pic>
        <p:nvPicPr>
          <p:cNvPr id="2" name="Picture 13">
            <a:extLst>
              <a:ext uri="{FF2B5EF4-FFF2-40B4-BE49-F238E27FC236}">
                <a16:creationId xmlns:a16="http://schemas.microsoft.com/office/drawing/2014/main" id="{07F6528E-4423-52AF-E702-A57ECD90A1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67438" y="597719"/>
            <a:ext cx="5759142" cy="5781519"/>
          </a:xfrm>
          <a:custGeom>
            <a:avLst/>
            <a:gdLst>
              <a:gd name="connsiteX0" fmla="*/ -88 w 5798581"/>
              <a:gd name="connsiteY0" fmla="*/ -73 h 3851893"/>
              <a:gd name="connsiteX1" fmla="*/ 5798493 w 5798581"/>
              <a:gd name="connsiteY1" fmla="*/ -73 h 3851893"/>
              <a:gd name="connsiteX2" fmla="*/ 5798493 w 5798581"/>
              <a:gd name="connsiteY2" fmla="*/ 3851821 h 3851893"/>
              <a:gd name="connsiteX3" fmla="*/ -88 w 5798581"/>
              <a:gd name="connsiteY3" fmla="*/ 3851821 h 3851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98581" h="3851893">
                <a:moveTo>
                  <a:pt x="-88" y="-73"/>
                </a:moveTo>
                <a:lnTo>
                  <a:pt x="5798493" y="-73"/>
                </a:lnTo>
                <a:lnTo>
                  <a:pt x="5798493" y="3851821"/>
                </a:lnTo>
                <a:lnTo>
                  <a:pt x="-88" y="3851821"/>
                </a:lnTo>
                <a:close/>
              </a:path>
            </a:pathLst>
          </a:custGeom>
        </p:spPr>
      </p:pic>
      <p:sp>
        <p:nvSpPr>
          <p:cNvPr id="3" name="Picture Placeholder 20">
            <a:extLst>
              <a:ext uri="{FF2B5EF4-FFF2-40B4-BE49-F238E27FC236}">
                <a16:creationId xmlns:a16="http://schemas.microsoft.com/office/drawing/2014/main" id="{E53DD4D3-8E77-9553-4491-DFB00AB9559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7436" y="597718"/>
            <a:ext cx="5748339" cy="578151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pt-BR" err="1"/>
              <a:t>Placeholder</a:t>
            </a:r>
            <a:r>
              <a:rPr lang="pt-BR"/>
              <a:t>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E2186F-7A3B-5983-2AD2-67B3F44EB2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51200" y="2524125"/>
            <a:ext cx="2413000" cy="3857625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magna: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exercitation.</a:t>
            </a:r>
          </a:p>
        </p:txBody>
      </p:sp>
    </p:spTree>
    <p:extLst>
      <p:ext uri="{BB962C8B-B14F-4D97-AF65-F5344CB8AC3E}">
        <p14:creationId xmlns:p14="http://schemas.microsoft.com/office/powerpoint/2010/main" val="443337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000000"/>
          </p15:clr>
        </p15:guide>
        <p15:guide id="2" pos="5677">
          <p15:clr>
            <a:srgbClr val="000000"/>
          </p15:clr>
        </p15:guide>
        <p15:guide id="3" pos="2003">
          <p15:clr>
            <a:srgbClr val="000000"/>
          </p15:clr>
        </p15:guide>
        <p15:guide id="4" pos="3885">
          <p15:clr>
            <a:srgbClr val="A4A3A4"/>
          </p15:clr>
        </p15:guide>
        <p15:guide id="5" pos="3795">
          <p15:clr>
            <a:srgbClr val="A4A3A4"/>
          </p15:clr>
        </p15:guide>
        <p15:guide id="6" pos="5632">
          <p15:clr>
            <a:srgbClr val="A4A3A4"/>
          </p15:clr>
        </p15:guide>
        <p15:guide id="7" pos="5722">
          <p15:clr>
            <a:srgbClr val="A4A3A4"/>
          </p15:clr>
        </p15:guide>
        <p15:guide id="8" pos="2048">
          <p15:clr>
            <a:srgbClr val="A4A3A4"/>
          </p15:clr>
        </p15:guide>
        <p15:guide id="9" pos="1958">
          <p15:clr>
            <a:srgbClr val="A4A3A4"/>
          </p15:clr>
        </p15:guide>
        <p15:guide id="10" pos="3568">
          <p15:clr>
            <a:srgbClr val="FBAE40"/>
          </p15:clr>
        </p15:guide>
        <p15:guide id="11" pos="1731">
          <p15:clr>
            <a:srgbClr val="FBAE40"/>
          </p15:clr>
        </p15:guide>
        <p15:guide id="12" pos="5405">
          <p15:clr>
            <a:srgbClr val="FBAE40"/>
          </p15:clr>
        </p15:guide>
        <p15:guide id="13" pos="7287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R] Tag-Title-Text-Items-Items Texts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3">
            <a:extLst>
              <a:ext uri="{FF2B5EF4-FFF2-40B4-BE49-F238E27FC236}">
                <a16:creationId xmlns:a16="http://schemas.microsoft.com/office/drawing/2014/main" id="{593B1500-BDD6-B669-0067-4455FE5BBD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82540" y="3535210"/>
            <a:ext cx="2844040" cy="2844028"/>
          </a:xfrm>
          <a:custGeom>
            <a:avLst/>
            <a:gdLst>
              <a:gd name="connsiteX0" fmla="*/ -88 w 5798581"/>
              <a:gd name="connsiteY0" fmla="*/ -73 h 3851893"/>
              <a:gd name="connsiteX1" fmla="*/ 5798493 w 5798581"/>
              <a:gd name="connsiteY1" fmla="*/ -73 h 3851893"/>
              <a:gd name="connsiteX2" fmla="*/ 5798493 w 5798581"/>
              <a:gd name="connsiteY2" fmla="*/ 3851821 h 3851893"/>
              <a:gd name="connsiteX3" fmla="*/ -88 w 5798581"/>
              <a:gd name="connsiteY3" fmla="*/ 3851821 h 3851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98581" h="3851893">
                <a:moveTo>
                  <a:pt x="-88" y="-73"/>
                </a:moveTo>
                <a:lnTo>
                  <a:pt x="5798493" y="-73"/>
                </a:lnTo>
                <a:lnTo>
                  <a:pt x="5798493" y="3851821"/>
                </a:lnTo>
                <a:lnTo>
                  <a:pt x="-88" y="3851821"/>
                </a:lnTo>
                <a:close/>
              </a:path>
            </a:pathLst>
          </a:custGeom>
        </p:spPr>
      </p:pic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B1C55719-0EA7-0F77-1881-52AC16EC49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6" y="296863"/>
            <a:ext cx="2484438" cy="17557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TAG HERE</a:t>
            </a:r>
          </a:p>
        </p:txBody>
      </p:sp>
      <p:sp>
        <p:nvSpPr>
          <p:cNvPr id="27" name="Segnaposto titolo 4">
            <a:extLst>
              <a:ext uri="{FF2B5EF4-FFF2-40B4-BE49-F238E27FC236}">
                <a16:creationId xmlns:a16="http://schemas.microsoft.com/office/drawing/2014/main" id="{8130A92C-C6EE-1AB1-F8C5-69DA7F92A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4" y="667303"/>
            <a:ext cx="5400675" cy="121879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4400"/>
            </a:lvl1pPr>
          </a:lstStyle>
          <a:p>
            <a:r>
              <a:rPr lang="en-US"/>
              <a:t>Title here lorem ipsum</a:t>
            </a:r>
            <a:endParaRPr lang="en-GB"/>
          </a:p>
        </p:txBody>
      </p:sp>
      <p:sp>
        <p:nvSpPr>
          <p:cNvPr id="3" name="Picture Placeholder 20">
            <a:extLst>
              <a:ext uri="{FF2B5EF4-FFF2-40B4-BE49-F238E27FC236}">
                <a16:creationId xmlns:a16="http://schemas.microsoft.com/office/drawing/2014/main" id="{E53DD4D3-8E77-9553-4491-DFB00AB9559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083675" y="3535209"/>
            <a:ext cx="2832100" cy="284402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pt-BR" err="1"/>
              <a:t>Placeholder</a:t>
            </a:r>
            <a:r>
              <a:rPr lang="pt-BR"/>
              <a:t> Picture</a:t>
            </a:r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835163-90CB-87B9-3C85-A96B7BA963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63525" y="5278229"/>
            <a:ext cx="2484438" cy="177692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pPr lvl="0"/>
            <a:r>
              <a:rPr lang="pt-BR"/>
              <a:t>+</a:t>
            </a:r>
            <a:r>
              <a:rPr lang="en-GB"/>
              <a:t>25% Lorem Ipsum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4FBD3F3-A38F-EF43-CB65-2E5E98E525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22885" y="4805789"/>
            <a:ext cx="2524318" cy="512971"/>
          </a:xfrm>
        </p:spPr>
        <p:txBody>
          <a:bodyPr>
            <a:noAutofit/>
          </a:bodyPr>
          <a:lstStyle>
            <a:lvl1pPr>
              <a:defRPr sz="3200">
                <a:solidFill>
                  <a:schemeClr val="bg1"/>
                </a:solidFill>
                <a:latin typeface="Work Sans Light" pitchFamily="2" charset="0"/>
              </a:defRPr>
            </a:lvl1pPr>
          </a:lstStyle>
          <a:p>
            <a:pPr lvl="0"/>
            <a:r>
              <a:rPr lang="pt-BR"/>
              <a:t>USD123.456</a:t>
            </a:r>
            <a:endParaRPr lang="en-GB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636D0F4E-7871-682B-86D9-DF965363022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53740" y="5278229"/>
            <a:ext cx="2372334" cy="177692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pPr lvl="0"/>
            <a:r>
              <a:rPr lang="pt-BR"/>
              <a:t>+</a:t>
            </a:r>
            <a:r>
              <a:rPr lang="en-GB"/>
              <a:t>25% Lorem Ipsum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E5B792B4-1FFD-DDB5-2EE2-4BA26CD30EE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32150" y="4805789"/>
            <a:ext cx="2410414" cy="512971"/>
          </a:xfrm>
        </p:spPr>
        <p:txBody>
          <a:bodyPr>
            <a:noAutofit/>
          </a:bodyPr>
          <a:lstStyle>
            <a:lvl1pPr>
              <a:defRPr sz="3200">
                <a:solidFill>
                  <a:schemeClr val="bg1"/>
                </a:solidFill>
                <a:latin typeface="Work Sans Light" pitchFamily="2" charset="0"/>
              </a:defRPr>
            </a:lvl1pPr>
          </a:lstStyle>
          <a:p>
            <a:pPr lvl="0"/>
            <a:r>
              <a:rPr lang="pt-BR"/>
              <a:t>USD123.456</a:t>
            </a:r>
            <a:endParaRPr lang="en-GB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B7EEF22F-6F81-828D-2BB2-14521ADB854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08031" y="5278229"/>
            <a:ext cx="2334014" cy="177692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pPr lvl="0"/>
            <a:r>
              <a:rPr lang="pt-BR"/>
              <a:t>+</a:t>
            </a:r>
            <a:r>
              <a:rPr lang="en-GB"/>
              <a:t>25% Lorem Ipsum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1DA85744-837F-952A-3CC7-B7798490B7E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57866" y="4805789"/>
            <a:ext cx="2371478" cy="512971"/>
          </a:xfrm>
        </p:spPr>
        <p:txBody>
          <a:bodyPr>
            <a:noAutofit/>
          </a:bodyPr>
          <a:lstStyle>
            <a:lvl1pPr>
              <a:defRPr sz="3200">
                <a:solidFill>
                  <a:schemeClr val="bg1"/>
                </a:solidFill>
                <a:latin typeface="Work Sans Light" pitchFamily="2" charset="0"/>
              </a:defRPr>
            </a:lvl1pPr>
          </a:lstStyle>
          <a:p>
            <a:pPr lvl="0"/>
            <a:r>
              <a:rPr lang="pt-BR"/>
              <a:t>USD123.456</a:t>
            </a:r>
            <a:endParaRPr lang="en-GB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CBE69910-588D-63F9-8621-D5951CC7970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67438" y="667303"/>
            <a:ext cx="5761037" cy="1218795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magna: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CFEA0CF-277F-F032-A078-A8B001153AC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3526" y="5610224"/>
            <a:ext cx="2484438" cy="771525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0A0E800-3F58-BB74-CCED-015FC92F987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51200" y="5610224"/>
            <a:ext cx="2413000" cy="771525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8F617FD-85CC-7A1B-66E2-2D45E31B230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68890" y="5610224"/>
            <a:ext cx="2413000" cy="771525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</a:t>
            </a:r>
          </a:p>
        </p:txBody>
      </p:sp>
    </p:spTree>
    <p:extLst>
      <p:ext uri="{BB962C8B-B14F-4D97-AF65-F5344CB8AC3E}">
        <p14:creationId xmlns:p14="http://schemas.microsoft.com/office/powerpoint/2010/main" val="3635741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000000"/>
          </p15:clr>
        </p15:guide>
        <p15:guide id="2" pos="5677">
          <p15:clr>
            <a:srgbClr val="000000"/>
          </p15:clr>
        </p15:guide>
        <p15:guide id="3" pos="2003">
          <p15:clr>
            <a:srgbClr val="000000"/>
          </p15:clr>
        </p15:guide>
        <p15:guide id="4" pos="3885">
          <p15:clr>
            <a:srgbClr val="A4A3A4"/>
          </p15:clr>
        </p15:guide>
        <p15:guide id="5" pos="3795">
          <p15:clr>
            <a:srgbClr val="A4A3A4"/>
          </p15:clr>
        </p15:guide>
        <p15:guide id="6" pos="5632">
          <p15:clr>
            <a:srgbClr val="A4A3A4"/>
          </p15:clr>
        </p15:guide>
        <p15:guide id="7" pos="5722">
          <p15:clr>
            <a:srgbClr val="A4A3A4"/>
          </p15:clr>
        </p15:guide>
        <p15:guide id="8" pos="2048">
          <p15:clr>
            <a:srgbClr val="A4A3A4"/>
          </p15:clr>
        </p15:guide>
        <p15:guide id="9" pos="1958">
          <p15:clr>
            <a:srgbClr val="A4A3A4"/>
          </p15:clr>
        </p15:guide>
        <p15:guide id="10" pos="3568">
          <p15:clr>
            <a:srgbClr val="FBAE40"/>
          </p15:clr>
        </p15:guide>
        <p15:guide id="11" pos="1731">
          <p15:clr>
            <a:srgbClr val="FBAE40"/>
          </p15:clr>
        </p15:guide>
        <p15:guide id="12" pos="5405">
          <p15:clr>
            <a:srgbClr val="FBAE40"/>
          </p15:clr>
        </p15:guide>
        <p15:guide id="13" pos="7287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R] Tag-Title-Items-Items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CCA3096-1872-DBF1-477F-B94CD21301EC}"/>
              </a:ext>
            </a:extLst>
          </p:cNvPr>
          <p:cNvCxnSpPr/>
          <p:nvPr userDrawn="1"/>
        </p:nvCxnSpPr>
        <p:spPr>
          <a:xfrm>
            <a:off x="263525" y="2293926"/>
            <a:ext cx="11664950" cy="0"/>
          </a:xfrm>
          <a:prstGeom prst="line">
            <a:avLst/>
          </a:prstGeom>
          <a:ln w="635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D9B94FF-80BC-6744-3D6B-93E4EFA9896D}"/>
              </a:ext>
            </a:extLst>
          </p:cNvPr>
          <p:cNvCxnSpPr/>
          <p:nvPr userDrawn="1"/>
        </p:nvCxnSpPr>
        <p:spPr>
          <a:xfrm>
            <a:off x="263525" y="3822306"/>
            <a:ext cx="11664950" cy="0"/>
          </a:xfrm>
          <a:prstGeom prst="line">
            <a:avLst/>
          </a:prstGeom>
          <a:ln w="635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031BBC3-7F4D-80FA-47B4-554A67BC030C}"/>
              </a:ext>
            </a:extLst>
          </p:cNvPr>
          <p:cNvCxnSpPr/>
          <p:nvPr userDrawn="1"/>
        </p:nvCxnSpPr>
        <p:spPr>
          <a:xfrm>
            <a:off x="263525" y="5456798"/>
            <a:ext cx="11664950" cy="0"/>
          </a:xfrm>
          <a:prstGeom prst="line">
            <a:avLst/>
          </a:prstGeom>
          <a:ln w="635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Segnaposto titolo 4">
            <a:extLst>
              <a:ext uri="{FF2B5EF4-FFF2-40B4-BE49-F238E27FC236}">
                <a16:creationId xmlns:a16="http://schemas.microsoft.com/office/drawing/2014/main" id="{86181DD2-E741-B074-501A-9416BE3B3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667303"/>
            <a:ext cx="2844800" cy="8863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3200"/>
            </a:lvl1pPr>
          </a:lstStyle>
          <a:p>
            <a:r>
              <a:rPr lang="en-US"/>
              <a:t>Title here lorem ipsum</a:t>
            </a:r>
            <a:endParaRPr lang="en-GB"/>
          </a:p>
        </p:txBody>
      </p:sp>
      <p:sp>
        <p:nvSpPr>
          <p:cNvPr id="32" name="Text Placeholder 32">
            <a:extLst>
              <a:ext uri="{FF2B5EF4-FFF2-40B4-BE49-F238E27FC236}">
                <a16:creationId xmlns:a16="http://schemas.microsoft.com/office/drawing/2014/main" id="{AC68AB35-0925-C97C-4E29-BE5E91D382C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4755" y="2044016"/>
            <a:ext cx="2475548" cy="244267"/>
          </a:xfrm>
        </p:spPr>
        <p:txBody>
          <a:bodyPr/>
          <a:lstStyle>
            <a:lvl1pPr>
              <a:lnSpc>
                <a:spcPct val="110000"/>
              </a:lnSpc>
              <a:defRPr>
                <a:latin typeface="+mj-lt"/>
              </a:defRPr>
            </a:lvl1pPr>
          </a:lstStyle>
          <a:p>
            <a:pPr lvl="0"/>
            <a:r>
              <a:rPr lang="en-GB"/>
              <a:t>Paragraph Title</a:t>
            </a:r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1A1C3493-B0B9-3988-1959-BD1295A979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4755" y="3574376"/>
            <a:ext cx="2475548" cy="244267"/>
          </a:xfrm>
        </p:spPr>
        <p:txBody>
          <a:bodyPr/>
          <a:lstStyle>
            <a:lvl1pPr>
              <a:lnSpc>
                <a:spcPct val="110000"/>
              </a:lnSpc>
              <a:defRPr>
                <a:latin typeface="+mj-lt"/>
              </a:defRPr>
            </a:lvl1pPr>
          </a:lstStyle>
          <a:p>
            <a:pPr lvl="0"/>
            <a:r>
              <a:rPr lang="en-GB"/>
              <a:t>Paragraph Title</a:t>
            </a:r>
          </a:p>
        </p:txBody>
      </p:sp>
      <p:sp>
        <p:nvSpPr>
          <p:cNvPr id="36" name="Text Placeholder 32">
            <a:extLst>
              <a:ext uri="{FF2B5EF4-FFF2-40B4-BE49-F238E27FC236}">
                <a16:creationId xmlns:a16="http://schemas.microsoft.com/office/drawing/2014/main" id="{5D3B6147-EDF3-C0E6-CB78-FDC2D16D7F7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74755" y="5216362"/>
            <a:ext cx="2475548" cy="244267"/>
          </a:xfrm>
        </p:spPr>
        <p:txBody>
          <a:bodyPr/>
          <a:lstStyle>
            <a:lvl1pPr>
              <a:lnSpc>
                <a:spcPct val="110000"/>
              </a:lnSpc>
              <a:defRPr>
                <a:latin typeface="+mj-lt"/>
              </a:defRPr>
            </a:lvl1pPr>
          </a:lstStyle>
          <a:p>
            <a:pPr lvl="0"/>
            <a:r>
              <a:rPr lang="en-GB"/>
              <a:t>Paragraph Title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60DC295E-6692-0949-3167-A59A8FCD6FA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67437" y="2297420"/>
            <a:ext cx="5772267" cy="922337"/>
          </a:xfrm>
        </p:spPr>
        <p:txBody>
          <a:bodyPr anchor="ctr">
            <a:noAutofit/>
          </a:bodyPr>
          <a:lstStyle>
            <a:lvl1pPr algn="r">
              <a:defRPr sz="6600">
                <a:latin typeface="Work Sans Thin" pitchFamily="2" charset="0"/>
              </a:defRPr>
            </a:lvl1pPr>
          </a:lstStyle>
          <a:p>
            <a:pPr lvl="0"/>
            <a:r>
              <a:rPr lang="en-GB"/>
              <a:t>USD123.456</a:t>
            </a:r>
          </a:p>
        </p:txBody>
      </p:sp>
      <p:sp>
        <p:nvSpPr>
          <p:cNvPr id="39" name="Text Placeholder 37">
            <a:extLst>
              <a:ext uri="{FF2B5EF4-FFF2-40B4-BE49-F238E27FC236}">
                <a16:creationId xmlns:a16="http://schemas.microsoft.com/office/drawing/2014/main" id="{A6BF2E46-9DB5-4E89-A299-96CCD8AACA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167437" y="3825970"/>
            <a:ext cx="5772267" cy="922337"/>
          </a:xfrm>
        </p:spPr>
        <p:txBody>
          <a:bodyPr anchor="ctr">
            <a:noAutofit/>
          </a:bodyPr>
          <a:lstStyle>
            <a:lvl1pPr algn="r">
              <a:defRPr sz="6600">
                <a:latin typeface="Work Sans Thin" pitchFamily="2" charset="0"/>
              </a:defRPr>
            </a:lvl1pPr>
          </a:lstStyle>
          <a:p>
            <a:pPr lvl="0"/>
            <a:r>
              <a:rPr lang="en-GB"/>
              <a:t>40%</a:t>
            </a:r>
          </a:p>
        </p:txBody>
      </p:sp>
      <p:sp>
        <p:nvSpPr>
          <p:cNvPr id="40" name="Text Placeholder 37">
            <a:extLst>
              <a:ext uri="{FF2B5EF4-FFF2-40B4-BE49-F238E27FC236}">
                <a16:creationId xmlns:a16="http://schemas.microsoft.com/office/drawing/2014/main" id="{12C0AB9B-ED44-9A4C-CA0B-7D1A92E1EE4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67437" y="5469503"/>
            <a:ext cx="5772267" cy="922337"/>
          </a:xfrm>
        </p:spPr>
        <p:txBody>
          <a:bodyPr anchor="ctr">
            <a:noAutofit/>
          </a:bodyPr>
          <a:lstStyle>
            <a:lvl1pPr algn="r">
              <a:defRPr sz="6600">
                <a:latin typeface="Work Sans Thin" pitchFamily="2" charset="0"/>
              </a:defRPr>
            </a:lvl1pPr>
          </a:lstStyle>
          <a:p>
            <a:pPr lvl="0"/>
            <a:r>
              <a:rPr lang="en-GB"/>
              <a:t>+3.000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02E504C-1900-3A3B-BA8D-5DA3FE9B257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3526" y="5535383"/>
            <a:ext cx="2484438" cy="771525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A52FF35-5DBD-CC62-FCC9-EC394B34999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63526" y="3890268"/>
            <a:ext cx="2484438" cy="771525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DBE236-CA13-9055-7818-865BBFAA32E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63526" y="2366658"/>
            <a:ext cx="2484438" cy="771525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241D50D-41FF-FAFC-6B2E-A6356F2F81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6" y="306802"/>
            <a:ext cx="2484438" cy="17557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TAG HERE</a:t>
            </a:r>
          </a:p>
        </p:txBody>
      </p:sp>
    </p:spTree>
    <p:extLst>
      <p:ext uri="{BB962C8B-B14F-4D97-AF65-F5344CB8AC3E}">
        <p14:creationId xmlns:p14="http://schemas.microsoft.com/office/powerpoint/2010/main" val="17346540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000000"/>
          </p15:clr>
        </p15:guide>
        <p15:guide id="2" pos="5677">
          <p15:clr>
            <a:srgbClr val="000000"/>
          </p15:clr>
        </p15:guide>
        <p15:guide id="3" pos="2003">
          <p15:clr>
            <a:srgbClr val="000000"/>
          </p15:clr>
        </p15:guide>
        <p15:guide id="4" pos="3885">
          <p15:clr>
            <a:srgbClr val="A4A3A4"/>
          </p15:clr>
        </p15:guide>
        <p15:guide id="5" pos="3795">
          <p15:clr>
            <a:srgbClr val="A4A3A4"/>
          </p15:clr>
        </p15:guide>
        <p15:guide id="6" pos="5632">
          <p15:clr>
            <a:srgbClr val="A4A3A4"/>
          </p15:clr>
        </p15:guide>
        <p15:guide id="7" pos="5722">
          <p15:clr>
            <a:srgbClr val="A4A3A4"/>
          </p15:clr>
        </p15:guide>
        <p15:guide id="8" pos="2048">
          <p15:clr>
            <a:srgbClr val="A4A3A4"/>
          </p15:clr>
        </p15:guide>
        <p15:guide id="9" pos="1958">
          <p15:clr>
            <a:srgbClr val="A4A3A4"/>
          </p15:clr>
        </p15:guide>
        <p15:guide id="10" pos="3568">
          <p15:clr>
            <a:srgbClr val="FBAE40"/>
          </p15:clr>
        </p15:guide>
        <p15:guide id="11" pos="1731">
          <p15:clr>
            <a:srgbClr val="FBAE40"/>
          </p15:clr>
        </p15:guide>
        <p15:guide id="12" pos="5405">
          <p15:clr>
            <a:srgbClr val="FBAE40"/>
          </p15:clr>
        </p15:guide>
        <p15:guide id="13" pos="7287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R] Tag-Big Title-Text-Items-Items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8">
            <a:extLst>
              <a:ext uri="{FF2B5EF4-FFF2-40B4-BE49-F238E27FC236}">
                <a16:creationId xmlns:a16="http://schemas.microsoft.com/office/drawing/2014/main" id="{8E234919-9CA7-DD46-BFED-D8C99B4494C3}"/>
              </a:ext>
            </a:extLst>
          </p:cNvPr>
          <p:cNvSpPr txBox="1"/>
          <p:nvPr userDrawn="1"/>
        </p:nvSpPr>
        <p:spPr>
          <a:xfrm>
            <a:off x="257175" y="235177"/>
            <a:ext cx="2039291" cy="198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0"/>
              </a:lnSpc>
            </a:pPr>
            <a:r>
              <a:rPr lang="en-US" sz="1000" b="1">
                <a:solidFill>
                  <a:srgbClr val="DA291C"/>
                </a:solidFill>
                <a:latin typeface="Work Sans SemiBold" pitchFamily="2" charset="0"/>
              </a:rPr>
              <a:t>LOREM IPSUM</a:t>
            </a:r>
          </a:p>
        </p:txBody>
      </p:sp>
      <p:sp>
        <p:nvSpPr>
          <p:cNvPr id="70" name="Segnaposto titolo 4">
            <a:extLst>
              <a:ext uri="{FF2B5EF4-FFF2-40B4-BE49-F238E27FC236}">
                <a16:creationId xmlns:a16="http://schemas.microsoft.com/office/drawing/2014/main" id="{E63E5D4D-DD79-2CFE-F72B-8CDA30F2C2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5" y="4499675"/>
            <a:ext cx="6553200" cy="2176430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lnSpc>
                <a:spcPct val="80000"/>
              </a:lnSpc>
              <a:defRPr sz="8800">
                <a:latin typeface="Work Sans Thin" pitchFamily="2" charset="0"/>
              </a:defRPr>
            </a:lvl1pPr>
          </a:lstStyle>
          <a:p>
            <a:r>
              <a:rPr lang="en-US"/>
              <a:t>Title here lorem ipsum</a:t>
            </a:r>
            <a:endParaRPr lang="en-GB"/>
          </a:p>
        </p:txBody>
      </p:sp>
      <p:sp>
        <p:nvSpPr>
          <p:cNvPr id="73" name="Text Placeholder 32">
            <a:extLst>
              <a:ext uri="{FF2B5EF4-FFF2-40B4-BE49-F238E27FC236}">
                <a16:creationId xmlns:a16="http://schemas.microsoft.com/office/drawing/2014/main" id="{936E9F31-CFA3-F4D7-7AEC-78CB9D23E3F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640013" y="296863"/>
            <a:ext cx="1873279" cy="244267"/>
          </a:xfrm>
        </p:spPr>
        <p:txBody>
          <a:bodyPr/>
          <a:lstStyle>
            <a:lvl1pPr>
              <a:lnSpc>
                <a:spcPct val="110000"/>
              </a:lnSpc>
              <a:defRPr>
                <a:latin typeface="+mj-lt"/>
              </a:defRPr>
            </a:lvl1pPr>
          </a:lstStyle>
          <a:p>
            <a:pPr lvl="0"/>
            <a:r>
              <a:rPr lang="en-GB"/>
              <a:t>Paragraph Title</a:t>
            </a:r>
          </a:p>
        </p:txBody>
      </p:sp>
      <p:sp>
        <p:nvSpPr>
          <p:cNvPr id="75" name="Text Placeholder 32">
            <a:extLst>
              <a:ext uri="{FF2B5EF4-FFF2-40B4-BE49-F238E27FC236}">
                <a16:creationId xmlns:a16="http://schemas.microsoft.com/office/drawing/2014/main" id="{9C314BCD-0CE6-C143-936A-1D0D9229554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640013" y="1545560"/>
            <a:ext cx="1873279" cy="244267"/>
          </a:xfrm>
        </p:spPr>
        <p:txBody>
          <a:bodyPr/>
          <a:lstStyle>
            <a:lvl1pPr>
              <a:lnSpc>
                <a:spcPct val="110000"/>
              </a:lnSpc>
              <a:defRPr>
                <a:latin typeface="+mj-lt"/>
              </a:defRPr>
            </a:lvl1pPr>
          </a:lstStyle>
          <a:p>
            <a:pPr lvl="0"/>
            <a:r>
              <a:rPr lang="en-GB"/>
              <a:t>Paragraph Title</a:t>
            </a:r>
          </a:p>
        </p:txBody>
      </p:sp>
      <p:sp>
        <p:nvSpPr>
          <p:cNvPr id="77" name="Text Placeholder 32">
            <a:extLst>
              <a:ext uri="{FF2B5EF4-FFF2-40B4-BE49-F238E27FC236}">
                <a16:creationId xmlns:a16="http://schemas.microsoft.com/office/drawing/2014/main" id="{36532851-9F19-761A-7130-81AD38CA6D2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16500" y="296863"/>
            <a:ext cx="1801755" cy="244267"/>
          </a:xfrm>
        </p:spPr>
        <p:txBody>
          <a:bodyPr/>
          <a:lstStyle>
            <a:lvl1pPr>
              <a:lnSpc>
                <a:spcPct val="110000"/>
              </a:lnSpc>
              <a:defRPr>
                <a:latin typeface="+mj-lt"/>
              </a:defRPr>
            </a:lvl1pPr>
          </a:lstStyle>
          <a:p>
            <a:pPr lvl="0"/>
            <a:r>
              <a:rPr lang="en-GB"/>
              <a:t>Paragraph Title</a:t>
            </a:r>
          </a:p>
        </p:txBody>
      </p:sp>
      <p:sp>
        <p:nvSpPr>
          <p:cNvPr id="79" name="Text Placeholder 32">
            <a:extLst>
              <a:ext uri="{FF2B5EF4-FFF2-40B4-BE49-F238E27FC236}">
                <a16:creationId xmlns:a16="http://schemas.microsoft.com/office/drawing/2014/main" id="{7B8DFB1A-84BA-BE52-B9B8-0A3845BD199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16500" y="1545560"/>
            <a:ext cx="1801755" cy="244267"/>
          </a:xfrm>
        </p:spPr>
        <p:txBody>
          <a:bodyPr/>
          <a:lstStyle>
            <a:lvl1pPr>
              <a:lnSpc>
                <a:spcPct val="110000"/>
              </a:lnSpc>
              <a:defRPr>
                <a:latin typeface="+mj-lt"/>
              </a:defRPr>
            </a:lvl1pPr>
          </a:lstStyle>
          <a:p>
            <a:pPr lvl="0"/>
            <a:r>
              <a:rPr lang="en-GB"/>
              <a:t>Paragraph Title</a:t>
            </a:r>
          </a:p>
        </p:txBody>
      </p:sp>
      <p:sp>
        <p:nvSpPr>
          <p:cNvPr id="81" name="Text Placeholder 32">
            <a:extLst>
              <a:ext uri="{FF2B5EF4-FFF2-40B4-BE49-F238E27FC236}">
                <a16:creationId xmlns:a16="http://schemas.microsoft.com/office/drawing/2014/main" id="{44D76F70-55D1-F3CB-AA80-F7482ED7B5B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319963" y="296863"/>
            <a:ext cx="1873278" cy="244267"/>
          </a:xfrm>
        </p:spPr>
        <p:txBody>
          <a:bodyPr/>
          <a:lstStyle>
            <a:lvl1pPr>
              <a:lnSpc>
                <a:spcPct val="110000"/>
              </a:lnSpc>
              <a:defRPr>
                <a:latin typeface="+mj-lt"/>
              </a:defRPr>
            </a:lvl1pPr>
          </a:lstStyle>
          <a:p>
            <a:pPr lvl="0"/>
            <a:r>
              <a:rPr lang="en-GB"/>
              <a:t>Paragraph Title</a:t>
            </a:r>
          </a:p>
        </p:txBody>
      </p:sp>
      <p:sp>
        <p:nvSpPr>
          <p:cNvPr id="83" name="Text Placeholder 32">
            <a:extLst>
              <a:ext uri="{FF2B5EF4-FFF2-40B4-BE49-F238E27FC236}">
                <a16:creationId xmlns:a16="http://schemas.microsoft.com/office/drawing/2014/main" id="{A25EDDE2-8B26-523A-BE2B-FFA3D0F1BF0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319963" y="1545560"/>
            <a:ext cx="1873278" cy="244267"/>
          </a:xfrm>
        </p:spPr>
        <p:txBody>
          <a:bodyPr/>
          <a:lstStyle>
            <a:lvl1pPr>
              <a:lnSpc>
                <a:spcPct val="110000"/>
              </a:lnSpc>
              <a:defRPr>
                <a:latin typeface="+mj-lt"/>
              </a:defRPr>
            </a:lvl1pPr>
          </a:lstStyle>
          <a:p>
            <a:pPr lvl="0"/>
            <a:r>
              <a:rPr lang="en-GB"/>
              <a:t>Paragraph Title</a:t>
            </a:r>
          </a:p>
        </p:txBody>
      </p:sp>
      <p:sp>
        <p:nvSpPr>
          <p:cNvPr id="85" name="Text Placeholder 32">
            <a:extLst>
              <a:ext uri="{FF2B5EF4-FFF2-40B4-BE49-F238E27FC236}">
                <a16:creationId xmlns:a16="http://schemas.microsoft.com/office/drawing/2014/main" id="{0B13D9F1-22A9-E6DF-30BD-7982348D4A5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696450" y="296863"/>
            <a:ext cx="1873278" cy="244267"/>
          </a:xfrm>
        </p:spPr>
        <p:txBody>
          <a:bodyPr/>
          <a:lstStyle>
            <a:lvl1pPr>
              <a:lnSpc>
                <a:spcPct val="110000"/>
              </a:lnSpc>
              <a:defRPr>
                <a:latin typeface="+mj-lt"/>
              </a:defRPr>
            </a:lvl1pPr>
          </a:lstStyle>
          <a:p>
            <a:pPr lvl="0"/>
            <a:r>
              <a:rPr lang="en-GB"/>
              <a:t>Paragraph Title</a:t>
            </a:r>
          </a:p>
        </p:txBody>
      </p:sp>
      <p:sp>
        <p:nvSpPr>
          <p:cNvPr id="87" name="Text Placeholder 32">
            <a:extLst>
              <a:ext uri="{FF2B5EF4-FFF2-40B4-BE49-F238E27FC236}">
                <a16:creationId xmlns:a16="http://schemas.microsoft.com/office/drawing/2014/main" id="{2B2742CB-FF84-2AB8-D550-157AEE9A819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696450" y="1545560"/>
            <a:ext cx="1873278" cy="244267"/>
          </a:xfrm>
        </p:spPr>
        <p:txBody>
          <a:bodyPr/>
          <a:lstStyle>
            <a:lvl1pPr>
              <a:lnSpc>
                <a:spcPct val="110000"/>
              </a:lnSpc>
              <a:defRPr>
                <a:latin typeface="+mj-lt"/>
              </a:defRPr>
            </a:lvl1pPr>
          </a:lstStyle>
          <a:p>
            <a:pPr lvl="0"/>
            <a:r>
              <a:rPr lang="en-GB"/>
              <a:t>Paragraph Title</a:t>
            </a:r>
          </a:p>
        </p:txBody>
      </p:sp>
      <p:sp>
        <p:nvSpPr>
          <p:cNvPr id="89" name="Text Placeholder 88">
            <a:extLst>
              <a:ext uri="{FF2B5EF4-FFF2-40B4-BE49-F238E27FC236}">
                <a16:creationId xmlns:a16="http://schemas.microsoft.com/office/drawing/2014/main" id="{79AD2185-9CB5-7F9D-291D-1486165B361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639380" y="565313"/>
            <a:ext cx="1872296" cy="816156"/>
          </a:xfrm>
        </p:spPr>
        <p:txBody>
          <a:bodyPr/>
          <a:lstStyle>
            <a:lvl1pPr>
              <a:lnSpc>
                <a:spcPct val="110000"/>
              </a:lnSpc>
              <a:defRPr>
                <a:solidFill>
                  <a:schemeClr val="bg1">
                    <a:alpha val="70000"/>
                  </a:schemeClr>
                </a:solidFill>
              </a:defRPr>
            </a:lvl1pPr>
            <a:lvl2pPr>
              <a:defRPr>
                <a:solidFill>
                  <a:srgbClr val="7D8A99"/>
                </a:solidFill>
              </a:defRPr>
            </a:lvl2pPr>
            <a:lvl3pPr>
              <a:defRPr>
                <a:solidFill>
                  <a:srgbClr val="7D8A99"/>
                </a:solidFill>
              </a:defRPr>
            </a:lvl3pPr>
            <a:lvl4pPr>
              <a:defRPr>
                <a:solidFill>
                  <a:srgbClr val="7D8A99"/>
                </a:solidFill>
              </a:defRPr>
            </a:lvl4pPr>
            <a:lvl5pPr marL="1076325" indent="0">
              <a:buNone/>
              <a:defRPr>
                <a:solidFill>
                  <a:srgbClr val="7D8A99"/>
                </a:solidFill>
              </a:defRPr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</a:t>
            </a:r>
          </a:p>
        </p:txBody>
      </p:sp>
      <p:sp>
        <p:nvSpPr>
          <p:cNvPr id="90" name="Text Placeholder 88">
            <a:extLst>
              <a:ext uri="{FF2B5EF4-FFF2-40B4-BE49-F238E27FC236}">
                <a16:creationId xmlns:a16="http://schemas.microsoft.com/office/drawing/2014/main" id="{62E4FE51-94A3-1D8E-D194-A41C59DE22C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639380" y="1803329"/>
            <a:ext cx="1872296" cy="816156"/>
          </a:xfrm>
        </p:spPr>
        <p:txBody>
          <a:bodyPr/>
          <a:lstStyle>
            <a:lvl1pPr>
              <a:lnSpc>
                <a:spcPct val="110000"/>
              </a:lnSpc>
              <a:defRPr>
                <a:solidFill>
                  <a:schemeClr val="bg1">
                    <a:alpha val="70000"/>
                  </a:schemeClr>
                </a:solidFill>
              </a:defRPr>
            </a:lvl1pPr>
            <a:lvl2pPr>
              <a:defRPr>
                <a:solidFill>
                  <a:srgbClr val="7D8A99"/>
                </a:solidFill>
              </a:defRPr>
            </a:lvl2pPr>
            <a:lvl3pPr>
              <a:defRPr>
                <a:solidFill>
                  <a:srgbClr val="7D8A99"/>
                </a:solidFill>
              </a:defRPr>
            </a:lvl3pPr>
            <a:lvl4pPr>
              <a:defRPr>
                <a:solidFill>
                  <a:srgbClr val="7D8A99"/>
                </a:solidFill>
              </a:defRPr>
            </a:lvl4pPr>
            <a:lvl5pPr marL="1076325" indent="0">
              <a:buNone/>
              <a:defRPr>
                <a:solidFill>
                  <a:srgbClr val="7D8A99"/>
                </a:solidFill>
              </a:defRPr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</a:t>
            </a:r>
          </a:p>
        </p:txBody>
      </p:sp>
      <p:sp>
        <p:nvSpPr>
          <p:cNvPr id="93" name="Text Placeholder 88">
            <a:extLst>
              <a:ext uri="{FF2B5EF4-FFF2-40B4-BE49-F238E27FC236}">
                <a16:creationId xmlns:a16="http://schemas.microsoft.com/office/drawing/2014/main" id="{4ADAF27D-72DF-9019-8CAA-F515679B017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13384" y="565313"/>
            <a:ext cx="1803341" cy="816156"/>
          </a:xfrm>
        </p:spPr>
        <p:txBody>
          <a:bodyPr/>
          <a:lstStyle>
            <a:lvl1pPr>
              <a:lnSpc>
                <a:spcPct val="110000"/>
              </a:lnSpc>
              <a:defRPr>
                <a:solidFill>
                  <a:schemeClr val="bg1">
                    <a:alpha val="70000"/>
                  </a:schemeClr>
                </a:solidFill>
              </a:defRPr>
            </a:lvl1pPr>
            <a:lvl2pPr>
              <a:defRPr>
                <a:solidFill>
                  <a:srgbClr val="7D8A99"/>
                </a:solidFill>
              </a:defRPr>
            </a:lvl2pPr>
            <a:lvl3pPr>
              <a:defRPr>
                <a:solidFill>
                  <a:srgbClr val="7D8A99"/>
                </a:solidFill>
              </a:defRPr>
            </a:lvl3pPr>
            <a:lvl4pPr>
              <a:defRPr>
                <a:solidFill>
                  <a:srgbClr val="7D8A99"/>
                </a:solidFill>
              </a:defRPr>
            </a:lvl4pPr>
            <a:lvl5pPr marL="1076325" indent="0">
              <a:buNone/>
              <a:defRPr>
                <a:solidFill>
                  <a:srgbClr val="7D8A99"/>
                </a:solidFill>
              </a:defRPr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</a:t>
            </a:r>
          </a:p>
        </p:txBody>
      </p:sp>
      <p:sp>
        <p:nvSpPr>
          <p:cNvPr id="94" name="Text Placeholder 88">
            <a:extLst>
              <a:ext uri="{FF2B5EF4-FFF2-40B4-BE49-F238E27FC236}">
                <a16:creationId xmlns:a16="http://schemas.microsoft.com/office/drawing/2014/main" id="{C3C5A010-B702-8075-7240-6290DDE7303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013384" y="1803329"/>
            <a:ext cx="1803341" cy="816156"/>
          </a:xfrm>
        </p:spPr>
        <p:txBody>
          <a:bodyPr/>
          <a:lstStyle>
            <a:lvl1pPr>
              <a:lnSpc>
                <a:spcPct val="110000"/>
              </a:lnSpc>
              <a:defRPr>
                <a:solidFill>
                  <a:schemeClr val="bg1">
                    <a:alpha val="70000"/>
                  </a:schemeClr>
                </a:solidFill>
              </a:defRPr>
            </a:lvl1pPr>
            <a:lvl2pPr>
              <a:defRPr>
                <a:solidFill>
                  <a:srgbClr val="7D8A99"/>
                </a:solidFill>
              </a:defRPr>
            </a:lvl2pPr>
            <a:lvl3pPr>
              <a:defRPr>
                <a:solidFill>
                  <a:srgbClr val="7D8A99"/>
                </a:solidFill>
              </a:defRPr>
            </a:lvl3pPr>
            <a:lvl4pPr>
              <a:defRPr>
                <a:solidFill>
                  <a:srgbClr val="7D8A99"/>
                </a:solidFill>
              </a:defRPr>
            </a:lvl4pPr>
            <a:lvl5pPr marL="1076325" indent="0">
              <a:buNone/>
              <a:defRPr>
                <a:solidFill>
                  <a:srgbClr val="7D8A99"/>
                </a:solidFill>
              </a:defRPr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</a:t>
            </a:r>
          </a:p>
        </p:txBody>
      </p:sp>
      <p:sp>
        <p:nvSpPr>
          <p:cNvPr id="95" name="Text Placeholder 88">
            <a:extLst>
              <a:ext uri="{FF2B5EF4-FFF2-40B4-BE49-F238E27FC236}">
                <a16:creationId xmlns:a16="http://schemas.microsoft.com/office/drawing/2014/main" id="{32F52439-8B94-1641-04A6-64DC82EFBBB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320945" y="565313"/>
            <a:ext cx="1872296" cy="816156"/>
          </a:xfrm>
        </p:spPr>
        <p:txBody>
          <a:bodyPr/>
          <a:lstStyle>
            <a:lvl1pPr>
              <a:lnSpc>
                <a:spcPct val="110000"/>
              </a:lnSpc>
              <a:defRPr>
                <a:solidFill>
                  <a:schemeClr val="bg1">
                    <a:alpha val="70000"/>
                  </a:schemeClr>
                </a:solidFill>
              </a:defRPr>
            </a:lvl1pPr>
            <a:lvl2pPr>
              <a:defRPr>
                <a:solidFill>
                  <a:srgbClr val="7D8A99"/>
                </a:solidFill>
              </a:defRPr>
            </a:lvl2pPr>
            <a:lvl3pPr>
              <a:defRPr>
                <a:solidFill>
                  <a:srgbClr val="7D8A99"/>
                </a:solidFill>
              </a:defRPr>
            </a:lvl3pPr>
            <a:lvl4pPr>
              <a:defRPr>
                <a:solidFill>
                  <a:srgbClr val="7D8A99"/>
                </a:solidFill>
              </a:defRPr>
            </a:lvl4pPr>
            <a:lvl5pPr marL="1076325" indent="0">
              <a:buNone/>
              <a:defRPr>
                <a:solidFill>
                  <a:srgbClr val="7D8A99"/>
                </a:solidFill>
              </a:defRPr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</a:t>
            </a:r>
          </a:p>
        </p:txBody>
      </p:sp>
      <p:sp>
        <p:nvSpPr>
          <p:cNvPr id="96" name="Text Placeholder 88">
            <a:extLst>
              <a:ext uri="{FF2B5EF4-FFF2-40B4-BE49-F238E27FC236}">
                <a16:creationId xmlns:a16="http://schemas.microsoft.com/office/drawing/2014/main" id="{0E40A89C-69EB-DB53-000F-CD937A45117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320945" y="1803329"/>
            <a:ext cx="1872296" cy="816156"/>
          </a:xfrm>
        </p:spPr>
        <p:txBody>
          <a:bodyPr/>
          <a:lstStyle>
            <a:lvl1pPr>
              <a:lnSpc>
                <a:spcPct val="110000"/>
              </a:lnSpc>
              <a:defRPr>
                <a:solidFill>
                  <a:schemeClr val="bg1">
                    <a:alpha val="70000"/>
                  </a:schemeClr>
                </a:solidFill>
              </a:defRPr>
            </a:lvl1pPr>
            <a:lvl2pPr>
              <a:defRPr>
                <a:solidFill>
                  <a:srgbClr val="7D8A99"/>
                </a:solidFill>
              </a:defRPr>
            </a:lvl2pPr>
            <a:lvl3pPr>
              <a:defRPr>
                <a:solidFill>
                  <a:srgbClr val="7D8A99"/>
                </a:solidFill>
              </a:defRPr>
            </a:lvl3pPr>
            <a:lvl4pPr>
              <a:defRPr>
                <a:solidFill>
                  <a:srgbClr val="7D8A99"/>
                </a:solidFill>
              </a:defRPr>
            </a:lvl4pPr>
            <a:lvl5pPr marL="1076325" indent="0">
              <a:buNone/>
              <a:defRPr>
                <a:solidFill>
                  <a:srgbClr val="7D8A99"/>
                </a:solidFill>
              </a:defRPr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</a:t>
            </a:r>
          </a:p>
        </p:txBody>
      </p:sp>
      <p:sp>
        <p:nvSpPr>
          <p:cNvPr id="97" name="Text Placeholder 88">
            <a:extLst>
              <a:ext uri="{FF2B5EF4-FFF2-40B4-BE49-F238E27FC236}">
                <a16:creationId xmlns:a16="http://schemas.microsoft.com/office/drawing/2014/main" id="{5BDD9277-72E9-EF6C-FC89-00859B14D01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697432" y="565313"/>
            <a:ext cx="1872296" cy="816156"/>
          </a:xfrm>
        </p:spPr>
        <p:txBody>
          <a:bodyPr/>
          <a:lstStyle>
            <a:lvl1pPr>
              <a:lnSpc>
                <a:spcPct val="110000"/>
              </a:lnSpc>
              <a:defRPr>
                <a:solidFill>
                  <a:schemeClr val="bg1">
                    <a:alpha val="70000"/>
                  </a:schemeClr>
                </a:solidFill>
              </a:defRPr>
            </a:lvl1pPr>
            <a:lvl2pPr>
              <a:defRPr>
                <a:solidFill>
                  <a:srgbClr val="7D8A99"/>
                </a:solidFill>
              </a:defRPr>
            </a:lvl2pPr>
            <a:lvl3pPr>
              <a:defRPr>
                <a:solidFill>
                  <a:srgbClr val="7D8A99"/>
                </a:solidFill>
              </a:defRPr>
            </a:lvl3pPr>
            <a:lvl4pPr>
              <a:defRPr>
                <a:solidFill>
                  <a:srgbClr val="7D8A99"/>
                </a:solidFill>
              </a:defRPr>
            </a:lvl4pPr>
            <a:lvl5pPr marL="1076325" indent="0">
              <a:buNone/>
              <a:defRPr>
                <a:solidFill>
                  <a:srgbClr val="7D8A99"/>
                </a:solidFill>
              </a:defRPr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</a:t>
            </a:r>
          </a:p>
        </p:txBody>
      </p:sp>
      <p:sp>
        <p:nvSpPr>
          <p:cNvPr id="98" name="Text Placeholder 88">
            <a:extLst>
              <a:ext uri="{FF2B5EF4-FFF2-40B4-BE49-F238E27FC236}">
                <a16:creationId xmlns:a16="http://schemas.microsoft.com/office/drawing/2014/main" id="{F3186F1D-08C1-0E45-D0A1-90F9CDC8842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697432" y="1803329"/>
            <a:ext cx="1872296" cy="816156"/>
          </a:xfrm>
        </p:spPr>
        <p:txBody>
          <a:bodyPr/>
          <a:lstStyle>
            <a:lvl1pPr>
              <a:lnSpc>
                <a:spcPct val="110000"/>
              </a:lnSpc>
              <a:defRPr>
                <a:solidFill>
                  <a:schemeClr val="bg1">
                    <a:alpha val="70000"/>
                  </a:schemeClr>
                </a:solidFill>
              </a:defRPr>
            </a:lvl1pPr>
            <a:lvl2pPr>
              <a:defRPr>
                <a:solidFill>
                  <a:srgbClr val="7D8A99"/>
                </a:solidFill>
              </a:defRPr>
            </a:lvl2pPr>
            <a:lvl3pPr>
              <a:defRPr>
                <a:solidFill>
                  <a:srgbClr val="7D8A99"/>
                </a:solidFill>
              </a:defRPr>
            </a:lvl3pPr>
            <a:lvl4pPr>
              <a:defRPr>
                <a:solidFill>
                  <a:srgbClr val="7D8A99"/>
                </a:solidFill>
              </a:defRPr>
            </a:lvl4pPr>
            <a:lvl5pPr marL="1076325" indent="0">
              <a:buNone/>
              <a:defRPr>
                <a:solidFill>
                  <a:srgbClr val="7D8A99"/>
                </a:solidFill>
              </a:defRPr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15F4CF99-4C7A-6428-3323-5DC58D22FDC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319963" y="4533900"/>
            <a:ext cx="4249765" cy="1841680"/>
          </a:xfrm>
        </p:spPr>
        <p:txBody>
          <a:bodyPr numCol="2" spcCol="540000" anchor="t"/>
          <a:lstStyle>
            <a:lvl1pPr>
              <a:defRPr/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magna: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</p:txBody>
      </p:sp>
    </p:spTree>
    <p:extLst>
      <p:ext uri="{BB962C8B-B14F-4D97-AF65-F5344CB8AC3E}">
        <p14:creationId xmlns:p14="http://schemas.microsoft.com/office/powerpoint/2010/main" val="20245476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17">
          <p15:clr>
            <a:srgbClr val="000000"/>
          </p15:clr>
        </p15:guide>
        <p15:guide id="2" pos="6063">
          <p15:clr>
            <a:srgbClr val="000000"/>
          </p15:clr>
        </p15:guide>
        <p15:guide id="3" pos="4566">
          <p15:clr>
            <a:srgbClr val="000000"/>
          </p15:clr>
        </p15:guide>
        <p15:guide id="4" pos="3114">
          <p15:clr>
            <a:srgbClr val="000000"/>
          </p15:clr>
        </p15:guide>
        <p15:guide id="5" pos="3069">
          <p15:clr>
            <a:srgbClr val="A4A3A4"/>
          </p15:clr>
        </p15:guide>
        <p15:guide id="6" pos="1663">
          <p15:clr>
            <a:srgbClr val="A4A3A4"/>
          </p15:clr>
        </p15:guide>
        <p15:guide id="7" pos="1572">
          <p15:clr>
            <a:srgbClr val="A4A3A4"/>
          </p15:clr>
        </p15:guide>
        <p15:guide id="8" pos="6108">
          <p15:clr>
            <a:srgbClr val="A4A3A4"/>
          </p15:clr>
        </p15:guide>
        <p15:guide id="9" pos="6017">
          <p15:clr>
            <a:srgbClr val="A4A3A4"/>
          </p15:clr>
        </p15:guide>
        <p15:guide id="10" pos="3160">
          <p15:clr>
            <a:srgbClr val="A4A3A4"/>
          </p15:clr>
        </p15:guide>
        <p15:guide id="11" pos="4611">
          <p15:clr>
            <a:srgbClr val="A4A3A4"/>
          </p15:clr>
        </p15:guide>
        <p15:guide id="12" pos="4520">
          <p15:clr>
            <a:srgbClr val="A4A3A4"/>
          </p15:clr>
        </p15:guide>
        <p15:guide id="13" pos="2842">
          <p15:clr>
            <a:srgbClr val="FBAE40"/>
          </p15:clr>
        </p15:guide>
        <p15:guide id="14" pos="1345">
          <p15:clr>
            <a:srgbClr val="FBAE40"/>
          </p15:clr>
        </p15:guide>
        <p15:guide id="15" pos="4294">
          <p15:clr>
            <a:srgbClr val="FBAE40"/>
          </p15:clr>
        </p15:guide>
        <p15:guide id="16" pos="5790">
          <p15:clr>
            <a:srgbClr val="FBAE40"/>
          </p15:clr>
        </p15:guide>
        <p15:guide id="17" pos="7287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B] 1 Column (Tag-Title-Subtitle-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002798E8-9946-A385-F444-0695D934C7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6" y="296863"/>
            <a:ext cx="2484438" cy="175577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/>
              <a:t>TAG HERE</a:t>
            </a:r>
          </a:p>
        </p:txBody>
      </p:sp>
      <p:sp>
        <p:nvSpPr>
          <p:cNvPr id="3" name="Segnaposto titolo 4">
            <a:extLst>
              <a:ext uri="{FF2B5EF4-FFF2-40B4-BE49-F238E27FC236}">
                <a16:creationId xmlns:a16="http://schemas.microsoft.com/office/drawing/2014/main" id="{C2EB7241-53E3-39BA-9FFD-B67D56D60F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5099" y="594777"/>
            <a:ext cx="11655631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Title here</a:t>
            </a:r>
            <a:endParaRPr lang="en-GB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9831D242-F4CD-D9B9-DC93-FA203DBCDB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3525" y="1174813"/>
            <a:ext cx="11653838" cy="341473"/>
          </a:xfrm>
        </p:spPr>
        <p:txBody>
          <a:bodyPr>
            <a:noAutofit/>
          </a:bodyPr>
          <a:lstStyle>
            <a:lvl1pPr>
              <a:defRPr sz="1800">
                <a:solidFill>
                  <a:schemeClr val="bg1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 dirty="0"/>
              <a:t>Subtitle Here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FC504D2C-5EB6-6238-04F0-4E07363510E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275099" y="1795746"/>
            <a:ext cx="11655631" cy="458600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099039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B]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530760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B]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0900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85">
          <p15:clr>
            <a:srgbClr val="A4A3A4"/>
          </p15:clr>
        </p15:guide>
        <p15:guide id="2" pos="3795">
          <p15:clr>
            <a:srgbClr val="A4A3A4"/>
          </p15:clr>
        </p15:guide>
        <p15:guide id="5" pos="3840">
          <p15:clr>
            <a:srgbClr val="000000"/>
          </p15:clr>
        </p15:guide>
        <p15:guide id="6" pos="3568">
          <p15:clr>
            <a:srgbClr val="FBAE40"/>
          </p15:clr>
        </p15:guide>
        <p15:guide id="7" pos="7287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B]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97400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61">
          <p15:clr>
            <a:srgbClr val="A4A3A4"/>
          </p15:clr>
        </p15:guide>
        <p15:guide id="2" pos="5110">
          <p15:clr>
            <a:srgbClr val="A4A3A4"/>
          </p15:clr>
        </p15:guide>
        <p15:guide id="3" pos="2570">
          <p15:clr>
            <a:srgbClr val="A4A3A4"/>
          </p15:clr>
        </p15:guide>
        <p15:guide id="6" pos="5019">
          <p15:clr>
            <a:srgbClr val="A4A3A4"/>
          </p15:clr>
        </p15:guide>
        <p15:guide id="7" pos="5065">
          <p15:clr>
            <a:srgbClr val="000000"/>
          </p15:clr>
        </p15:guide>
        <p15:guide id="8" pos="2615">
          <p15:clr>
            <a:srgbClr val="000000"/>
          </p15:clr>
        </p15:guide>
        <p15:guide id="9" pos="2343">
          <p15:clr>
            <a:srgbClr val="FBAE40"/>
          </p15:clr>
        </p15:guide>
        <p15:guide id="10" pos="4793">
          <p15:clr>
            <a:srgbClr val="FBAE40"/>
          </p15:clr>
        </p15:guide>
        <p15:guide id="11" pos="7287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B]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1124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000000"/>
          </p15:clr>
        </p15:guide>
        <p15:guide id="2" pos="5677">
          <p15:clr>
            <a:srgbClr val="000000"/>
          </p15:clr>
        </p15:guide>
        <p15:guide id="3" pos="2003">
          <p15:clr>
            <a:srgbClr val="000000"/>
          </p15:clr>
        </p15:guide>
        <p15:guide id="4" pos="3885">
          <p15:clr>
            <a:srgbClr val="A4A3A4"/>
          </p15:clr>
        </p15:guide>
        <p15:guide id="5" pos="3795">
          <p15:clr>
            <a:srgbClr val="A4A3A4"/>
          </p15:clr>
        </p15:guide>
        <p15:guide id="6" pos="5632">
          <p15:clr>
            <a:srgbClr val="A4A3A4"/>
          </p15:clr>
        </p15:guide>
        <p15:guide id="7" pos="5722">
          <p15:clr>
            <a:srgbClr val="A4A3A4"/>
          </p15:clr>
        </p15:guide>
        <p15:guide id="8" pos="2048">
          <p15:clr>
            <a:srgbClr val="A4A3A4"/>
          </p15:clr>
        </p15:guide>
        <p15:guide id="9" pos="1958">
          <p15:clr>
            <a:srgbClr val="A4A3A4"/>
          </p15:clr>
        </p15:guide>
        <p15:guide id="10" pos="3568">
          <p15:clr>
            <a:srgbClr val="FBAE40"/>
          </p15:clr>
        </p15:guide>
        <p15:guide id="11" pos="1731">
          <p15:clr>
            <a:srgbClr val="FBAE40"/>
          </p15:clr>
        </p15:guide>
        <p15:guide id="12" pos="5405">
          <p15:clr>
            <a:srgbClr val="FBAE40"/>
          </p15:clr>
        </p15:guide>
        <p15:guide id="13" pos="7287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B] 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3774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17">
          <p15:clr>
            <a:srgbClr val="000000"/>
          </p15:clr>
        </p15:guide>
        <p15:guide id="2" pos="6063">
          <p15:clr>
            <a:srgbClr val="000000"/>
          </p15:clr>
        </p15:guide>
        <p15:guide id="3" pos="4566">
          <p15:clr>
            <a:srgbClr val="000000"/>
          </p15:clr>
        </p15:guide>
        <p15:guide id="4" pos="3114">
          <p15:clr>
            <a:srgbClr val="000000"/>
          </p15:clr>
        </p15:guide>
        <p15:guide id="5" pos="3069">
          <p15:clr>
            <a:srgbClr val="A4A3A4"/>
          </p15:clr>
        </p15:guide>
        <p15:guide id="6" pos="1663">
          <p15:clr>
            <a:srgbClr val="A4A3A4"/>
          </p15:clr>
        </p15:guide>
        <p15:guide id="7" pos="1572">
          <p15:clr>
            <a:srgbClr val="A4A3A4"/>
          </p15:clr>
        </p15:guide>
        <p15:guide id="8" pos="6108">
          <p15:clr>
            <a:srgbClr val="A4A3A4"/>
          </p15:clr>
        </p15:guide>
        <p15:guide id="9" pos="6017">
          <p15:clr>
            <a:srgbClr val="A4A3A4"/>
          </p15:clr>
        </p15:guide>
        <p15:guide id="10" pos="3160">
          <p15:clr>
            <a:srgbClr val="A4A3A4"/>
          </p15:clr>
        </p15:guide>
        <p15:guide id="11" pos="4611">
          <p15:clr>
            <a:srgbClr val="A4A3A4"/>
          </p15:clr>
        </p15:guide>
        <p15:guide id="12" pos="4520">
          <p15:clr>
            <a:srgbClr val="A4A3A4"/>
          </p15:clr>
        </p15:guide>
        <p15:guide id="13" pos="2842">
          <p15:clr>
            <a:srgbClr val="FBAE40"/>
          </p15:clr>
        </p15:guide>
        <p15:guide id="14" pos="1345">
          <p15:clr>
            <a:srgbClr val="FBAE40"/>
          </p15:clr>
        </p15:guide>
        <p15:guide id="15" pos="4294">
          <p15:clr>
            <a:srgbClr val="FBAE40"/>
          </p15:clr>
        </p15:guide>
        <p15:guide id="16" pos="5790">
          <p15:clr>
            <a:srgbClr val="FBAE40"/>
          </p15:clr>
        </p15:guide>
        <p15:guide id="17" pos="7287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W]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720607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W]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47A05B7D-758B-13FB-710B-5DB83BDFC2B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6" y="296863"/>
            <a:ext cx="2484438" cy="175577"/>
          </a:xfrm>
        </p:spPr>
        <p:txBody>
          <a:bodyPr/>
          <a:lstStyle>
            <a:lvl1pPr>
              <a:defRPr>
                <a:solidFill>
                  <a:srgbClr val="DA291C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/>
              <a:t>TAG HERE</a:t>
            </a:r>
          </a:p>
        </p:txBody>
      </p:sp>
    </p:spTree>
    <p:extLst>
      <p:ext uri="{BB962C8B-B14F-4D97-AF65-F5344CB8AC3E}">
        <p14:creationId xmlns:p14="http://schemas.microsoft.com/office/powerpoint/2010/main" val="12137988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61" userDrawn="1">
          <p15:clr>
            <a:srgbClr val="A4A3A4"/>
          </p15:clr>
        </p15:guide>
        <p15:guide id="2" pos="5110" userDrawn="1">
          <p15:clr>
            <a:srgbClr val="A4A3A4"/>
          </p15:clr>
        </p15:guide>
        <p15:guide id="3" pos="2570" userDrawn="1">
          <p15:clr>
            <a:srgbClr val="A4A3A4"/>
          </p15:clr>
        </p15:guide>
        <p15:guide id="6" pos="5019" userDrawn="1">
          <p15:clr>
            <a:srgbClr val="A4A3A4"/>
          </p15:clr>
        </p15:guide>
        <p15:guide id="7" pos="5065" userDrawn="1">
          <p15:clr>
            <a:srgbClr val="000000"/>
          </p15:clr>
        </p15:guide>
        <p15:guide id="8" pos="2615" userDrawn="1">
          <p15:clr>
            <a:srgbClr val="000000"/>
          </p15:clr>
        </p15:guide>
        <p15:guide id="9" pos="2343" userDrawn="1">
          <p15:clr>
            <a:srgbClr val="FBAE40"/>
          </p15:clr>
        </p15:guide>
        <p15:guide id="10" pos="4793" userDrawn="1">
          <p15:clr>
            <a:srgbClr val="FBAE40"/>
          </p15:clr>
        </p15:guide>
        <p15:guide id="11" pos="7287" userDrawn="1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W]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9E5B1260-627F-BA44-F890-70C27A3037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6" y="296863"/>
            <a:ext cx="2484438" cy="175577"/>
          </a:xfrm>
        </p:spPr>
        <p:txBody>
          <a:bodyPr/>
          <a:lstStyle>
            <a:lvl1pPr>
              <a:defRPr>
                <a:solidFill>
                  <a:srgbClr val="DA291C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/>
              <a:t>TAG HERE</a:t>
            </a:r>
          </a:p>
        </p:txBody>
      </p:sp>
    </p:spTree>
    <p:extLst>
      <p:ext uri="{BB962C8B-B14F-4D97-AF65-F5344CB8AC3E}">
        <p14:creationId xmlns:p14="http://schemas.microsoft.com/office/powerpoint/2010/main" val="38933140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000000"/>
          </p15:clr>
        </p15:guide>
        <p15:guide id="2" pos="5677" userDrawn="1">
          <p15:clr>
            <a:srgbClr val="000000"/>
          </p15:clr>
        </p15:guide>
        <p15:guide id="3" pos="2003" userDrawn="1">
          <p15:clr>
            <a:srgbClr val="000000"/>
          </p15:clr>
        </p15:guide>
        <p15:guide id="4" pos="3885" userDrawn="1">
          <p15:clr>
            <a:srgbClr val="A4A3A4"/>
          </p15:clr>
        </p15:guide>
        <p15:guide id="5" pos="3795" userDrawn="1">
          <p15:clr>
            <a:srgbClr val="A4A3A4"/>
          </p15:clr>
        </p15:guide>
        <p15:guide id="6" pos="5632" userDrawn="1">
          <p15:clr>
            <a:srgbClr val="A4A3A4"/>
          </p15:clr>
        </p15:guide>
        <p15:guide id="7" pos="5722" userDrawn="1">
          <p15:clr>
            <a:srgbClr val="A4A3A4"/>
          </p15:clr>
        </p15:guide>
        <p15:guide id="8" pos="2048" userDrawn="1">
          <p15:clr>
            <a:srgbClr val="A4A3A4"/>
          </p15:clr>
        </p15:guide>
        <p15:guide id="9" pos="1958" userDrawn="1">
          <p15:clr>
            <a:srgbClr val="A4A3A4"/>
          </p15:clr>
        </p15:guide>
        <p15:guide id="10" pos="3568" userDrawn="1">
          <p15:clr>
            <a:srgbClr val="FBAE40"/>
          </p15:clr>
        </p15:guide>
        <p15:guide id="11" pos="1731" userDrawn="1">
          <p15:clr>
            <a:srgbClr val="FBAE40"/>
          </p15:clr>
        </p15:guide>
        <p15:guide id="12" pos="5405" userDrawn="1">
          <p15:clr>
            <a:srgbClr val="FBAE40"/>
          </p15:clr>
        </p15:guide>
        <p15:guide id="13" pos="7287" userDrawn="1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W] 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A37B1C57-DE1C-3D55-9AA6-2EC73EA097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6" y="296863"/>
            <a:ext cx="2484438" cy="175577"/>
          </a:xfrm>
        </p:spPr>
        <p:txBody>
          <a:bodyPr/>
          <a:lstStyle>
            <a:lvl1pPr>
              <a:defRPr>
                <a:solidFill>
                  <a:srgbClr val="DA291C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/>
              <a:t>TAG HERE</a:t>
            </a:r>
          </a:p>
        </p:txBody>
      </p:sp>
    </p:spTree>
    <p:extLst>
      <p:ext uri="{BB962C8B-B14F-4D97-AF65-F5344CB8AC3E}">
        <p14:creationId xmlns:p14="http://schemas.microsoft.com/office/powerpoint/2010/main" val="27795467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17" userDrawn="1">
          <p15:clr>
            <a:srgbClr val="000000"/>
          </p15:clr>
        </p15:guide>
        <p15:guide id="2" pos="6063" userDrawn="1">
          <p15:clr>
            <a:srgbClr val="000000"/>
          </p15:clr>
        </p15:guide>
        <p15:guide id="3" pos="4566" userDrawn="1">
          <p15:clr>
            <a:srgbClr val="000000"/>
          </p15:clr>
        </p15:guide>
        <p15:guide id="4" pos="3114" userDrawn="1">
          <p15:clr>
            <a:srgbClr val="000000"/>
          </p15:clr>
        </p15:guide>
        <p15:guide id="5" pos="3069" userDrawn="1">
          <p15:clr>
            <a:srgbClr val="A4A3A4"/>
          </p15:clr>
        </p15:guide>
        <p15:guide id="6" pos="1663" userDrawn="1">
          <p15:clr>
            <a:srgbClr val="A4A3A4"/>
          </p15:clr>
        </p15:guide>
        <p15:guide id="7" pos="1572" userDrawn="1">
          <p15:clr>
            <a:srgbClr val="A4A3A4"/>
          </p15:clr>
        </p15:guide>
        <p15:guide id="8" pos="6108" userDrawn="1">
          <p15:clr>
            <a:srgbClr val="A4A3A4"/>
          </p15:clr>
        </p15:guide>
        <p15:guide id="9" pos="6017" userDrawn="1">
          <p15:clr>
            <a:srgbClr val="A4A3A4"/>
          </p15:clr>
        </p15:guide>
        <p15:guide id="10" pos="3160" userDrawn="1">
          <p15:clr>
            <a:srgbClr val="A4A3A4"/>
          </p15:clr>
        </p15:guide>
        <p15:guide id="11" pos="4611" userDrawn="1">
          <p15:clr>
            <a:srgbClr val="A4A3A4"/>
          </p15:clr>
        </p15:guide>
        <p15:guide id="12" pos="4520" userDrawn="1">
          <p15:clr>
            <a:srgbClr val="A4A3A4"/>
          </p15:clr>
        </p15:guide>
        <p15:guide id="13" pos="2842" userDrawn="1">
          <p15:clr>
            <a:srgbClr val="FBAE40"/>
          </p15:clr>
        </p15:guide>
        <p15:guide id="14" pos="1345" userDrawn="1">
          <p15:clr>
            <a:srgbClr val="FBAE40"/>
          </p15:clr>
        </p15:guide>
        <p15:guide id="15" pos="4294" userDrawn="1">
          <p15:clr>
            <a:srgbClr val="FBAE40"/>
          </p15:clr>
        </p15:guide>
        <p15:guide id="16" pos="5790" userDrawn="1">
          <p15:clr>
            <a:srgbClr val="FBAE40"/>
          </p15:clr>
        </p15:guide>
        <p15:guide id="17" pos="7287" userDrawn="1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R] 1 Column (Tag-Title-Subtitle-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3B48F23-2DFA-9F4E-B78B-5F2B634DFD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6" y="296863"/>
            <a:ext cx="2484438" cy="175577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/>
              <a:t>TAG HERE</a:t>
            </a:r>
          </a:p>
        </p:txBody>
      </p:sp>
      <p:sp>
        <p:nvSpPr>
          <p:cNvPr id="4" name="Segnaposto titolo 4">
            <a:extLst>
              <a:ext uri="{FF2B5EF4-FFF2-40B4-BE49-F238E27FC236}">
                <a16:creationId xmlns:a16="http://schemas.microsoft.com/office/drawing/2014/main" id="{FCE67699-D0F3-13C9-7EEB-C3ADDC0799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5099" y="594777"/>
            <a:ext cx="11655631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Title here</a:t>
            </a:r>
            <a:endParaRPr lang="en-GB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9923E89E-3B62-62B1-413B-662FEA9EC73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3525" y="1174813"/>
            <a:ext cx="11653838" cy="341473"/>
          </a:xfrm>
        </p:spPr>
        <p:txBody>
          <a:bodyPr>
            <a:noAutofit/>
          </a:bodyPr>
          <a:lstStyle>
            <a:lvl1pPr>
              <a:defRPr sz="1800">
                <a:solidFill>
                  <a:schemeClr val="bg1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/>
              <a:t>Subtitle Here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F966B228-98D2-B9C8-A1D9-06ED737C1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525" y="1795746"/>
            <a:ext cx="11667206" cy="45860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2635917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R]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962618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R]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3154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85">
          <p15:clr>
            <a:srgbClr val="A4A3A4"/>
          </p15:clr>
        </p15:guide>
        <p15:guide id="2" pos="3795">
          <p15:clr>
            <a:srgbClr val="A4A3A4"/>
          </p15:clr>
        </p15:guide>
        <p15:guide id="5" pos="3840">
          <p15:clr>
            <a:srgbClr val="000000"/>
          </p15:clr>
        </p15:guide>
        <p15:guide id="6" pos="3568">
          <p15:clr>
            <a:srgbClr val="FBAE40"/>
          </p15:clr>
        </p15:guide>
        <p15:guide id="7" pos="7287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R]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91047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61">
          <p15:clr>
            <a:srgbClr val="A4A3A4"/>
          </p15:clr>
        </p15:guide>
        <p15:guide id="2" pos="5110">
          <p15:clr>
            <a:srgbClr val="A4A3A4"/>
          </p15:clr>
        </p15:guide>
        <p15:guide id="3" pos="2570">
          <p15:clr>
            <a:srgbClr val="A4A3A4"/>
          </p15:clr>
        </p15:guide>
        <p15:guide id="6" pos="5019">
          <p15:clr>
            <a:srgbClr val="A4A3A4"/>
          </p15:clr>
        </p15:guide>
        <p15:guide id="7" pos="5065">
          <p15:clr>
            <a:srgbClr val="000000"/>
          </p15:clr>
        </p15:guide>
        <p15:guide id="8" pos="2615">
          <p15:clr>
            <a:srgbClr val="000000"/>
          </p15:clr>
        </p15:guide>
        <p15:guide id="9" pos="2343">
          <p15:clr>
            <a:srgbClr val="FBAE40"/>
          </p15:clr>
        </p15:guide>
        <p15:guide id="10" pos="4793">
          <p15:clr>
            <a:srgbClr val="FBAE40"/>
          </p15:clr>
        </p15:guide>
        <p15:guide id="11" pos="7287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R]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2932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000000"/>
          </p15:clr>
        </p15:guide>
        <p15:guide id="2" pos="5677">
          <p15:clr>
            <a:srgbClr val="000000"/>
          </p15:clr>
        </p15:guide>
        <p15:guide id="3" pos="2003">
          <p15:clr>
            <a:srgbClr val="000000"/>
          </p15:clr>
        </p15:guide>
        <p15:guide id="4" pos="3885">
          <p15:clr>
            <a:srgbClr val="A4A3A4"/>
          </p15:clr>
        </p15:guide>
        <p15:guide id="5" pos="3795">
          <p15:clr>
            <a:srgbClr val="A4A3A4"/>
          </p15:clr>
        </p15:guide>
        <p15:guide id="6" pos="5632">
          <p15:clr>
            <a:srgbClr val="A4A3A4"/>
          </p15:clr>
        </p15:guide>
        <p15:guide id="7" pos="5722">
          <p15:clr>
            <a:srgbClr val="A4A3A4"/>
          </p15:clr>
        </p15:guide>
        <p15:guide id="8" pos="2048">
          <p15:clr>
            <a:srgbClr val="A4A3A4"/>
          </p15:clr>
        </p15:guide>
        <p15:guide id="9" pos="1958">
          <p15:clr>
            <a:srgbClr val="A4A3A4"/>
          </p15:clr>
        </p15:guide>
        <p15:guide id="10" pos="3568">
          <p15:clr>
            <a:srgbClr val="FBAE40"/>
          </p15:clr>
        </p15:guide>
        <p15:guide id="11" pos="1731">
          <p15:clr>
            <a:srgbClr val="FBAE40"/>
          </p15:clr>
        </p15:guide>
        <p15:guide id="12" pos="5405">
          <p15:clr>
            <a:srgbClr val="FBAE40"/>
          </p15:clr>
        </p15:guide>
        <p15:guide id="13" pos="7287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R] 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0553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17">
          <p15:clr>
            <a:srgbClr val="000000"/>
          </p15:clr>
        </p15:guide>
        <p15:guide id="2" pos="6063">
          <p15:clr>
            <a:srgbClr val="000000"/>
          </p15:clr>
        </p15:guide>
        <p15:guide id="3" pos="4566">
          <p15:clr>
            <a:srgbClr val="000000"/>
          </p15:clr>
        </p15:guide>
        <p15:guide id="4" pos="3114">
          <p15:clr>
            <a:srgbClr val="000000"/>
          </p15:clr>
        </p15:guide>
        <p15:guide id="5" pos="3069">
          <p15:clr>
            <a:srgbClr val="A4A3A4"/>
          </p15:clr>
        </p15:guide>
        <p15:guide id="6" pos="1663">
          <p15:clr>
            <a:srgbClr val="A4A3A4"/>
          </p15:clr>
        </p15:guide>
        <p15:guide id="7" pos="1572">
          <p15:clr>
            <a:srgbClr val="A4A3A4"/>
          </p15:clr>
        </p15:guide>
        <p15:guide id="8" pos="6108">
          <p15:clr>
            <a:srgbClr val="A4A3A4"/>
          </p15:clr>
        </p15:guide>
        <p15:guide id="9" pos="6017">
          <p15:clr>
            <a:srgbClr val="A4A3A4"/>
          </p15:clr>
        </p15:guide>
        <p15:guide id="10" pos="3160">
          <p15:clr>
            <a:srgbClr val="A4A3A4"/>
          </p15:clr>
        </p15:guide>
        <p15:guide id="11" pos="4611">
          <p15:clr>
            <a:srgbClr val="A4A3A4"/>
          </p15:clr>
        </p15:guide>
        <p15:guide id="12" pos="4520">
          <p15:clr>
            <a:srgbClr val="A4A3A4"/>
          </p15:clr>
        </p15:guide>
        <p15:guide id="13" pos="2842">
          <p15:clr>
            <a:srgbClr val="FBAE40"/>
          </p15:clr>
        </p15:guide>
        <p15:guide id="14" pos="1345">
          <p15:clr>
            <a:srgbClr val="FBAE40"/>
          </p15:clr>
        </p15:guide>
        <p15:guide id="15" pos="4294">
          <p15:clr>
            <a:srgbClr val="FBAE40"/>
          </p15:clr>
        </p15:guide>
        <p15:guide id="16" pos="5790">
          <p15:clr>
            <a:srgbClr val="FBAE40"/>
          </p15:clr>
        </p15:guide>
        <p15:guide id="17" pos="7287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W] Bio-Academic BG-Interests-Pro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8CC20E3-A62E-78C3-CB0F-9FA4B19408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2485348"/>
            <a:ext cx="2196985" cy="2196985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16FD9E4-718E-2EE6-D2BE-ED17521732F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4661015"/>
            <a:ext cx="2196985" cy="2196985"/>
          </a:xfrm>
          <a:prstGeom prst="rect">
            <a:avLst/>
          </a:prstGeom>
        </p:spPr>
      </p:pic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A3B4AB4-68FF-FA6D-1CFB-18001846CE0A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651124" y="898579"/>
            <a:ext cx="6540501" cy="184666"/>
          </a:xfrm>
        </p:spPr>
        <p:txBody>
          <a:bodyPr anchor="b">
            <a:noAutofit/>
          </a:bodyPr>
          <a:lstStyle>
            <a:lvl1pPr>
              <a:defRPr sz="1200">
                <a:solidFill>
                  <a:srgbClr val="DA291C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Senior Consultant | PMO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DE87B7AE-93FF-93ED-D177-8A9C12BE1870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640013" y="312774"/>
            <a:ext cx="6551612" cy="518173"/>
          </a:xfrm>
        </p:spPr>
        <p:txBody>
          <a:bodyPr anchor="b">
            <a:noAutofit/>
          </a:bodyPr>
          <a:lstStyle>
            <a:lvl1pPr>
              <a:defRPr sz="3600">
                <a:latin typeface="Work Sans Light" pitchFamily="2" charset="0"/>
              </a:defRPr>
            </a:lvl1pPr>
          </a:lstStyle>
          <a:p>
            <a:pPr lvl="0"/>
            <a:r>
              <a:rPr lang="en-GB" dirty="0"/>
              <a:t>Johnathan </a:t>
            </a:r>
            <a:r>
              <a:rPr lang="en-GB" dirty="0" err="1"/>
              <a:t>Doecher</a:t>
            </a:r>
            <a:endParaRPr lang="en-GB" dirty="0"/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3FFF7BEB-EC0B-4844-7408-9B11708FFF70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646630" y="1322289"/>
            <a:ext cx="3170095" cy="985863"/>
          </a:xfrm>
        </p:spPr>
        <p:txBody>
          <a:bodyPr>
            <a:noAutofit/>
          </a:bodyPr>
          <a:lstStyle>
            <a:lvl1pPr>
              <a:defRPr sz="1000" b="0">
                <a:solidFill>
                  <a:srgbClr val="0C2340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FC6C2F-C662-F0F6-7C60-2A1268B100BE}"/>
              </a:ext>
            </a:extLst>
          </p:cNvPr>
          <p:cNvSpPr txBox="1"/>
          <p:nvPr userDrawn="1"/>
        </p:nvSpPr>
        <p:spPr>
          <a:xfrm>
            <a:off x="2658641" y="1322289"/>
            <a:ext cx="843527" cy="31992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dirty="0" err="1">
                <a:solidFill>
                  <a:srgbClr val="9DA7B3"/>
                </a:solidFill>
                <a:latin typeface="Work Sans" pitchFamily="2" charset="0"/>
              </a:rPr>
              <a:t>Bio</a:t>
            </a:r>
            <a:endParaRPr lang="en-GB" sz="1000" dirty="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F0B99D-B996-C718-D026-A9A0F59DA670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646863" y="3038385"/>
            <a:ext cx="3178552" cy="985863"/>
          </a:xfrm>
        </p:spPr>
        <p:txBody>
          <a:bodyPr>
            <a:noAutofit/>
          </a:bodyPr>
          <a:lstStyle>
            <a:lvl1pPr>
              <a:defRPr sz="1000" b="0">
                <a:solidFill>
                  <a:srgbClr val="0C2340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031AD90-9369-271A-A7E1-FC8D55805D61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7319963" y="2897245"/>
            <a:ext cx="4608512" cy="985863"/>
          </a:xfrm>
        </p:spPr>
        <p:txBody>
          <a:bodyPr>
            <a:noAutofit/>
          </a:bodyPr>
          <a:lstStyle>
            <a:lvl1pPr>
              <a:defRPr sz="1000" b="0">
                <a:solidFill>
                  <a:srgbClr val="0C2340"/>
                </a:solidFill>
                <a:latin typeface="Work Sans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magna: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A93103-F36E-2845-2509-7B9BEACE9B3F}"/>
              </a:ext>
            </a:extLst>
          </p:cNvPr>
          <p:cNvSpPr txBox="1"/>
          <p:nvPr userDrawn="1"/>
        </p:nvSpPr>
        <p:spPr>
          <a:xfrm>
            <a:off x="2640014" y="3038385"/>
            <a:ext cx="824546" cy="31992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dirty="0" err="1">
                <a:solidFill>
                  <a:srgbClr val="9DA7B3"/>
                </a:solidFill>
                <a:latin typeface="Work Sans" pitchFamily="2" charset="0"/>
              </a:rPr>
              <a:t>Academic</a:t>
            </a:r>
            <a:r>
              <a:rPr lang="pt-BR" sz="1000" dirty="0">
                <a:solidFill>
                  <a:srgbClr val="9DA7B3"/>
                </a:solidFill>
                <a:latin typeface="Work Sans" pitchFamily="2" charset="0"/>
              </a:rPr>
              <a:t> Background</a:t>
            </a:r>
            <a:endParaRPr lang="en-GB" sz="1000" dirty="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7674329E-0639-BDF9-F526-FA1427C8437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319963" y="1815555"/>
            <a:ext cx="4248150" cy="326432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200" b="0">
                <a:solidFill>
                  <a:srgbClr val="0C2340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 dirty="0"/>
              <a:t>Project Name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1A7C295F-1E0F-5C45-9923-9E055482E3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319963" y="2525981"/>
            <a:ext cx="1853034" cy="209398"/>
          </a:xfrm>
        </p:spPr>
        <p:txBody>
          <a:bodyPr>
            <a:noAutofit/>
          </a:bodyPr>
          <a:lstStyle>
            <a:lvl1pPr>
              <a:defRPr sz="1000" b="0">
                <a:solidFill>
                  <a:srgbClr val="0C2340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Your role in the project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C5D79C60-756F-4EB1-08DB-C5974E2F429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699944" y="2550579"/>
            <a:ext cx="1853034" cy="209398"/>
          </a:xfrm>
        </p:spPr>
        <p:txBody>
          <a:bodyPr>
            <a:noAutofit/>
          </a:bodyPr>
          <a:lstStyle>
            <a:lvl1pPr>
              <a:defRPr sz="1000" b="0">
                <a:solidFill>
                  <a:srgbClr val="0C2340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Industry Sector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D3DFE0A-B555-769C-10A7-EB22A91C26B9}"/>
              </a:ext>
            </a:extLst>
          </p:cNvPr>
          <p:cNvSpPr txBox="1"/>
          <p:nvPr userDrawn="1"/>
        </p:nvSpPr>
        <p:spPr>
          <a:xfrm>
            <a:off x="7319963" y="2343871"/>
            <a:ext cx="1871662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dirty="0" err="1">
                <a:solidFill>
                  <a:srgbClr val="9DA7B3"/>
                </a:solidFill>
                <a:latin typeface="Work Sans" pitchFamily="2" charset="0"/>
              </a:rPr>
              <a:t>My</a:t>
            </a:r>
            <a:r>
              <a:rPr lang="pt-BR" sz="1000" dirty="0">
                <a:solidFill>
                  <a:srgbClr val="9DA7B3"/>
                </a:solidFill>
                <a:latin typeface="Work Sans" pitchFamily="2" charset="0"/>
              </a:rPr>
              <a:t> Role</a:t>
            </a:r>
            <a:endParaRPr lang="en-GB" sz="1000" dirty="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E344D4-A027-A601-C876-648DAF2E13EC}"/>
              </a:ext>
            </a:extLst>
          </p:cNvPr>
          <p:cNvSpPr txBox="1"/>
          <p:nvPr userDrawn="1"/>
        </p:nvSpPr>
        <p:spPr>
          <a:xfrm>
            <a:off x="9699944" y="2362672"/>
            <a:ext cx="1871662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dirty="0" err="1">
                <a:solidFill>
                  <a:srgbClr val="9DA7B3"/>
                </a:solidFill>
                <a:latin typeface="Work Sans" pitchFamily="2" charset="0"/>
              </a:rPr>
              <a:t>Industry</a:t>
            </a:r>
            <a:r>
              <a:rPr lang="pt-BR" sz="1000" dirty="0">
                <a:solidFill>
                  <a:srgbClr val="9DA7B3"/>
                </a:solidFill>
                <a:latin typeface="Work Sans" pitchFamily="2" charset="0"/>
              </a:rPr>
              <a:t> Sector</a:t>
            </a:r>
            <a:endParaRPr lang="en-GB" sz="1000" dirty="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A41A79C-CACC-3DC6-B905-63EF71D8D8B8}"/>
              </a:ext>
            </a:extLst>
          </p:cNvPr>
          <p:cNvSpPr txBox="1"/>
          <p:nvPr userDrawn="1"/>
        </p:nvSpPr>
        <p:spPr>
          <a:xfrm>
            <a:off x="7319963" y="1348600"/>
            <a:ext cx="1871662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dirty="0">
                <a:solidFill>
                  <a:srgbClr val="9DA7B3"/>
                </a:solidFill>
                <a:latin typeface="Work Sans" pitchFamily="2" charset="0"/>
              </a:rPr>
              <a:t>Project Backgrounds</a:t>
            </a:r>
            <a:endParaRPr lang="en-GB" sz="1000" dirty="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B7FE725-7D0D-8D56-1413-818080135699}"/>
              </a:ext>
            </a:extLst>
          </p:cNvPr>
          <p:cNvSpPr txBox="1"/>
          <p:nvPr userDrawn="1"/>
        </p:nvSpPr>
        <p:spPr>
          <a:xfrm>
            <a:off x="2658640" y="4813317"/>
            <a:ext cx="4158077" cy="14291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dirty="0">
                <a:solidFill>
                  <a:srgbClr val="9DA7B3"/>
                </a:solidFill>
                <a:latin typeface="Work Sans" pitchFamily="2" charset="0"/>
              </a:rPr>
              <a:t>Key </a:t>
            </a:r>
            <a:r>
              <a:rPr lang="pt-BR" sz="1000" dirty="0" err="1">
                <a:solidFill>
                  <a:srgbClr val="9DA7B3"/>
                </a:solidFill>
                <a:latin typeface="Work Sans" pitchFamily="2" charset="0"/>
              </a:rPr>
              <a:t>Areas</a:t>
            </a:r>
            <a:r>
              <a:rPr lang="pt-BR" sz="1000" dirty="0">
                <a:solidFill>
                  <a:srgbClr val="9DA7B3"/>
                </a:solidFill>
                <a:latin typeface="Work Sans" pitchFamily="2" charset="0"/>
              </a:rPr>
              <a:t> </a:t>
            </a:r>
            <a:r>
              <a:rPr lang="pt-BR" sz="1000" dirty="0" err="1">
                <a:solidFill>
                  <a:srgbClr val="9DA7B3"/>
                </a:solidFill>
                <a:latin typeface="Work Sans" pitchFamily="2" charset="0"/>
              </a:rPr>
              <a:t>of</a:t>
            </a:r>
            <a:r>
              <a:rPr lang="pt-BR" sz="1000" dirty="0">
                <a:solidFill>
                  <a:srgbClr val="9DA7B3"/>
                </a:solidFill>
                <a:latin typeface="Work Sans" pitchFamily="2" charset="0"/>
              </a:rPr>
              <a:t> Expertise, </a:t>
            </a:r>
            <a:r>
              <a:rPr lang="pt-BR" sz="1000" dirty="0" err="1">
                <a:solidFill>
                  <a:srgbClr val="9DA7B3"/>
                </a:solidFill>
                <a:latin typeface="Work Sans" pitchFamily="2" charset="0"/>
              </a:rPr>
              <a:t>Interests</a:t>
            </a:r>
            <a:r>
              <a:rPr lang="pt-BR" sz="1000" dirty="0">
                <a:solidFill>
                  <a:srgbClr val="9DA7B3"/>
                </a:solidFill>
                <a:latin typeface="Work Sans" pitchFamily="2" charset="0"/>
              </a:rPr>
              <a:t> </a:t>
            </a:r>
            <a:r>
              <a:rPr lang="pt-BR" sz="1000" dirty="0" err="1">
                <a:solidFill>
                  <a:srgbClr val="9DA7B3"/>
                </a:solidFill>
                <a:latin typeface="Work Sans" pitchFamily="2" charset="0"/>
              </a:rPr>
              <a:t>and</a:t>
            </a:r>
            <a:r>
              <a:rPr lang="pt-BR" sz="1000" dirty="0">
                <a:solidFill>
                  <a:srgbClr val="9DA7B3"/>
                </a:solidFill>
                <a:latin typeface="Work Sans" pitchFamily="2" charset="0"/>
              </a:rPr>
              <a:t> Skills</a:t>
            </a:r>
            <a:endParaRPr lang="en-GB" sz="1000" dirty="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42" name="Text Placeholder 12">
            <a:extLst>
              <a:ext uri="{FF2B5EF4-FFF2-40B4-BE49-F238E27FC236}">
                <a16:creationId xmlns:a16="http://schemas.microsoft.com/office/drawing/2014/main" id="{E25BA16E-04BB-5EEC-BE3E-7395DE39F33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648703" y="5160268"/>
            <a:ext cx="1855456" cy="319929"/>
          </a:xfrm>
        </p:spPr>
        <p:txBody>
          <a:bodyPr>
            <a:noAutofit/>
          </a:bodyPr>
          <a:lstStyle>
            <a:lvl1pPr marL="171450" indent="-171450">
              <a:buFont typeface="Work Sans" pitchFamily="2" charset="0"/>
              <a:buChar char="→"/>
              <a:defRPr sz="1000" b="0">
                <a:solidFill>
                  <a:srgbClr val="0C2340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Lorem Ipsum</a:t>
            </a:r>
          </a:p>
        </p:txBody>
      </p:sp>
      <p:sp>
        <p:nvSpPr>
          <p:cNvPr id="43" name="Text Placeholder 12">
            <a:extLst>
              <a:ext uri="{FF2B5EF4-FFF2-40B4-BE49-F238E27FC236}">
                <a16:creationId xmlns:a16="http://schemas.microsoft.com/office/drawing/2014/main" id="{D9D96BA2-4C04-64B6-4F13-AFF16504D28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48703" y="5611044"/>
            <a:ext cx="1855456" cy="319929"/>
          </a:xfrm>
        </p:spPr>
        <p:txBody>
          <a:bodyPr>
            <a:noAutofit/>
          </a:bodyPr>
          <a:lstStyle>
            <a:lvl1pPr marL="171450" indent="-171450">
              <a:buFont typeface="Work Sans" pitchFamily="2" charset="0"/>
              <a:buChar char="→"/>
              <a:defRPr sz="1000" b="0">
                <a:solidFill>
                  <a:srgbClr val="0C2340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Lorem Ipsum</a:t>
            </a:r>
          </a:p>
        </p:txBody>
      </p:sp>
      <p:sp>
        <p:nvSpPr>
          <p:cNvPr id="44" name="Text Placeholder 12">
            <a:extLst>
              <a:ext uri="{FF2B5EF4-FFF2-40B4-BE49-F238E27FC236}">
                <a16:creationId xmlns:a16="http://schemas.microsoft.com/office/drawing/2014/main" id="{8C42753C-EA0A-1B12-EA39-4DDC2D51144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48703" y="6061821"/>
            <a:ext cx="1855456" cy="319929"/>
          </a:xfrm>
        </p:spPr>
        <p:txBody>
          <a:bodyPr>
            <a:noAutofit/>
          </a:bodyPr>
          <a:lstStyle>
            <a:lvl1pPr marL="171450" indent="-171450">
              <a:buFont typeface="Work Sans" pitchFamily="2" charset="0"/>
              <a:buChar char="→"/>
              <a:defRPr sz="1000" b="0">
                <a:solidFill>
                  <a:srgbClr val="0C2340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Lorem Ipsum</a:t>
            </a:r>
          </a:p>
        </p:txBody>
      </p:sp>
      <p:sp>
        <p:nvSpPr>
          <p:cNvPr id="45" name="Text Placeholder 12">
            <a:extLst>
              <a:ext uri="{FF2B5EF4-FFF2-40B4-BE49-F238E27FC236}">
                <a16:creationId xmlns:a16="http://schemas.microsoft.com/office/drawing/2014/main" id="{CEB895BD-CCCC-7B80-D00D-D70AC49A003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014078" y="5160268"/>
            <a:ext cx="1855456" cy="319929"/>
          </a:xfrm>
        </p:spPr>
        <p:txBody>
          <a:bodyPr>
            <a:noAutofit/>
          </a:bodyPr>
          <a:lstStyle>
            <a:lvl1pPr marL="171450" indent="-171450">
              <a:buFont typeface="Work Sans" pitchFamily="2" charset="0"/>
              <a:buChar char="→"/>
              <a:defRPr sz="1000" b="0">
                <a:solidFill>
                  <a:srgbClr val="0C2340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Lorem Ipsum</a:t>
            </a:r>
          </a:p>
        </p:txBody>
      </p:sp>
      <p:sp>
        <p:nvSpPr>
          <p:cNvPr id="46" name="Text Placeholder 12">
            <a:extLst>
              <a:ext uri="{FF2B5EF4-FFF2-40B4-BE49-F238E27FC236}">
                <a16:creationId xmlns:a16="http://schemas.microsoft.com/office/drawing/2014/main" id="{4C3E9E86-8FDC-92E2-246B-19047AF4220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014078" y="5611044"/>
            <a:ext cx="1855456" cy="319929"/>
          </a:xfrm>
        </p:spPr>
        <p:txBody>
          <a:bodyPr>
            <a:noAutofit/>
          </a:bodyPr>
          <a:lstStyle>
            <a:lvl1pPr marL="171450" indent="-171450">
              <a:buFont typeface="Work Sans" pitchFamily="2" charset="0"/>
              <a:buChar char="→"/>
              <a:defRPr sz="1000" b="0">
                <a:solidFill>
                  <a:srgbClr val="0C2340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Lorem Ipsum</a:t>
            </a:r>
          </a:p>
        </p:txBody>
      </p:sp>
      <p:sp>
        <p:nvSpPr>
          <p:cNvPr id="47" name="Text Placeholder 12">
            <a:extLst>
              <a:ext uri="{FF2B5EF4-FFF2-40B4-BE49-F238E27FC236}">
                <a16:creationId xmlns:a16="http://schemas.microsoft.com/office/drawing/2014/main" id="{0C57DDA7-B943-B312-BA13-C41F8B17F8B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014078" y="6061821"/>
            <a:ext cx="1855456" cy="319929"/>
          </a:xfrm>
        </p:spPr>
        <p:txBody>
          <a:bodyPr>
            <a:noAutofit/>
          </a:bodyPr>
          <a:lstStyle>
            <a:lvl1pPr marL="171450" indent="-171450">
              <a:buFont typeface="Work Sans" pitchFamily="2" charset="0"/>
              <a:buChar char="→"/>
              <a:defRPr sz="1000" b="0">
                <a:solidFill>
                  <a:srgbClr val="0C2340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Lorem Ipsum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9CA330FA-CCF7-A0E5-F50E-6E91DF812D2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319963" y="5363565"/>
            <a:ext cx="4608512" cy="1018185"/>
          </a:xfrm>
        </p:spPr>
        <p:txBody>
          <a:bodyPr>
            <a:noAutofit/>
          </a:bodyPr>
          <a:lstStyle>
            <a:lvl1pPr>
              <a:defRPr sz="1000" b="0">
                <a:solidFill>
                  <a:srgbClr val="0C2340"/>
                </a:solidFill>
                <a:latin typeface="Work Sans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magna: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3050CC42-509F-356D-82D5-5D9356BF01D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9963" y="4281875"/>
            <a:ext cx="4248150" cy="326432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200" b="0">
                <a:solidFill>
                  <a:srgbClr val="0C2340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 dirty="0"/>
              <a:t>Project Name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32AD40A4-CB9D-A307-F8CA-1A6AE65CDC8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19963" y="4992301"/>
            <a:ext cx="1853034" cy="209398"/>
          </a:xfrm>
        </p:spPr>
        <p:txBody>
          <a:bodyPr>
            <a:noAutofit/>
          </a:bodyPr>
          <a:lstStyle>
            <a:lvl1pPr>
              <a:defRPr sz="1000" b="0">
                <a:solidFill>
                  <a:srgbClr val="0C2340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Your role in the project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C416095D-D98A-0FCD-7E5F-9C547D3DCBF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699944" y="5016899"/>
            <a:ext cx="1853034" cy="209398"/>
          </a:xfrm>
        </p:spPr>
        <p:txBody>
          <a:bodyPr>
            <a:noAutofit/>
          </a:bodyPr>
          <a:lstStyle>
            <a:lvl1pPr>
              <a:defRPr sz="1000" b="0">
                <a:solidFill>
                  <a:srgbClr val="0C2340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Industry Sector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39E4C0-BFE6-EF11-2701-1B05076378A0}"/>
              </a:ext>
            </a:extLst>
          </p:cNvPr>
          <p:cNvSpPr txBox="1"/>
          <p:nvPr userDrawn="1"/>
        </p:nvSpPr>
        <p:spPr>
          <a:xfrm>
            <a:off x="7319963" y="4810191"/>
            <a:ext cx="1871662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dirty="0" err="1">
                <a:solidFill>
                  <a:srgbClr val="9DA7B3"/>
                </a:solidFill>
                <a:latin typeface="Work Sans" pitchFamily="2" charset="0"/>
              </a:rPr>
              <a:t>My</a:t>
            </a:r>
            <a:r>
              <a:rPr lang="pt-BR" sz="1000" dirty="0">
                <a:solidFill>
                  <a:srgbClr val="9DA7B3"/>
                </a:solidFill>
                <a:latin typeface="Work Sans" pitchFamily="2" charset="0"/>
              </a:rPr>
              <a:t> Role</a:t>
            </a:r>
            <a:endParaRPr lang="en-GB" sz="1000" dirty="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D0900E-EFE3-2AD1-CE5C-9412D7BC5167}"/>
              </a:ext>
            </a:extLst>
          </p:cNvPr>
          <p:cNvSpPr txBox="1"/>
          <p:nvPr userDrawn="1"/>
        </p:nvSpPr>
        <p:spPr>
          <a:xfrm>
            <a:off x="9699944" y="4828992"/>
            <a:ext cx="1871662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dirty="0" err="1">
                <a:solidFill>
                  <a:srgbClr val="9DA7B3"/>
                </a:solidFill>
                <a:latin typeface="Work Sans" pitchFamily="2" charset="0"/>
              </a:rPr>
              <a:t>Industry</a:t>
            </a:r>
            <a:r>
              <a:rPr lang="pt-BR" sz="1000" dirty="0">
                <a:solidFill>
                  <a:srgbClr val="9DA7B3"/>
                </a:solidFill>
                <a:latin typeface="Work Sans" pitchFamily="2" charset="0"/>
              </a:rPr>
              <a:t> Sector</a:t>
            </a:r>
            <a:endParaRPr lang="en-GB" sz="1000" dirty="0" err="1">
              <a:solidFill>
                <a:srgbClr val="9DA7B3"/>
              </a:solidFill>
              <a:latin typeface="Work Sans" pitchFamily="2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4DB3EFD-9789-8E02-E084-6307C1761B4B}"/>
              </a:ext>
            </a:extLst>
          </p:cNvPr>
          <p:cNvCxnSpPr>
            <a:cxnSpLocks/>
          </p:cNvCxnSpPr>
          <p:nvPr userDrawn="1"/>
        </p:nvCxnSpPr>
        <p:spPr>
          <a:xfrm>
            <a:off x="2658640" y="2974117"/>
            <a:ext cx="4158085" cy="0"/>
          </a:xfrm>
          <a:prstGeom prst="line">
            <a:avLst/>
          </a:prstGeom>
          <a:ln w="15875">
            <a:solidFill>
              <a:srgbClr val="DADE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858FDF2-8B7C-8CEE-EF56-9AAD17E772F2}"/>
              </a:ext>
            </a:extLst>
          </p:cNvPr>
          <p:cNvCxnSpPr>
            <a:cxnSpLocks/>
          </p:cNvCxnSpPr>
          <p:nvPr userDrawn="1"/>
        </p:nvCxnSpPr>
        <p:spPr>
          <a:xfrm>
            <a:off x="2658640" y="1283168"/>
            <a:ext cx="4158085" cy="0"/>
          </a:xfrm>
          <a:prstGeom prst="line">
            <a:avLst/>
          </a:prstGeom>
          <a:ln w="15875">
            <a:solidFill>
              <a:srgbClr val="DADE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3C0F804-E678-3D4F-3D64-FF165455F9DA}"/>
              </a:ext>
            </a:extLst>
          </p:cNvPr>
          <p:cNvCxnSpPr>
            <a:cxnSpLocks/>
          </p:cNvCxnSpPr>
          <p:nvPr userDrawn="1"/>
        </p:nvCxnSpPr>
        <p:spPr>
          <a:xfrm>
            <a:off x="2658640" y="4769520"/>
            <a:ext cx="4158085" cy="0"/>
          </a:xfrm>
          <a:prstGeom prst="line">
            <a:avLst/>
          </a:prstGeom>
          <a:ln w="15875">
            <a:solidFill>
              <a:srgbClr val="DADE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B3B59E8-3D3F-FF90-769A-040FE097051D}"/>
              </a:ext>
            </a:extLst>
          </p:cNvPr>
          <p:cNvCxnSpPr>
            <a:cxnSpLocks/>
          </p:cNvCxnSpPr>
          <p:nvPr userDrawn="1"/>
        </p:nvCxnSpPr>
        <p:spPr>
          <a:xfrm>
            <a:off x="7319963" y="1287640"/>
            <a:ext cx="4608512" cy="0"/>
          </a:xfrm>
          <a:prstGeom prst="line">
            <a:avLst/>
          </a:prstGeom>
          <a:ln w="15875">
            <a:solidFill>
              <a:srgbClr val="DADE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0812C44-E882-D072-0FD1-2E8F5EC30307}"/>
              </a:ext>
            </a:extLst>
          </p:cNvPr>
          <p:cNvCxnSpPr>
            <a:cxnSpLocks/>
          </p:cNvCxnSpPr>
          <p:nvPr userDrawn="1"/>
        </p:nvCxnSpPr>
        <p:spPr>
          <a:xfrm>
            <a:off x="7319963" y="2177297"/>
            <a:ext cx="4608512" cy="0"/>
          </a:xfrm>
          <a:prstGeom prst="line">
            <a:avLst/>
          </a:prstGeom>
          <a:ln w="9525">
            <a:solidFill>
              <a:srgbClr val="0C23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B448638-7E59-CB34-E901-7C4F55716378}"/>
              </a:ext>
            </a:extLst>
          </p:cNvPr>
          <p:cNvCxnSpPr>
            <a:cxnSpLocks/>
          </p:cNvCxnSpPr>
          <p:nvPr userDrawn="1"/>
        </p:nvCxnSpPr>
        <p:spPr>
          <a:xfrm>
            <a:off x="7319963" y="4608307"/>
            <a:ext cx="4608512" cy="0"/>
          </a:xfrm>
          <a:prstGeom prst="line">
            <a:avLst/>
          </a:prstGeom>
          <a:ln w="9525">
            <a:solidFill>
              <a:srgbClr val="0C23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Picture Placeholder 20">
            <a:extLst>
              <a:ext uri="{FF2B5EF4-FFF2-40B4-BE49-F238E27FC236}">
                <a16:creationId xmlns:a16="http://schemas.microsoft.com/office/drawing/2014/main" id="{BA31ADDB-3E59-F1DE-FAA3-4A6C3B3B601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288363"/>
            <a:ext cx="2196985" cy="21969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rgbClr val="DA291C"/>
                </a:solidFill>
              </a:defRPr>
            </a:lvl1pPr>
          </a:lstStyle>
          <a:p>
            <a:endParaRPr lang="pt-BR" dirty="0"/>
          </a:p>
          <a:p>
            <a:endParaRPr lang="pt-BR" dirty="0"/>
          </a:p>
          <a:p>
            <a:r>
              <a:rPr lang="pt-BR" dirty="0" err="1"/>
              <a:t>Your</a:t>
            </a:r>
            <a:r>
              <a:rPr lang="pt-BR" dirty="0"/>
              <a:t> </a:t>
            </a:r>
            <a:r>
              <a:rPr lang="pt-BR" dirty="0" err="1"/>
              <a:t>best</a:t>
            </a:r>
            <a:r>
              <a:rPr lang="pt-BR" dirty="0"/>
              <a:t> profile </a:t>
            </a:r>
            <a:r>
              <a:rPr lang="pt-BR" dirty="0" err="1"/>
              <a:t>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32724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17">
          <p15:clr>
            <a:srgbClr val="000000"/>
          </p15:clr>
        </p15:guide>
        <p15:guide id="2" pos="6063">
          <p15:clr>
            <a:srgbClr val="000000"/>
          </p15:clr>
        </p15:guide>
        <p15:guide id="3" pos="4566">
          <p15:clr>
            <a:srgbClr val="000000"/>
          </p15:clr>
        </p15:guide>
        <p15:guide id="4" pos="3114">
          <p15:clr>
            <a:srgbClr val="000000"/>
          </p15:clr>
        </p15:guide>
        <p15:guide id="5" pos="3069">
          <p15:clr>
            <a:srgbClr val="A4A3A4"/>
          </p15:clr>
        </p15:guide>
        <p15:guide id="6" pos="1663">
          <p15:clr>
            <a:srgbClr val="A4A3A4"/>
          </p15:clr>
        </p15:guide>
        <p15:guide id="7" pos="1572">
          <p15:clr>
            <a:srgbClr val="A4A3A4"/>
          </p15:clr>
        </p15:guide>
        <p15:guide id="8" pos="6108">
          <p15:clr>
            <a:srgbClr val="A4A3A4"/>
          </p15:clr>
        </p15:guide>
        <p15:guide id="9" pos="6017">
          <p15:clr>
            <a:srgbClr val="A4A3A4"/>
          </p15:clr>
        </p15:guide>
        <p15:guide id="10" pos="3160">
          <p15:clr>
            <a:srgbClr val="A4A3A4"/>
          </p15:clr>
        </p15:guide>
        <p15:guide id="11" pos="4611">
          <p15:clr>
            <a:srgbClr val="A4A3A4"/>
          </p15:clr>
        </p15:guide>
        <p15:guide id="12" pos="4520">
          <p15:clr>
            <a:srgbClr val="A4A3A4"/>
          </p15:clr>
        </p15:guide>
        <p15:guide id="13" pos="2842">
          <p15:clr>
            <a:srgbClr val="FBAE40"/>
          </p15:clr>
        </p15:guide>
        <p15:guide id="14" pos="1345">
          <p15:clr>
            <a:srgbClr val="FBAE40"/>
          </p15:clr>
        </p15:guide>
        <p15:guide id="15" pos="4294">
          <p15:clr>
            <a:srgbClr val="FBAE40"/>
          </p15:clr>
        </p15:guide>
        <p15:guide id="16" pos="5790">
          <p15:clr>
            <a:srgbClr val="FBAE40"/>
          </p15:clr>
        </p15:guide>
        <p15:guide id="17" pos="7287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W] Bio-Interests-Pro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A3B4AB4-68FF-FA6D-1CFB-18001846CE0A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651125" y="1154096"/>
            <a:ext cx="1869241" cy="618593"/>
          </a:xfrm>
        </p:spPr>
        <p:txBody>
          <a:bodyPr anchor="t">
            <a:noAutofit/>
          </a:bodyPr>
          <a:lstStyle>
            <a:lvl1pPr>
              <a:defRPr sz="1200">
                <a:solidFill>
                  <a:srgbClr val="DA291C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Senior Consultant | PMO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DE87B7AE-93FF-93ED-D177-8A9C12BE1870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640013" y="280681"/>
            <a:ext cx="1880353" cy="765516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2800">
                <a:latin typeface="Work Sans Light" pitchFamily="2" charset="0"/>
              </a:defRPr>
            </a:lvl1pPr>
          </a:lstStyle>
          <a:p>
            <a:pPr lvl="0"/>
            <a:r>
              <a:rPr lang="en-GB" dirty="0"/>
              <a:t>Johnathan </a:t>
            </a:r>
            <a:r>
              <a:rPr lang="en-GB" dirty="0" err="1"/>
              <a:t>Doecher</a:t>
            </a:r>
            <a:endParaRPr lang="en-GB" dirty="0"/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3FFF7BEB-EC0B-4844-7408-9B11708FFF70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648703" y="2111976"/>
            <a:ext cx="1871663" cy="1901209"/>
          </a:xfrm>
        </p:spPr>
        <p:txBody>
          <a:bodyPr>
            <a:noAutofit/>
          </a:bodyPr>
          <a:lstStyle>
            <a:lvl1pPr>
              <a:defRPr sz="1000" b="0">
                <a:solidFill>
                  <a:srgbClr val="0C2340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FC6C2F-C662-F0F6-7C60-2A1268B100BE}"/>
              </a:ext>
            </a:extLst>
          </p:cNvPr>
          <p:cNvSpPr txBox="1"/>
          <p:nvPr userDrawn="1"/>
        </p:nvSpPr>
        <p:spPr>
          <a:xfrm>
            <a:off x="2658641" y="1897458"/>
            <a:ext cx="843527" cy="2037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dirty="0" err="1">
                <a:solidFill>
                  <a:srgbClr val="9DA7B3"/>
                </a:solidFill>
                <a:latin typeface="Work Sans" pitchFamily="2" charset="0"/>
              </a:rPr>
              <a:t>Bio</a:t>
            </a:r>
            <a:endParaRPr lang="en-GB" sz="1000" dirty="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031AD90-9369-271A-A7E1-FC8D55805D61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5016500" y="1709227"/>
            <a:ext cx="6911975" cy="625500"/>
          </a:xfrm>
        </p:spPr>
        <p:txBody>
          <a:bodyPr>
            <a:noAutofit/>
          </a:bodyPr>
          <a:lstStyle>
            <a:lvl1pPr>
              <a:defRPr sz="1000" b="0">
                <a:solidFill>
                  <a:srgbClr val="0C2340"/>
                </a:solidFill>
                <a:latin typeface="Work Sans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magna: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.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7674329E-0639-BDF9-F526-FA1427C8437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16500" y="883830"/>
            <a:ext cx="6911975" cy="185055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000" b="0">
                <a:solidFill>
                  <a:srgbClr val="0C2340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 dirty="0"/>
              <a:t>Project Name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1A7C295F-1E0F-5C45-9923-9E055482E3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16500" y="1396238"/>
            <a:ext cx="1853034" cy="209398"/>
          </a:xfrm>
        </p:spPr>
        <p:txBody>
          <a:bodyPr>
            <a:noAutofit/>
          </a:bodyPr>
          <a:lstStyle>
            <a:lvl1pPr>
              <a:defRPr sz="1000" b="0">
                <a:solidFill>
                  <a:srgbClr val="0C2340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Your role in the project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C5D79C60-756F-4EB1-08DB-C5974E2F429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319963" y="1420836"/>
            <a:ext cx="4608512" cy="209398"/>
          </a:xfrm>
        </p:spPr>
        <p:txBody>
          <a:bodyPr>
            <a:noAutofit/>
          </a:bodyPr>
          <a:lstStyle>
            <a:lvl1pPr>
              <a:defRPr sz="1000" b="0">
                <a:solidFill>
                  <a:srgbClr val="0C2340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Industry Sector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D3DFE0A-B555-769C-10A7-EB22A91C26B9}"/>
              </a:ext>
            </a:extLst>
          </p:cNvPr>
          <p:cNvSpPr txBox="1"/>
          <p:nvPr userDrawn="1"/>
        </p:nvSpPr>
        <p:spPr>
          <a:xfrm>
            <a:off x="5016500" y="1214128"/>
            <a:ext cx="1871662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dirty="0" err="1">
                <a:solidFill>
                  <a:srgbClr val="9DA7B3"/>
                </a:solidFill>
                <a:latin typeface="Work Sans" pitchFamily="2" charset="0"/>
              </a:rPr>
              <a:t>My</a:t>
            </a:r>
            <a:r>
              <a:rPr lang="pt-BR" sz="1000" dirty="0">
                <a:solidFill>
                  <a:srgbClr val="9DA7B3"/>
                </a:solidFill>
                <a:latin typeface="Work Sans" pitchFamily="2" charset="0"/>
              </a:rPr>
              <a:t> Role</a:t>
            </a:r>
            <a:endParaRPr lang="en-GB" sz="1000" dirty="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E344D4-A027-A601-C876-648DAF2E13EC}"/>
              </a:ext>
            </a:extLst>
          </p:cNvPr>
          <p:cNvSpPr txBox="1"/>
          <p:nvPr userDrawn="1"/>
        </p:nvSpPr>
        <p:spPr>
          <a:xfrm>
            <a:off x="7319963" y="1232929"/>
            <a:ext cx="1871662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dirty="0" err="1">
                <a:solidFill>
                  <a:srgbClr val="9DA7B3"/>
                </a:solidFill>
                <a:latin typeface="Work Sans" pitchFamily="2" charset="0"/>
              </a:rPr>
              <a:t>Industry</a:t>
            </a:r>
            <a:r>
              <a:rPr lang="pt-BR" sz="1000" dirty="0">
                <a:solidFill>
                  <a:srgbClr val="9DA7B3"/>
                </a:solidFill>
                <a:latin typeface="Work Sans" pitchFamily="2" charset="0"/>
              </a:rPr>
              <a:t> Sector</a:t>
            </a:r>
            <a:endParaRPr lang="en-GB" sz="1000" dirty="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A41A79C-CACC-3DC6-B905-63EF71D8D8B8}"/>
              </a:ext>
            </a:extLst>
          </p:cNvPr>
          <p:cNvSpPr txBox="1"/>
          <p:nvPr userDrawn="1"/>
        </p:nvSpPr>
        <p:spPr>
          <a:xfrm>
            <a:off x="5016500" y="357823"/>
            <a:ext cx="1871662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dirty="0">
                <a:solidFill>
                  <a:srgbClr val="9DA7B3"/>
                </a:solidFill>
                <a:latin typeface="Work Sans" pitchFamily="2" charset="0"/>
              </a:rPr>
              <a:t>Project Backgrounds</a:t>
            </a:r>
            <a:endParaRPr lang="en-GB" sz="1000" dirty="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B7FE725-7D0D-8D56-1413-818080135699}"/>
              </a:ext>
            </a:extLst>
          </p:cNvPr>
          <p:cNvSpPr txBox="1"/>
          <p:nvPr userDrawn="1"/>
        </p:nvSpPr>
        <p:spPr>
          <a:xfrm>
            <a:off x="2658640" y="4213676"/>
            <a:ext cx="1845519" cy="3264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dirty="0">
                <a:solidFill>
                  <a:srgbClr val="9DA7B3"/>
                </a:solidFill>
                <a:latin typeface="Work Sans" pitchFamily="2" charset="0"/>
              </a:rPr>
              <a:t>Key </a:t>
            </a:r>
            <a:r>
              <a:rPr lang="pt-BR" sz="1000" dirty="0" err="1">
                <a:solidFill>
                  <a:srgbClr val="9DA7B3"/>
                </a:solidFill>
                <a:latin typeface="Work Sans" pitchFamily="2" charset="0"/>
              </a:rPr>
              <a:t>Areas</a:t>
            </a:r>
            <a:r>
              <a:rPr lang="pt-BR" sz="1000" dirty="0">
                <a:solidFill>
                  <a:srgbClr val="9DA7B3"/>
                </a:solidFill>
                <a:latin typeface="Work Sans" pitchFamily="2" charset="0"/>
              </a:rPr>
              <a:t> </a:t>
            </a:r>
            <a:r>
              <a:rPr lang="pt-BR" sz="1000" dirty="0" err="1">
                <a:solidFill>
                  <a:srgbClr val="9DA7B3"/>
                </a:solidFill>
                <a:latin typeface="Work Sans" pitchFamily="2" charset="0"/>
              </a:rPr>
              <a:t>of</a:t>
            </a:r>
            <a:r>
              <a:rPr lang="pt-BR" sz="1000" dirty="0">
                <a:solidFill>
                  <a:srgbClr val="9DA7B3"/>
                </a:solidFill>
                <a:latin typeface="Work Sans" pitchFamily="2" charset="0"/>
              </a:rPr>
              <a:t> Expertise, </a:t>
            </a:r>
            <a:r>
              <a:rPr lang="pt-BR" sz="1000" dirty="0" err="1">
                <a:solidFill>
                  <a:srgbClr val="9DA7B3"/>
                </a:solidFill>
                <a:latin typeface="Work Sans" pitchFamily="2" charset="0"/>
              </a:rPr>
              <a:t>Interests</a:t>
            </a:r>
            <a:r>
              <a:rPr lang="pt-BR" sz="1000" dirty="0">
                <a:solidFill>
                  <a:srgbClr val="9DA7B3"/>
                </a:solidFill>
                <a:latin typeface="Work Sans" pitchFamily="2" charset="0"/>
              </a:rPr>
              <a:t> </a:t>
            </a:r>
            <a:r>
              <a:rPr lang="pt-BR" sz="1000" dirty="0" err="1">
                <a:solidFill>
                  <a:srgbClr val="9DA7B3"/>
                </a:solidFill>
                <a:latin typeface="Work Sans" pitchFamily="2" charset="0"/>
              </a:rPr>
              <a:t>and</a:t>
            </a:r>
            <a:r>
              <a:rPr lang="pt-BR" sz="1000" dirty="0">
                <a:solidFill>
                  <a:srgbClr val="9DA7B3"/>
                </a:solidFill>
                <a:latin typeface="Work Sans" pitchFamily="2" charset="0"/>
              </a:rPr>
              <a:t> Skills</a:t>
            </a:r>
            <a:endParaRPr lang="en-GB" sz="1000" dirty="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42" name="Text Placeholder 12">
            <a:extLst>
              <a:ext uri="{FF2B5EF4-FFF2-40B4-BE49-F238E27FC236}">
                <a16:creationId xmlns:a16="http://schemas.microsoft.com/office/drawing/2014/main" id="{E25BA16E-04BB-5EEC-BE3E-7395DE39F33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648703" y="4710828"/>
            <a:ext cx="1855456" cy="319929"/>
          </a:xfrm>
        </p:spPr>
        <p:txBody>
          <a:bodyPr>
            <a:noAutofit/>
          </a:bodyPr>
          <a:lstStyle>
            <a:lvl1pPr marL="171450" indent="-171450">
              <a:buFont typeface="Work Sans" pitchFamily="2" charset="0"/>
              <a:buChar char="→"/>
              <a:defRPr sz="1000" b="0">
                <a:solidFill>
                  <a:srgbClr val="0C2340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Lorem Ipsum</a:t>
            </a:r>
          </a:p>
        </p:txBody>
      </p:sp>
      <p:sp>
        <p:nvSpPr>
          <p:cNvPr id="43" name="Text Placeholder 12">
            <a:extLst>
              <a:ext uri="{FF2B5EF4-FFF2-40B4-BE49-F238E27FC236}">
                <a16:creationId xmlns:a16="http://schemas.microsoft.com/office/drawing/2014/main" id="{D9D96BA2-4C04-64B6-4F13-AFF16504D28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48703" y="5161604"/>
            <a:ext cx="1855456" cy="319929"/>
          </a:xfrm>
        </p:spPr>
        <p:txBody>
          <a:bodyPr>
            <a:noAutofit/>
          </a:bodyPr>
          <a:lstStyle>
            <a:lvl1pPr marL="171450" indent="-171450">
              <a:buFont typeface="Work Sans" pitchFamily="2" charset="0"/>
              <a:buChar char="→"/>
              <a:defRPr sz="1000" b="0">
                <a:solidFill>
                  <a:srgbClr val="0C2340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Lorem Ipsum</a:t>
            </a:r>
          </a:p>
        </p:txBody>
      </p:sp>
      <p:sp>
        <p:nvSpPr>
          <p:cNvPr id="44" name="Text Placeholder 12">
            <a:extLst>
              <a:ext uri="{FF2B5EF4-FFF2-40B4-BE49-F238E27FC236}">
                <a16:creationId xmlns:a16="http://schemas.microsoft.com/office/drawing/2014/main" id="{8C42753C-EA0A-1B12-EA39-4DDC2D51144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48703" y="5612381"/>
            <a:ext cx="1855456" cy="319929"/>
          </a:xfrm>
        </p:spPr>
        <p:txBody>
          <a:bodyPr>
            <a:noAutofit/>
          </a:bodyPr>
          <a:lstStyle>
            <a:lvl1pPr marL="171450" indent="-171450">
              <a:buFont typeface="Work Sans" pitchFamily="2" charset="0"/>
              <a:buChar char="→"/>
              <a:defRPr sz="1000" b="0">
                <a:solidFill>
                  <a:srgbClr val="0C2340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Lorem Ipsum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9CA330FA-CCF7-A0E5-F50E-6E91DF812D2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16500" y="3718729"/>
            <a:ext cx="6911975" cy="646007"/>
          </a:xfrm>
        </p:spPr>
        <p:txBody>
          <a:bodyPr>
            <a:noAutofit/>
          </a:bodyPr>
          <a:lstStyle>
            <a:lvl1pPr>
              <a:defRPr sz="1000" b="0">
                <a:solidFill>
                  <a:srgbClr val="0C2340"/>
                </a:solidFill>
                <a:latin typeface="Work Sans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magna: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3050CC42-509F-356D-82D5-5D9356BF01D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016500" y="2893333"/>
            <a:ext cx="6911975" cy="185055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000" b="0">
                <a:solidFill>
                  <a:srgbClr val="0C2340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 dirty="0"/>
              <a:t>Project Name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32AD40A4-CB9D-A307-F8CA-1A6AE65CDC8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016500" y="3405741"/>
            <a:ext cx="1853034" cy="209398"/>
          </a:xfrm>
        </p:spPr>
        <p:txBody>
          <a:bodyPr>
            <a:noAutofit/>
          </a:bodyPr>
          <a:lstStyle>
            <a:lvl1pPr>
              <a:defRPr sz="1000" b="0">
                <a:solidFill>
                  <a:srgbClr val="0C2340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Your role in the project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C416095D-D98A-0FCD-7E5F-9C547D3DCBF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319963" y="3430339"/>
            <a:ext cx="4608512" cy="209398"/>
          </a:xfrm>
        </p:spPr>
        <p:txBody>
          <a:bodyPr>
            <a:noAutofit/>
          </a:bodyPr>
          <a:lstStyle>
            <a:lvl1pPr>
              <a:defRPr sz="1000" b="0">
                <a:solidFill>
                  <a:srgbClr val="0C2340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Industry Sector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39E4C0-BFE6-EF11-2701-1B05076378A0}"/>
              </a:ext>
            </a:extLst>
          </p:cNvPr>
          <p:cNvSpPr txBox="1"/>
          <p:nvPr userDrawn="1"/>
        </p:nvSpPr>
        <p:spPr>
          <a:xfrm>
            <a:off x="5016500" y="3223631"/>
            <a:ext cx="1871662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dirty="0" err="1">
                <a:solidFill>
                  <a:srgbClr val="9DA7B3"/>
                </a:solidFill>
                <a:latin typeface="Work Sans" pitchFamily="2" charset="0"/>
              </a:rPr>
              <a:t>My</a:t>
            </a:r>
            <a:r>
              <a:rPr lang="pt-BR" sz="1000" dirty="0">
                <a:solidFill>
                  <a:srgbClr val="9DA7B3"/>
                </a:solidFill>
                <a:latin typeface="Work Sans" pitchFamily="2" charset="0"/>
              </a:rPr>
              <a:t> Role</a:t>
            </a:r>
            <a:endParaRPr lang="en-GB" sz="1000" dirty="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D0900E-EFE3-2AD1-CE5C-9412D7BC5167}"/>
              </a:ext>
            </a:extLst>
          </p:cNvPr>
          <p:cNvSpPr txBox="1"/>
          <p:nvPr userDrawn="1"/>
        </p:nvSpPr>
        <p:spPr>
          <a:xfrm>
            <a:off x="7319963" y="3242432"/>
            <a:ext cx="1871662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dirty="0" err="1">
                <a:solidFill>
                  <a:srgbClr val="9DA7B3"/>
                </a:solidFill>
                <a:latin typeface="Work Sans" pitchFamily="2" charset="0"/>
              </a:rPr>
              <a:t>Industry</a:t>
            </a:r>
            <a:r>
              <a:rPr lang="pt-BR" sz="1000" dirty="0">
                <a:solidFill>
                  <a:srgbClr val="9DA7B3"/>
                </a:solidFill>
                <a:latin typeface="Work Sans" pitchFamily="2" charset="0"/>
              </a:rPr>
              <a:t> Sector</a:t>
            </a:r>
            <a:endParaRPr lang="en-GB" sz="1000" dirty="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FA083622-9ED5-4732-9E8D-537A1F93C4A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016500" y="5774369"/>
            <a:ext cx="6911975" cy="646007"/>
          </a:xfrm>
        </p:spPr>
        <p:txBody>
          <a:bodyPr>
            <a:noAutofit/>
          </a:bodyPr>
          <a:lstStyle>
            <a:lvl1pPr>
              <a:defRPr sz="1000" b="0">
                <a:solidFill>
                  <a:srgbClr val="0C2340"/>
                </a:solidFill>
                <a:latin typeface="Work Sans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magna: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.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A021707D-B78F-8083-0B65-29B35D43DF6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016500" y="4948973"/>
            <a:ext cx="6911975" cy="185055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000" b="0">
                <a:solidFill>
                  <a:srgbClr val="0C2340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 dirty="0"/>
              <a:t>Project Name</a:t>
            </a:r>
          </a:p>
        </p:txBody>
      </p:sp>
      <p:sp>
        <p:nvSpPr>
          <p:cNvPr id="34" name="Text Placeholder 12">
            <a:extLst>
              <a:ext uri="{FF2B5EF4-FFF2-40B4-BE49-F238E27FC236}">
                <a16:creationId xmlns:a16="http://schemas.microsoft.com/office/drawing/2014/main" id="{4B099147-DEC4-2DF7-0CA7-78FED9BA39C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16500" y="5461381"/>
            <a:ext cx="1853034" cy="209398"/>
          </a:xfrm>
        </p:spPr>
        <p:txBody>
          <a:bodyPr>
            <a:noAutofit/>
          </a:bodyPr>
          <a:lstStyle>
            <a:lvl1pPr>
              <a:defRPr sz="1000" b="0">
                <a:solidFill>
                  <a:srgbClr val="0C2340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Your role in the project</a:t>
            </a:r>
          </a:p>
        </p:txBody>
      </p:sp>
      <p:sp>
        <p:nvSpPr>
          <p:cNvPr id="35" name="Text Placeholder 12">
            <a:extLst>
              <a:ext uri="{FF2B5EF4-FFF2-40B4-BE49-F238E27FC236}">
                <a16:creationId xmlns:a16="http://schemas.microsoft.com/office/drawing/2014/main" id="{A0D4E9AF-230D-005E-FE19-213EC5F21D6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319963" y="5485979"/>
            <a:ext cx="4608512" cy="209398"/>
          </a:xfrm>
        </p:spPr>
        <p:txBody>
          <a:bodyPr>
            <a:noAutofit/>
          </a:bodyPr>
          <a:lstStyle>
            <a:lvl1pPr>
              <a:defRPr sz="1000" b="0">
                <a:solidFill>
                  <a:srgbClr val="0C2340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Industry Sector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B988B3F-5793-D36C-C18C-4A76E09CB51F}"/>
              </a:ext>
            </a:extLst>
          </p:cNvPr>
          <p:cNvSpPr txBox="1"/>
          <p:nvPr userDrawn="1"/>
        </p:nvSpPr>
        <p:spPr>
          <a:xfrm>
            <a:off x="5016500" y="5279271"/>
            <a:ext cx="1871662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dirty="0" err="1">
                <a:solidFill>
                  <a:srgbClr val="9DA7B3"/>
                </a:solidFill>
                <a:latin typeface="Work Sans" pitchFamily="2" charset="0"/>
              </a:rPr>
              <a:t>My</a:t>
            </a:r>
            <a:r>
              <a:rPr lang="pt-BR" sz="1000" dirty="0">
                <a:solidFill>
                  <a:srgbClr val="9DA7B3"/>
                </a:solidFill>
                <a:latin typeface="Work Sans" pitchFamily="2" charset="0"/>
              </a:rPr>
              <a:t> Role</a:t>
            </a:r>
            <a:endParaRPr lang="en-GB" sz="1000" dirty="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8738507-CADE-66CA-4B1E-3E4B5FE31EC5}"/>
              </a:ext>
            </a:extLst>
          </p:cNvPr>
          <p:cNvSpPr txBox="1"/>
          <p:nvPr userDrawn="1"/>
        </p:nvSpPr>
        <p:spPr>
          <a:xfrm>
            <a:off x="7319963" y="5298072"/>
            <a:ext cx="1871662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dirty="0" err="1">
                <a:solidFill>
                  <a:srgbClr val="9DA7B3"/>
                </a:solidFill>
                <a:latin typeface="Work Sans" pitchFamily="2" charset="0"/>
              </a:rPr>
              <a:t>Industry</a:t>
            </a:r>
            <a:r>
              <a:rPr lang="pt-BR" sz="1000" dirty="0">
                <a:solidFill>
                  <a:srgbClr val="9DA7B3"/>
                </a:solidFill>
                <a:latin typeface="Work Sans" pitchFamily="2" charset="0"/>
              </a:rPr>
              <a:t> Sector</a:t>
            </a:r>
            <a:endParaRPr lang="en-GB" sz="1000" dirty="0" err="1">
              <a:solidFill>
                <a:srgbClr val="9DA7B3"/>
              </a:solidFill>
              <a:latin typeface="Work Sans" pitchFamily="2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B871E81-8036-A341-5E34-A971C9DAD8B9}"/>
              </a:ext>
            </a:extLst>
          </p:cNvPr>
          <p:cNvCxnSpPr>
            <a:cxnSpLocks/>
          </p:cNvCxnSpPr>
          <p:nvPr userDrawn="1"/>
        </p:nvCxnSpPr>
        <p:spPr>
          <a:xfrm>
            <a:off x="5016500" y="1090673"/>
            <a:ext cx="6911975" cy="0"/>
          </a:xfrm>
          <a:prstGeom prst="line">
            <a:avLst/>
          </a:prstGeom>
          <a:ln w="9525">
            <a:solidFill>
              <a:srgbClr val="0C23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305D75E-C57D-6979-C806-9A221EBF6B42}"/>
              </a:ext>
            </a:extLst>
          </p:cNvPr>
          <p:cNvCxnSpPr>
            <a:cxnSpLocks/>
          </p:cNvCxnSpPr>
          <p:nvPr userDrawn="1"/>
        </p:nvCxnSpPr>
        <p:spPr>
          <a:xfrm>
            <a:off x="5016500" y="3100176"/>
            <a:ext cx="6911975" cy="0"/>
          </a:xfrm>
          <a:prstGeom prst="line">
            <a:avLst/>
          </a:prstGeom>
          <a:ln w="9525">
            <a:solidFill>
              <a:srgbClr val="0C23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F65C361-72AB-B94A-5BB5-9D21C47FEDE9}"/>
              </a:ext>
            </a:extLst>
          </p:cNvPr>
          <p:cNvCxnSpPr>
            <a:cxnSpLocks/>
          </p:cNvCxnSpPr>
          <p:nvPr userDrawn="1"/>
        </p:nvCxnSpPr>
        <p:spPr>
          <a:xfrm>
            <a:off x="5016500" y="5155816"/>
            <a:ext cx="6911975" cy="0"/>
          </a:xfrm>
          <a:prstGeom prst="line">
            <a:avLst/>
          </a:prstGeom>
          <a:ln w="9525">
            <a:solidFill>
              <a:srgbClr val="0C23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 Placeholder 12">
            <a:extLst>
              <a:ext uri="{FF2B5EF4-FFF2-40B4-BE49-F238E27FC236}">
                <a16:creationId xmlns:a16="http://schemas.microsoft.com/office/drawing/2014/main" id="{95467878-FD0A-AFEE-5144-8DD126378B3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648703" y="6063158"/>
            <a:ext cx="1855456" cy="319929"/>
          </a:xfrm>
        </p:spPr>
        <p:txBody>
          <a:bodyPr>
            <a:noAutofit/>
          </a:bodyPr>
          <a:lstStyle>
            <a:lvl1pPr marL="171450" indent="-171450">
              <a:buFont typeface="Work Sans" pitchFamily="2" charset="0"/>
              <a:buChar char="→"/>
              <a:defRPr sz="1000" b="0">
                <a:solidFill>
                  <a:srgbClr val="0C2340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Lorem Ipsum</a:t>
            </a:r>
          </a:p>
        </p:txBody>
      </p:sp>
      <p:pic>
        <p:nvPicPr>
          <p:cNvPr id="58" name="Graphic 57">
            <a:extLst>
              <a:ext uri="{FF2B5EF4-FFF2-40B4-BE49-F238E27FC236}">
                <a16:creationId xmlns:a16="http://schemas.microsoft.com/office/drawing/2014/main" id="{FC4D0A49-CC51-4724-F56C-4F47D0AE27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661015"/>
            <a:ext cx="2196985" cy="2196985"/>
          </a:xfrm>
          <a:prstGeom prst="rect">
            <a:avLst/>
          </a:pr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AC46D7DF-89E4-875A-2950-9CDE7F93546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2485348"/>
            <a:ext cx="2196985" cy="2196985"/>
          </a:xfrm>
          <a:prstGeom prst="rect">
            <a:avLst/>
          </a:prstGeom>
        </p:spPr>
      </p:pic>
      <p:sp>
        <p:nvSpPr>
          <p:cNvPr id="2" name="Picture Placeholder 20">
            <a:extLst>
              <a:ext uri="{FF2B5EF4-FFF2-40B4-BE49-F238E27FC236}">
                <a16:creationId xmlns:a16="http://schemas.microsoft.com/office/drawing/2014/main" id="{8441E832-6C70-EDED-9FD0-1A0EA657B20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288363"/>
            <a:ext cx="2196985" cy="21969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rgbClr val="DA291C"/>
                </a:solidFill>
              </a:defRPr>
            </a:lvl1pPr>
          </a:lstStyle>
          <a:p>
            <a:endParaRPr lang="pt-BR" dirty="0"/>
          </a:p>
          <a:p>
            <a:endParaRPr lang="pt-BR" dirty="0"/>
          </a:p>
          <a:p>
            <a:r>
              <a:rPr lang="pt-BR" dirty="0" err="1"/>
              <a:t>Your</a:t>
            </a:r>
            <a:r>
              <a:rPr lang="pt-BR" dirty="0"/>
              <a:t> </a:t>
            </a:r>
            <a:r>
              <a:rPr lang="pt-BR" dirty="0" err="1"/>
              <a:t>best</a:t>
            </a:r>
            <a:r>
              <a:rPr lang="pt-BR" dirty="0"/>
              <a:t> profile </a:t>
            </a:r>
            <a:r>
              <a:rPr lang="pt-BR" dirty="0" err="1"/>
              <a:t>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58563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17" userDrawn="1">
          <p15:clr>
            <a:srgbClr val="000000"/>
          </p15:clr>
        </p15:guide>
        <p15:guide id="2" pos="6063">
          <p15:clr>
            <a:srgbClr val="000000"/>
          </p15:clr>
        </p15:guide>
        <p15:guide id="3" pos="4566">
          <p15:clr>
            <a:srgbClr val="000000"/>
          </p15:clr>
        </p15:guide>
        <p15:guide id="4" pos="3114">
          <p15:clr>
            <a:srgbClr val="000000"/>
          </p15:clr>
        </p15:guide>
        <p15:guide id="5" pos="3069">
          <p15:clr>
            <a:srgbClr val="A4A3A4"/>
          </p15:clr>
        </p15:guide>
        <p15:guide id="6" pos="1663">
          <p15:clr>
            <a:srgbClr val="A4A3A4"/>
          </p15:clr>
        </p15:guide>
        <p15:guide id="7" pos="1572">
          <p15:clr>
            <a:srgbClr val="A4A3A4"/>
          </p15:clr>
        </p15:guide>
        <p15:guide id="8" pos="6108">
          <p15:clr>
            <a:srgbClr val="A4A3A4"/>
          </p15:clr>
        </p15:guide>
        <p15:guide id="9" pos="6017">
          <p15:clr>
            <a:srgbClr val="A4A3A4"/>
          </p15:clr>
        </p15:guide>
        <p15:guide id="10" pos="3160">
          <p15:clr>
            <a:srgbClr val="A4A3A4"/>
          </p15:clr>
        </p15:guide>
        <p15:guide id="11" pos="4611">
          <p15:clr>
            <a:srgbClr val="A4A3A4"/>
          </p15:clr>
        </p15:guide>
        <p15:guide id="12" pos="4520">
          <p15:clr>
            <a:srgbClr val="A4A3A4"/>
          </p15:clr>
        </p15:guide>
        <p15:guide id="13" pos="2842">
          <p15:clr>
            <a:srgbClr val="FBAE40"/>
          </p15:clr>
        </p15:guide>
        <p15:guide id="14" pos="1345">
          <p15:clr>
            <a:srgbClr val="FBAE40"/>
          </p15:clr>
        </p15:guide>
        <p15:guide id="15" pos="4294">
          <p15:clr>
            <a:srgbClr val="FBAE40"/>
          </p15:clr>
        </p15:guide>
        <p15:guide id="16" pos="5790">
          <p15:clr>
            <a:srgbClr val="FBAE40"/>
          </p15:clr>
        </p15:guide>
        <p15:guide id="17" pos="7287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W] Bio-Interests-Professional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3FFF7BEB-EC0B-4844-7408-9B11708FFF70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648703" y="2111976"/>
            <a:ext cx="1871663" cy="1901209"/>
          </a:xfrm>
        </p:spPr>
        <p:txBody>
          <a:bodyPr>
            <a:noAutofit/>
          </a:bodyPr>
          <a:lstStyle>
            <a:lvl1pPr>
              <a:defRPr sz="1000" b="0">
                <a:solidFill>
                  <a:srgbClr val="0C2340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FC6C2F-C662-F0F6-7C60-2A1268B100BE}"/>
              </a:ext>
            </a:extLst>
          </p:cNvPr>
          <p:cNvSpPr txBox="1"/>
          <p:nvPr userDrawn="1"/>
        </p:nvSpPr>
        <p:spPr>
          <a:xfrm>
            <a:off x="2658641" y="1897458"/>
            <a:ext cx="843527" cy="2037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dirty="0" err="1">
                <a:solidFill>
                  <a:srgbClr val="9DA7B3"/>
                </a:solidFill>
                <a:latin typeface="Work Sans" pitchFamily="2" charset="0"/>
              </a:rPr>
              <a:t>Bio</a:t>
            </a:r>
            <a:endParaRPr lang="en-GB" sz="1000" dirty="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031AD90-9369-271A-A7E1-FC8D55805D61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5016500" y="2111976"/>
            <a:ext cx="6911975" cy="4269773"/>
          </a:xfrm>
        </p:spPr>
        <p:txBody>
          <a:bodyPr>
            <a:noAutofit/>
          </a:bodyPr>
          <a:lstStyle>
            <a:lvl1pPr>
              <a:defRPr sz="1000" b="0">
                <a:solidFill>
                  <a:srgbClr val="0C2340"/>
                </a:solidFill>
                <a:latin typeface="Work Sans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magna: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magna: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magna: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magna: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magna: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</a:t>
            </a:r>
            <a:r>
              <a:rPr lang="en-GB" dirty="0" err="1"/>
              <a:t>magn</a:t>
            </a:r>
            <a:r>
              <a:rPr lang="en-GB" dirty="0"/>
              <a:t>.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244514F0-0C53-0496-3500-9F13594F742D}"/>
              </a:ext>
            </a:extLst>
          </p:cNvPr>
          <p:cNvSpPr>
            <a:spLocks noGrp="1"/>
          </p:cNvSpPr>
          <p:nvPr userDrawn="1">
            <p:ph type="pic" sz="quarter" idx="18"/>
          </p:nvPr>
        </p:nvSpPr>
        <p:spPr>
          <a:xfrm>
            <a:off x="0" y="288363"/>
            <a:ext cx="2196985" cy="21969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rgbClr val="DA291C"/>
                </a:solidFill>
              </a:defRPr>
            </a:lvl1pPr>
          </a:lstStyle>
          <a:p>
            <a:endParaRPr lang="pt-BR" dirty="0"/>
          </a:p>
          <a:p>
            <a:endParaRPr lang="pt-BR" dirty="0"/>
          </a:p>
          <a:p>
            <a:r>
              <a:rPr lang="pt-BR" dirty="0" err="1"/>
              <a:t>Your</a:t>
            </a:r>
            <a:r>
              <a:rPr lang="pt-BR" dirty="0"/>
              <a:t> </a:t>
            </a:r>
            <a:r>
              <a:rPr lang="pt-BR" dirty="0" err="1"/>
              <a:t>best</a:t>
            </a:r>
            <a:r>
              <a:rPr lang="pt-BR" dirty="0"/>
              <a:t> profile </a:t>
            </a:r>
            <a:r>
              <a:rPr lang="pt-BR" dirty="0" err="1"/>
              <a:t>picture</a:t>
            </a:r>
            <a:endParaRPr lang="en-GB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B7FE725-7D0D-8D56-1413-818080135699}"/>
              </a:ext>
            </a:extLst>
          </p:cNvPr>
          <p:cNvSpPr txBox="1"/>
          <p:nvPr userDrawn="1"/>
        </p:nvSpPr>
        <p:spPr>
          <a:xfrm>
            <a:off x="2658640" y="4213676"/>
            <a:ext cx="1845519" cy="3264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dirty="0">
                <a:solidFill>
                  <a:srgbClr val="9DA7B3"/>
                </a:solidFill>
                <a:latin typeface="Work Sans" pitchFamily="2" charset="0"/>
              </a:rPr>
              <a:t>Key </a:t>
            </a:r>
            <a:r>
              <a:rPr lang="pt-BR" sz="1000" dirty="0" err="1">
                <a:solidFill>
                  <a:srgbClr val="9DA7B3"/>
                </a:solidFill>
                <a:latin typeface="Work Sans" pitchFamily="2" charset="0"/>
              </a:rPr>
              <a:t>Areas</a:t>
            </a:r>
            <a:r>
              <a:rPr lang="pt-BR" sz="1000" dirty="0">
                <a:solidFill>
                  <a:srgbClr val="9DA7B3"/>
                </a:solidFill>
                <a:latin typeface="Work Sans" pitchFamily="2" charset="0"/>
              </a:rPr>
              <a:t> </a:t>
            </a:r>
            <a:r>
              <a:rPr lang="pt-BR" sz="1000" dirty="0" err="1">
                <a:solidFill>
                  <a:srgbClr val="9DA7B3"/>
                </a:solidFill>
                <a:latin typeface="Work Sans" pitchFamily="2" charset="0"/>
              </a:rPr>
              <a:t>of</a:t>
            </a:r>
            <a:r>
              <a:rPr lang="pt-BR" sz="1000" dirty="0">
                <a:solidFill>
                  <a:srgbClr val="9DA7B3"/>
                </a:solidFill>
                <a:latin typeface="Work Sans" pitchFamily="2" charset="0"/>
              </a:rPr>
              <a:t> Expertise, </a:t>
            </a:r>
            <a:r>
              <a:rPr lang="pt-BR" sz="1000" dirty="0" err="1">
                <a:solidFill>
                  <a:srgbClr val="9DA7B3"/>
                </a:solidFill>
                <a:latin typeface="Work Sans" pitchFamily="2" charset="0"/>
              </a:rPr>
              <a:t>Interests</a:t>
            </a:r>
            <a:r>
              <a:rPr lang="pt-BR" sz="1000" dirty="0">
                <a:solidFill>
                  <a:srgbClr val="9DA7B3"/>
                </a:solidFill>
                <a:latin typeface="Work Sans" pitchFamily="2" charset="0"/>
              </a:rPr>
              <a:t> </a:t>
            </a:r>
            <a:r>
              <a:rPr lang="pt-BR" sz="1000" dirty="0" err="1">
                <a:solidFill>
                  <a:srgbClr val="9DA7B3"/>
                </a:solidFill>
                <a:latin typeface="Work Sans" pitchFamily="2" charset="0"/>
              </a:rPr>
              <a:t>and</a:t>
            </a:r>
            <a:r>
              <a:rPr lang="pt-BR" sz="1000" dirty="0">
                <a:solidFill>
                  <a:srgbClr val="9DA7B3"/>
                </a:solidFill>
                <a:latin typeface="Work Sans" pitchFamily="2" charset="0"/>
              </a:rPr>
              <a:t> Skills</a:t>
            </a:r>
            <a:endParaRPr lang="en-GB" sz="1000" dirty="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42" name="Text Placeholder 12">
            <a:extLst>
              <a:ext uri="{FF2B5EF4-FFF2-40B4-BE49-F238E27FC236}">
                <a16:creationId xmlns:a16="http://schemas.microsoft.com/office/drawing/2014/main" id="{E25BA16E-04BB-5EEC-BE3E-7395DE39F33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648703" y="4710828"/>
            <a:ext cx="1855456" cy="319929"/>
          </a:xfrm>
        </p:spPr>
        <p:txBody>
          <a:bodyPr>
            <a:noAutofit/>
          </a:bodyPr>
          <a:lstStyle>
            <a:lvl1pPr marL="171450" indent="-171450">
              <a:buFont typeface="Work Sans" pitchFamily="2" charset="0"/>
              <a:buChar char="→"/>
              <a:defRPr sz="1000" b="0">
                <a:solidFill>
                  <a:srgbClr val="0C2340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Lorem Ipsum</a:t>
            </a:r>
          </a:p>
        </p:txBody>
      </p:sp>
      <p:sp>
        <p:nvSpPr>
          <p:cNvPr id="43" name="Text Placeholder 12">
            <a:extLst>
              <a:ext uri="{FF2B5EF4-FFF2-40B4-BE49-F238E27FC236}">
                <a16:creationId xmlns:a16="http://schemas.microsoft.com/office/drawing/2014/main" id="{D9D96BA2-4C04-64B6-4F13-AFF16504D28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48703" y="5161604"/>
            <a:ext cx="1855456" cy="319929"/>
          </a:xfrm>
        </p:spPr>
        <p:txBody>
          <a:bodyPr>
            <a:noAutofit/>
          </a:bodyPr>
          <a:lstStyle>
            <a:lvl1pPr marL="171450" indent="-171450">
              <a:buFont typeface="Work Sans" pitchFamily="2" charset="0"/>
              <a:buChar char="→"/>
              <a:defRPr sz="1000" b="0">
                <a:solidFill>
                  <a:srgbClr val="0C2340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Lorem Ipsum</a:t>
            </a:r>
          </a:p>
        </p:txBody>
      </p:sp>
      <p:sp>
        <p:nvSpPr>
          <p:cNvPr id="44" name="Text Placeholder 12">
            <a:extLst>
              <a:ext uri="{FF2B5EF4-FFF2-40B4-BE49-F238E27FC236}">
                <a16:creationId xmlns:a16="http://schemas.microsoft.com/office/drawing/2014/main" id="{8C42753C-EA0A-1B12-EA39-4DDC2D51144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48703" y="5612381"/>
            <a:ext cx="1855456" cy="319929"/>
          </a:xfrm>
        </p:spPr>
        <p:txBody>
          <a:bodyPr>
            <a:noAutofit/>
          </a:bodyPr>
          <a:lstStyle>
            <a:lvl1pPr marL="171450" indent="-171450">
              <a:buFont typeface="Work Sans" pitchFamily="2" charset="0"/>
              <a:buChar char="→"/>
              <a:defRPr sz="1000" b="0">
                <a:solidFill>
                  <a:srgbClr val="0C2340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Lorem Ipsum</a:t>
            </a:r>
          </a:p>
        </p:txBody>
      </p:sp>
      <p:sp>
        <p:nvSpPr>
          <p:cNvPr id="56" name="Text Placeholder 12">
            <a:extLst>
              <a:ext uri="{FF2B5EF4-FFF2-40B4-BE49-F238E27FC236}">
                <a16:creationId xmlns:a16="http://schemas.microsoft.com/office/drawing/2014/main" id="{95467878-FD0A-AFEE-5144-8DD126378B3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648703" y="6063158"/>
            <a:ext cx="1855456" cy="319929"/>
          </a:xfrm>
        </p:spPr>
        <p:txBody>
          <a:bodyPr>
            <a:noAutofit/>
          </a:bodyPr>
          <a:lstStyle>
            <a:lvl1pPr marL="171450" indent="-171450">
              <a:buFont typeface="Work Sans" pitchFamily="2" charset="0"/>
              <a:buChar char="→"/>
              <a:defRPr sz="1000" b="0">
                <a:solidFill>
                  <a:srgbClr val="0C2340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Lorem Ipsum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271715-8CC9-1CCA-AE2D-0A3672D6F022}"/>
              </a:ext>
            </a:extLst>
          </p:cNvPr>
          <p:cNvSpPr txBox="1"/>
          <p:nvPr userDrawn="1"/>
        </p:nvSpPr>
        <p:spPr>
          <a:xfrm>
            <a:off x="5016500" y="1897458"/>
            <a:ext cx="2232025" cy="2037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dirty="0">
                <a:solidFill>
                  <a:srgbClr val="9DA7B3"/>
                </a:solidFill>
                <a:latin typeface="Work Sans" pitchFamily="2" charset="0"/>
              </a:rPr>
              <a:t>Professional Background</a:t>
            </a:r>
            <a:endParaRPr lang="en-GB" sz="1000" dirty="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C1E8C4AF-EAAB-724F-6F25-7494F9A149B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19963" y="296863"/>
            <a:ext cx="1871662" cy="1095057"/>
          </a:xfrm>
        </p:spPr>
        <p:txBody>
          <a:bodyPr anchor="b">
            <a:noAutofit/>
          </a:bodyPr>
          <a:lstStyle>
            <a:lvl1pPr>
              <a:defRPr sz="1600">
                <a:solidFill>
                  <a:srgbClr val="DA291C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Senior Consultant | PMO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3E452D4B-FD06-BEBE-4A82-9659721F00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40013" y="312774"/>
            <a:ext cx="4535487" cy="1131498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4400">
                <a:latin typeface="Work Sans Light" pitchFamily="2" charset="0"/>
              </a:defRPr>
            </a:lvl1pPr>
          </a:lstStyle>
          <a:p>
            <a:pPr lvl="0"/>
            <a:r>
              <a:rPr lang="en-GB" dirty="0"/>
              <a:t>Johnathan </a:t>
            </a:r>
            <a:r>
              <a:rPr lang="en-GB" dirty="0" err="1"/>
              <a:t>Doecher</a:t>
            </a:r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4D09C9D-0F0C-E6AC-A9A8-1390A48755A8}"/>
              </a:ext>
            </a:extLst>
          </p:cNvPr>
          <p:cNvGrpSpPr/>
          <p:nvPr userDrawn="1"/>
        </p:nvGrpSpPr>
        <p:grpSpPr>
          <a:xfrm>
            <a:off x="-1" y="2485348"/>
            <a:ext cx="2196985" cy="4393969"/>
            <a:chOff x="-15876" y="2481435"/>
            <a:chExt cx="2212861" cy="4425722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36317C01-D2BA-0F42-DE59-BF523EAAACE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15876" y="4694296"/>
              <a:ext cx="2212861" cy="2212861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7C6CDF2C-F840-999C-9065-D002080DBB3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15876" y="2481435"/>
              <a:ext cx="2212861" cy="22128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183130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17" userDrawn="1">
          <p15:clr>
            <a:srgbClr val="000000"/>
          </p15:clr>
        </p15:guide>
        <p15:guide id="2" pos="6063">
          <p15:clr>
            <a:srgbClr val="000000"/>
          </p15:clr>
        </p15:guide>
        <p15:guide id="3" pos="4566">
          <p15:clr>
            <a:srgbClr val="000000"/>
          </p15:clr>
        </p15:guide>
        <p15:guide id="4" pos="3114">
          <p15:clr>
            <a:srgbClr val="000000"/>
          </p15:clr>
        </p15:guide>
        <p15:guide id="5" pos="3069">
          <p15:clr>
            <a:srgbClr val="A4A3A4"/>
          </p15:clr>
        </p15:guide>
        <p15:guide id="6" pos="1663">
          <p15:clr>
            <a:srgbClr val="A4A3A4"/>
          </p15:clr>
        </p15:guide>
        <p15:guide id="7" pos="1572">
          <p15:clr>
            <a:srgbClr val="A4A3A4"/>
          </p15:clr>
        </p15:guide>
        <p15:guide id="8" pos="6108">
          <p15:clr>
            <a:srgbClr val="A4A3A4"/>
          </p15:clr>
        </p15:guide>
        <p15:guide id="9" pos="6017">
          <p15:clr>
            <a:srgbClr val="A4A3A4"/>
          </p15:clr>
        </p15:guide>
        <p15:guide id="10" pos="3160">
          <p15:clr>
            <a:srgbClr val="A4A3A4"/>
          </p15:clr>
        </p15:guide>
        <p15:guide id="11" pos="4611">
          <p15:clr>
            <a:srgbClr val="A4A3A4"/>
          </p15:clr>
        </p15:guide>
        <p15:guide id="12" pos="4520">
          <p15:clr>
            <a:srgbClr val="A4A3A4"/>
          </p15:clr>
        </p15:guide>
        <p15:guide id="13" pos="2842">
          <p15:clr>
            <a:srgbClr val="FBAE40"/>
          </p15:clr>
        </p15:guide>
        <p15:guide id="14" pos="1345">
          <p15:clr>
            <a:srgbClr val="FBAE40"/>
          </p15:clr>
        </p15:guide>
        <p15:guide id="15" pos="4294">
          <p15:clr>
            <a:srgbClr val="FBAE40"/>
          </p15:clr>
        </p15:guide>
        <p15:guide id="16" pos="5790">
          <p15:clr>
            <a:srgbClr val="FBAE40"/>
          </p15:clr>
        </p15:guide>
        <p15:guide id="17" pos="7287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B] Bio-Academic BG-Interests-Projects"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A3B4AB4-68FF-FA6D-1CFB-18001846CE0A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651124" y="898579"/>
            <a:ext cx="6540501" cy="184666"/>
          </a:xfrm>
        </p:spPr>
        <p:txBody>
          <a:bodyPr anchor="b">
            <a:noAutofit/>
          </a:bodyPr>
          <a:lstStyle>
            <a:lvl1pPr>
              <a:defRPr sz="1200">
                <a:solidFill>
                  <a:schemeClr val="bg1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 dirty="0"/>
              <a:t>Senior Consultant | PMO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DE87B7AE-93FF-93ED-D177-8A9C12BE1870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640013" y="312774"/>
            <a:ext cx="6551612" cy="518173"/>
          </a:xfrm>
        </p:spPr>
        <p:txBody>
          <a:bodyPr anchor="b">
            <a:noAutofit/>
          </a:bodyPr>
          <a:lstStyle>
            <a:lvl1pPr>
              <a:defRPr sz="3600">
                <a:solidFill>
                  <a:schemeClr val="bg1"/>
                </a:solidFill>
                <a:latin typeface="Work Sans Light" pitchFamily="2" charset="0"/>
              </a:defRPr>
            </a:lvl1pPr>
          </a:lstStyle>
          <a:p>
            <a:pPr lvl="0"/>
            <a:r>
              <a:rPr lang="en-GB" dirty="0"/>
              <a:t>Johnathan </a:t>
            </a:r>
            <a:r>
              <a:rPr lang="en-GB" dirty="0" err="1"/>
              <a:t>Doecher</a:t>
            </a:r>
            <a:endParaRPr lang="en-GB" dirty="0"/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3FFF7BEB-EC0B-4844-7408-9B11708FFF70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646630" y="1322289"/>
            <a:ext cx="3170095" cy="985863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FC6C2F-C662-F0F6-7C60-2A1268B100BE}"/>
              </a:ext>
            </a:extLst>
          </p:cNvPr>
          <p:cNvSpPr txBox="1"/>
          <p:nvPr userDrawn="1"/>
        </p:nvSpPr>
        <p:spPr>
          <a:xfrm>
            <a:off x="2658641" y="1322289"/>
            <a:ext cx="843527" cy="31992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dirty="0" err="1">
                <a:solidFill>
                  <a:srgbClr val="9DA7B3"/>
                </a:solidFill>
                <a:latin typeface="Work Sans" pitchFamily="2" charset="0"/>
              </a:rPr>
              <a:t>Bio</a:t>
            </a:r>
            <a:endParaRPr lang="en-GB" sz="1000" dirty="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F0B99D-B996-C718-D026-A9A0F59DA670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646863" y="3038385"/>
            <a:ext cx="3178552" cy="985863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031AD90-9369-271A-A7E1-FC8D55805D61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7319963" y="2897245"/>
            <a:ext cx="4608512" cy="985863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magna: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A93103-F36E-2845-2509-7B9BEACE9B3F}"/>
              </a:ext>
            </a:extLst>
          </p:cNvPr>
          <p:cNvSpPr txBox="1"/>
          <p:nvPr userDrawn="1"/>
        </p:nvSpPr>
        <p:spPr>
          <a:xfrm>
            <a:off x="2640014" y="3038385"/>
            <a:ext cx="824546" cy="31992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dirty="0" err="1">
                <a:solidFill>
                  <a:srgbClr val="9DA7B3"/>
                </a:solidFill>
                <a:latin typeface="Work Sans" pitchFamily="2" charset="0"/>
              </a:rPr>
              <a:t>Academic</a:t>
            </a:r>
            <a:r>
              <a:rPr lang="pt-BR" sz="1000" dirty="0">
                <a:solidFill>
                  <a:srgbClr val="9DA7B3"/>
                </a:solidFill>
                <a:latin typeface="Work Sans" pitchFamily="2" charset="0"/>
              </a:rPr>
              <a:t> Background</a:t>
            </a:r>
            <a:endParaRPr lang="en-GB" sz="1000" dirty="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7674329E-0639-BDF9-F526-FA1427C8437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319963" y="1815555"/>
            <a:ext cx="4248150" cy="326432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200" b="0">
                <a:solidFill>
                  <a:schemeClr val="bg1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 dirty="0"/>
              <a:t>Project Name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1A7C295F-1E0F-5C45-9923-9E055482E3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319963" y="2525981"/>
            <a:ext cx="1853034" cy="209398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Your role in the project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C5D79C60-756F-4EB1-08DB-C5974E2F429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699944" y="2550579"/>
            <a:ext cx="1853034" cy="209398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Industry Sector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D3DFE0A-B555-769C-10A7-EB22A91C26B9}"/>
              </a:ext>
            </a:extLst>
          </p:cNvPr>
          <p:cNvSpPr txBox="1"/>
          <p:nvPr userDrawn="1"/>
        </p:nvSpPr>
        <p:spPr>
          <a:xfrm>
            <a:off x="7319963" y="2343871"/>
            <a:ext cx="1871662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dirty="0" err="1">
                <a:solidFill>
                  <a:srgbClr val="9DA7B3"/>
                </a:solidFill>
                <a:latin typeface="Work Sans" pitchFamily="2" charset="0"/>
              </a:rPr>
              <a:t>My</a:t>
            </a:r>
            <a:r>
              <a:rPr lang="pt-BR" sz="1000" dirty="0">
                <a:solidFill>
                  <a:srgbClr val="9DA7B3"/>
                </a:solidFill>
                <a:latin typeface="Work Sans" pitchFamily="2" charset="0"/>
              </a:rPr>
              <a:t> Role</a:t>
            </a:r>
            <a:endParaRPr lang="en-GB" sz="1000" dirty="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E344D4-A027-A601-C876-648DAF2E13EC}"/>
              </a:ext>
            </a:extLst>
          </p:cNvPr>
          <p:cNvSpPr txBox="1"/>
          <p:nvPr userDrawn="1"/>
        </p:nvSpPr>
        <p:spPr>
          <a:xfrm>
            <a:off x="9699944" y="2362672"/>
            <a:ext cx="1871662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dirty="0" err="1">
                <a:solidFill>
                  <a:srgbClr val="9DA7B3"/>
                </a:solidFill>
                <a:latin typeface="Work Sans" pitchFamily="2" charset="0"/>
              </a:rPr>
              <a:t>Industry</a:t>
            </a:r>
            <a:r>
              <a:rPr lang="pt-BR" sz="1000" dirty="0">
                <a:solidFill>
                  <a:srgbClr val="9DA7B3"/>
                </a:solidFill>
                <a:latin typeface="Work Sans" pitchFamily="2" charset="0"/>
              </a:rPr>
              <a:t> Sector</a:t>
            </a:r>
            <a:endParaRPr lang="en-GB" sz="1000" dirty="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A41A79C-CACC-3DC6-B905-63EF71D8D8B8}"/>
              </a:ext>
            </a:extLst>
          </p:cNvPr>
          <p:cNvSpPr txBox="1"/>
          <p:nvPr userDrawn="1"/>
        </p:nvSpPr>
        <p:spPr>
          <a:xfrm>
            <a:off x="7319963" y="1348600"/>
            <a:ext cx="1871662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dirty="0">
                <a:solidFill>
                  <a:srgbClr val="9DA7B3"/>
                </a:solidFill>
                <a:latin typeface="Work Sans" pitchFamily="2" charset="0"/>
              </a:rPr>
              <a:t>Project Backgrounds</a:t>
            </a:r>
            <a:endParaRPr lang="en-GB" sz="1000" dirty="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B7FE725-7D0D-8D56-1413-818080135699}"/>
              </a:ext>
            </a:extLst>
          </p:cNvPr>
          <p:cNvSpPr txBox="1"/>
          <p:nvPr userDrawn="1"/>
        </p:nvSpPr>
        <p:spPr>
          <a:xfrm>
            <a:off x="2658640" y="4813317"/>
            <a:ext cx="4158077" cy="14291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dirty="0">
                <a:solidFill>
                  <a:srgbClr val="9DA7B3"/>
                </a:solidFill>
                <a:latin typeface="Work Sans" pitchFamily="2" charset="0"/>
              </a:rPr>
              <a:t>Key </a:t>
            </a:r>
            <a:r>
              <a:rPr lang="pt-BR" sz="1000" dirty="0" err="1">
                <a:solidFill>
                  <a:srgbClr val="9DA7B3"/>
                </a:solidFill>
                <a:latin typeface="Work Sans" pitchFamily="2" charset="0"/>
              </a:rPr>
              <a:t>Areas</a:t>
            </a:r>
            <a:r>
              <a:rPr lang="pt-BR" sz="1000" dirty="0">
                <a:solidFill>
                  <a:srgbClr val="9DA7B3"/>
                </a:solidFill>
                <a:latin typeface="Work Sans" pitchFamily="2" charset="0"/>
              </a:rPr>
              <a:t> </a:t>
            </a:r>
            <a:r>
              <a:rPr lang="pt-BR" sz="1000" dirty="0" err="1">
                <a:solidFill>
                  <a:srgbClr val="9DA7B3"/>
                </a:solidFill>
                <a:latin typeface="Work Sans" pitchFamily="2" charset="0"/>
              </a:rPr>
              <a:t>of</a:t>
            </a:r>
            <a:r>
              <a:rPr lang="pt-BR" sz="1000" dirty="0">
                <a:solidFill>
                  <a:srgbClr val="9DA7B3"/>
                </a:solidFill>
                <a:latin typeface="Work Sans" pitchFamily="2" charset="0"/>
              </a:rPr>
              <a:t> Expertise, </a:t>
            </a:r>
            <a:r>
              <a:rPr lang="pt-BR" sz="1000" dirty="0" err="1">
                <a:solidFill>
                  <a:srgbClr val="9DA7B3"/>
                </a:solidFill>
                <a:latin typeface="Work Sans" pitchFamily="2" charset="0"/>
              </a:rPr>
              <a:t>Interests</a:t>
            </a:r>
            <a:r>
              <a:rPr lang="pt-BR" sz="1000" dirty="0">
                <a:solidFill>
                  <a:srgbClr val="9DA7B3"/>
                </a:solidFill>
                <a:latin typeface="Work Sans" pitchFamily="2" charset="0"/>
              </a:rPr>
              <a:t> </a:t>
            </a:r>
            <a:r>
              <a:rPr lang="pt-BR" sz="1000" dirty="0" err="1">
                <a:solidFill>
                  <a:srgbClr val="9DA7B3"/>
                </a:solidFill>
                <a:latin typeface="Work Sans" pitchFamily="2" charset="0"/>
              </a:rPr>
              <a:t>and</a:t>
            </a:r>
            <a:r>
              <a:rPr lang="pt-BR" sz="1000" dirty="0">
                <a:solidFill>
                  <a:srgbClr val="9DA7B3"/>
                </a:solidFill>
                <a:latin typeface="Work Sans" pitchFamily="2" charset="0"/>
              </a:rPr>
              <a:t> Skills</a:t>
            </a:r>
            <a:endParaRPr lang="en-GB" sz="1000" dirty="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42" name="Text Placeholder 12">
            <a:extLst>
              <a:ext uri="{FF2B5EF4-FFF2-40B4-BE49-F238E27FC236}">
                <a16:creationId xmlns:a16="http://schemas.microsoft.com/office/drawing/2014/main" id="{E25BA16E-04BB-5EEC-BE3E-7395DE39F33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648703" y="5160268"/>
            <a:ext cx="1855456" cy="319929"/>
          </a:xfrm>
        </p:spPr>
        <p:txBody>
          <a:bodyPr>
            <a:noAutofit/>
          </a:bodyPr>
          <a:lstStyle>
            <a:lvl1pPr marL="171450" indent="-171450">
              <a:buFont typeface="Work Sans" pitchFamily="2" charset="0"/>
              <a:buChar char="→"/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Lorem Ipsum</a:t>
            </a:r>
          </a:p>
        </p:txBody>
      </p:sp>
      <p:sp>
        <p:nvSpPr>
          <p:cNvPr id="43" name="Text Placeholder 12">
            <a:extLst>
              <a:ext uri="{FF2B5EF4-FFF2-40B4-BE49-F238E27FC236}">
                <a16:creationId xmlns:a16="http://schemas.microsoft.com/office/drawing/2014/main" id="{D9D96BA2-4C04-64B6-4F13-AFF16504D28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48703" y="5611044"/>
            <a:ext cx="1855456" cy="319929"/>
          </a:xfrm>
        </p:spPr>
        <p:txBody>
          <a:bodyPr>
            <a:noAutofit/>
          </a:bodyPr>
          <a:lstStyle>
            <a:lvl1pPr marL="171450" indent="-171450">
              <a:buFont typeface="Work Sans" pitchFamily="2" charset="0"/>
              <a:buChar char="→"/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Lorem Ipsum</a:t>
            </a:r>
          </a:p>
        </p:txBody>
      </p:sp>
      <p:sp>
        <p:nvSpPr>
          <p:cNvPr id="44" name="Text Placeholder 12">
            <a:extLst>
              <a:ext uri="{FF2B5EF4-FFF2-40B4-BE49-F238E27FC236}">
                <a16:creationId xmlns:a16="http://schemas.microsoft.com/office/drawing/2014/main" id="{8C42753C-EA0A-1B12-EA39-4DDC2D51144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48703" y="6061821"/>
            <a:ext cx="1855456" cy="319929"/>
          </a:xfrm>
        </p:spPr>
        <p:txBody>
          <a:bodyPr>
            <a:noAutofit/>
          </a:bodyPr>
          <a:lstStyle>
            <a:lvl1pPr marL="171450" indent="-171450">
              <a:buFont typeface="Work Sans" pitchFamily="2" charset="0"/>
              <a:buChar char="→"/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Lorem Ipsum</a:t>
            </a:r>
          </a:p>
        </p:txBody>
      </p:sp>
      <p:sp>
        <p:nvSpPr>
          <p:cNvPr id="45" name="Text Placeholder 12">
            <a:extLst>
              <a:ext uri="{FF2B5EF4-FFF2-40B4-BE49-F238E27FC236}">
                <a16:creationId xmlns:a16="http://schemas.microsoft.com/office/drawing/2014/main" id="{CEB895BD-CCCC-7B80-D00D-D70AC49A003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014078" y="5160268"/>
            <a:ext cx="1855456" cy="319929"/>
          </a:xfrm>
        </p:spPr>
        <p:txBody>
          <a:bodyPr>
            <a:noAutofit/>
          </a:bodyPr>
          <a:lstStyle>
            <a:lvl1pPr marL="171450" indent="-171450">
              <a:buFont typeface="Work Sans" pitchFamily="2" charset="0"/>
              <a:buChar char="→"/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Lorem Ipsum</a:t>
            </a:r>
          </a:p>
        </p:txBody>
      </p:sp>
      <p:sp>
        <p:nvSpPr>
          <p:cNvPr id="46" name="Text Placeholder 12">
            <a:extLst>
              <a:ext uri="{FF2B5EF4-FFF2-40B4-BE49-F238E27FC236}">
                <a16:creationId xmlns:a16="http://schemas.microsoft.com/office/drawing/2014/main" id="{4C3E9E86-8FDC-92E2-246B-19047AF4220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014078" y="5611044"/>
            <a:ext cx="1855456" cy="319929"/>
          </a:xfrm>
        </p:spPr>
        <p:txBody>
          <a:bodyPr>
            <a:noAutofit/>
          </a:bodyPr>
          <a:lstStyle>
            <a:lvl1pPr marL="171450" indent="-171450">
              <a:buFont typeface="Work Sans" pitchFamily="2" charset="0"/>
              <a:buChar char="→"/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Lorem Ipsum</a:t>
            </a:r>
          </a:p>
        </p:txBody>
      </p:sp>
      <p:sp>
        <p:nvSpPr>
          <p:cNvPr id="47" name="Text Placeholder 12">
            <a:extLst>
              <a:ext uri="{FF2B5EF4-FFF2-40B4-BE49-F238E27FC236}">
                <a16:creationId xmlns:a16="http://schemas.microsoft.com/office/drawing/2014/main" id="{0C57DDA7-B943-B312-BA13-C41F8B17F8B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014078" y="6061821"/>
            <a:ext cx="1855456" cy="319929"/>
          </a:xfrm>
        </p:spPr>
        <p:txBody>
          <a:bodyPr>
            <a:noAutofit/>
          </a:bodyPr>
          <a:lstStyle>
            <a:lvl1pPr marL="171450" indent="-171450">
              <a:buFont typeface="Work Sans" pitchFamily="2" charset="0"/>
              <a:buChar char="→"/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Lorem Ipsum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9CA330FA-CCF7-A0E5-F50E-6E91DF812D2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319963" y="5363565"/>
            <a:ext cx="4608512" cy="1018185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magna: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3050CC42-509F-356D-82D5-5D9356BF01D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9963" y="4281875"/>
            <a:ext cx="4248150" cy="326432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200" b="0">
                <a:solidFill>
                  <a:schemeClr val="bg1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 dirty="0"/>
              <a:t>Project Name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32AD40A4-CB9D-A307-F8CA-1A6AE65CDC8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19963" y="4992301"/>
            <a:ext cx="1853034" cy="209398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Your role in the project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C416095D-D98A-0FCD-7E5F-9C547D3DCBF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699944" y="5016899"/>
            <a:ext cx="1853034" cy="209398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Industry Sector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39E4C0-BFE6-EF11-2701-1B05076378A0}"/>
              </a:ext>
            </a:extLst>
          </p:cNvPr>
          <p:cNvSpPr txBox="1"/>
          <p:nvPr userDrawn="1"/>
        </p:nvSpPr>
        <p:spPr>
          <a:xfrm>
            <a:off x="7319963" y="4810191"/>
            <a:ext cx="1871662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dirty="0" err="1">
                <a:solidFill>
                  <a:srgbClr val="9DA7B3"/>
                </a:solidFill>
                <a:latin typeface="Work Sans" pitchFamily="2" charset="0"/>
              </a:rPr>
              <a:t>My</a:t>
            </a:r>
            <a:r>
              <a:rPr lang="pt-BR" sz="1000" dirty="0">
                <a:solidFill>
                  <a:srgbClr val="9DA7B3"/>
                </a:solidFill>
                <a:latin typeface="Work Sans" pitchFamily="2" charset="0"/>
              </a:rPr>
              <a:t> Role</a:t>
            </a:r>
            <a:endParaRPr lang="en-GB" sz="1000" dirty="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D0900E-EFE3-2AD1-CE5C-9412D7BC5167}"/>
              </a:ext>
            </a:extLst>
          </p:cNvPr>
          <p:cNvSpPr txBox="1"/>
          <p:nvPr userDrawn="1"/>
        </p:nvSpPr>
        <p:spPr>
          <a:xfrm>
            <a:off x="9699944" y="4828992"/>
            <a:ext cx="1871662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dirty="0" err="1">
                <a:solidFill>
                  <a:srgbClr val="9DA7B3"/>
                </a:solidFill>
                <a:latin typeface="Work Sans" pitchFamily="2" charset="0"/>
              </a:rPr>
              <a:t>Industry</a:t>
            </a:r>
            <a:r>
              <a:rPr lang="pt-BR" sz="1000" dirty="0">
                <a:solidFill>
                  <a:srgbClr val="9DA7B3"/>
                </a:solidFill>
                <a:latin typeface="Work Sans" pitchFamily="2" charset="0"/>
              </a:rPr>
              <a:t> Sector</a:t>
            </a:r>
            <a:endParaRPr lang="en-GB" sz="1000" dirty="0" err="1">
              <a:solidFill>
                <a:srgbClr val="9DA7B3"/>
              </a:solidFill>
              <a:latin typeface="Work Sans" pitchFamily="2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4DB3EFD-9789-8E02-E084-6307C1761B4B}"/>
              </a:ext>
            </a:extLst>
          </p:cNvPr>
          <p:cNvCxnSpPr>
            <a:cxnSpLocks/>
          </p:cNvCxnSpPr>
          <p:nvPr userDrawn="1"/>
        </p:nvCxnSpPr>
        <p:spPr>
          <a:xfrm>
            <a:off x="2658640" y="2974117"/>
            <a:ext cx="4158085" cy="0"/>
          </a:xfrm>
          <a:prstGeom prst="line">
            <a:avLst/>
          </a:prstGeom>
          <a:ln w="15875">
            <a:solidFill>
              <a:srgbClr val="9DA7B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858FDF2-8B7C-8CEE-EF56-9AAD17E772F2}"/>
              </a:ext>
            </a:extLst>
          </p:cNvPr>
          <p:cNvCxnSpPr>
            <a:cxnSpLocks/>
          </p:cNvCxnSpPr>
          <p:nvPr userDrawn="1"/>
        </p:nvCxnSpPr>
        <p:spPr>
          <a:xfrm>
            <a:off x="2658640" y="1283168"/>
            <a:ext cx="4158085" cy="0"/>
          </a:xfrm>
          <a:prstGeom prst="line">
            <a:avLst/>
          </a:prstGeom>
          <a:ln w="15875">
            <a:solidFill>
              <a:srgbClr val="9DA7B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3C0F804-E678-3D4F-3D64-FF165455F9DA}"/>
              </a:ext>
            </a:extLst>
          </p:cNvPr>
          <p:cNvCxnSpPr>
            <a:cxnSpLocks/>
          </p:cNvCxnSpPr>
          <p:nvPr userDrawn="1"/>
        </p:nvCxnSpPr>
        <p:spPr>
          <a:xfrm>
            <a:off x="2658640" y="4769520"/>
            <a:ext cx="4158085" cy="0"/>
          </a:xfrm>
          <a:prstGeom prst="line">
            <a:avLst/>
          </a:prstGeom>
          <a:ln w="15875">
            <a:solidFill>
              <a:srgbClr val="9DA7B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B3B59E8-3D3F-FF90-769A-040FE097051D}"/>
              </a:ext>
            </a:extLst>
          </p:cNvPr>
          <p:cNvCxnSpPr>
            <a:cxnSpLocks/>
          </p:cNvCxnSpPr>
          <p:nvPr userDrawn="1"/>
        </p:nvCxnSpPr>
        <p:spPr>
          <a:xfrm>
            <a:off x="7319963" y="1287640"/>
            <a:ext cx="4608512" cy="0"/>
          </a:xfrm>
          <a:prstGeom prst="line">
            <a:avLst/>
          </a:prstGeom>
          <a:ln w="15875">
            <a:solidFill>
              <a:srgbClr val="9DA7B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0812C44-E882-D072-0FD1-2E8F5EC30307}"/>
              </a:ext>
            </a:extLst>
          </p:cNvPr>
          <p:cNvCxnSpPr>
            <a:cxnSpLocks/>
          </p:cNvCxnSpPr>
          <p:nvPr userDrawn="1"/>
        </p:nvCxnSpPr>
        <p:spPr>
          <a:xfrm>
            <a:off x="7319963" y="2177297"/>
            <a:ext cx="4608512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B448638-7E59-CB34-E901-7C4F55716378}"/>
              </a:ext>
            </a:extLst>
          </p:cNvPr>
          <p:cNvCxnSpPr>
            <a:cxnSpLocks/>
          </p:cNvCxnSpPr>
          <p:nvPr userDrawn="1"/>
        </p:nvCxnSpPr>
        <p:spPr>
          <a:xfrm>
            <a:off x="7319963" y="4608307"/>
            <a:ext cx="4608512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>
            <a:extLst>
              <a:ext uri="{FF2B5EF4-FFF2-40B4-BE49-F238E27FC236}">
                <a16:creationId xmlns:a16="http://schemas.microsoft.com/office/drawing/2014/main" id="{5EF86504-5E24-2779-2561-8487547D70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2485348"/>
            <a:ext cx="2196984" cy="2196984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0AEDAA7C-3CAE-441B-DE5C-21DA44062B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4661016"/>
            <a:ext cx="2196984" cy="2196984"/>
          </a:xfrm>
          <a:prstGeom prst="rect">
            <a:avLst/>
          </a:prstGeom>
        </p:spPr>
      </p:pic>
      <p:sp>
        <p:nvSpPr>
          <p:cNvPr id="2" name="Picture Placeholder 20">
            <a:extLst>
              <a:ext uri="{FF2B5EF4-FFF2-40B4-BE49-F238E27FC236}">
                <a16:creationId xmlns:a16="http://schemas.microsoft.com/office/drawing/2014/main" id="{F07864FA-966A-360C-7443-38C852F2BCB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288363"/>
            <a:ext cx="2196985" cy="21969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pt-BR" dirty="0"/>
          </a:p>
          <a:p>
            <a:endParaRPr lang="pt-BR" dirty="0"/>
          </a:p>
          <a:p>
            <a:r>
              <a:rPr lang="pt-BR" dirty="0" err="1"/>
              <a:t>Your</a:t>
            </a:r>
            <a:r>
              <a:rPr lang="pt-BR" dirty="0"/>
              <a:t> </a:t>
            </a:r>
            <a:r>
              <a:rPr lang="pt-BR" dirty="0" err="1"/>
              <a:t>best</a:t>
            </a:r>
            <a:r>
              <a:rPr lang="pt-BR" dirty="0"/>
              <a:t> profile </a:t>
            </a:r>
            <a:r>
              <a:rPr lang="pt-BR" dirty="0" err="1"/>
              <a:t>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65177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17">
          <p15:clr>
            <a:srgbClr val="000000"/>
          </p15:clr>
        </p15:guide>
        <p15:guide id="2" pos="6063">
          <p15:clr>
            <a:srgbClr val="000000"/>
          </p15:clr>
        </p15:guide>
        <p15:guide id="3" pos="4566">
          <p15:clr>
            <a:srgbClr val="000000"/>
          </p15:clr>
        </p15:guide>
        <p15:guide id="4" pos="3114">
          <p15:clr>
            <a:srgbClr val="000000"/>
          </p15:clr>
        </p15:guide>
        <p15:guide id="5" pos="3069">
          <p15:clr>
            <a:srgbClr val="A4A3A4"/>
          </p15:clr>
        </p15:guide>
        <p15:guide id="6" pos="1663">
          <p15:clr>
            <a:srgbClr val="A4A3A4"/>
          </p15:clr>
        </p15:guide>
        <p15:guide id="7" pos="1572">
          <p15:clr>
            <a:srgbClr val="A4A3A4"/>
          </p15:clr>
        </p15:guide>
        <p15:guide id="8" pos="6108">
          <p15:clr>
            <a:srgbClr val="A4A3A4"/>
          </p15:clr>
        </p15:guide>
        <p15:guide id="9" pos="6017">
          <p15:clr>
            <a:srgbClr val="A4A3A4"/>
          </p15:clr>
        </p15:guide>
        <p15:guide id="10" pos="3160">
          <p15:clr>
            <a:srgbClr val="A4A3A4"/>
          </p15:clr>
        </p15:guide>
        <p15:guide id="11" pos="4611">
          <p15:clr>
            <a:srgbClr val="A4A3A4"/>
          </p15:clr>
        </p15:guide>
        <p15:guide id="12" pos="4520">
          <p15:clr>
            <a:srgbClr val="A4A3A4"/>
          </p15:clr>
        </p15:guide>
        <p15:guide id="13" pos="2842">
          <p15:clr>
            <a:srgbClr val="FBAE40"/>
          </p15:clr>
        </p15:guide>
        <p15:guide id="14" pos="1345">
          <p15:clr>
            <a:srgbClr val="FBAE40"/>
          </p15:clr>
        </p15:guide>
        <p15:guide id="15" pos="4294">
          <p15:clr>
            <a:srgbClr val="FBAE40"/>
          </p15:clr>
        </p15:guide>
        <p15:guide id="16" pos="5790">
          <p15:clr>
            <a:srgbClr val="FBAE40"/>
          </p15:clr>
        </p15:guide>
        <p15:guide id="17" pos="7287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B] Bio-Interests-Projects"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A3B4AB4-68FF-FA6D-1CFB-18001846CE0A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651125" y="1154096"/>
            <a:ext cx="1869241" cy="618593"/>
          </a:xfrm>
        </p:spPr>
        <p:txBody>
          <a:bodyPr anchor="t">
            <a:noAutofit/>
          </a:bodyPr>
          <a:lstStyle>
            <a:lvl1pPr>
              <a:defRPr sz="1200">
                <a:solidFill>
                  <a:schemeClr val="bg1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 dirty="0"/>
              <a:t>Senior Consultant | PMO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DE87B7AE-93FF-93ED-D177-8A9C12BE1870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640013" y="280681"/>
            <a:ext cx="1880353" cy="765516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2800">
                <a:solidFill>
                  <a:schemeClr val="bg1"/>
                </a:solidFill>
                <a:latin typeface="Work Sans Light" pitchFamily="2" charset="0"/>
              </a:defRPr>
            </a:lvl1pPr>
          </a:lstStyle>
          <a:p>
            <a:pPr lvl="0"/>
            <a:r>
              <a:rPr lang="en-GB" dirty="0"/>
              <a:t>Johnathan </a:t>
            </a:r>
            <a:r>
              <a:rPr lang="en-GB" dirty="0" err="1"/>
              <a:t>Doecher</a:t>
            </a:r>
            <a:endParaRPr lang="en-GB" dirty="0"/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3FFF7BEB-EC0B-4844-7408-9B11708FFF70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648703" y="2111976"/>
            <a:ext cx="1871663" cy="1901209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FC6C2F-C662-F0F6-7C60-2A1268B100BE}"/>
              </a:ext>
            </a:extLst>
          </p:cNvPr>
          <p:cNvSpPr txBox="1"/>
          <p:nvPr userDrawn="1"/>
        </p:nvSpPr>
        <p:spPr>
          <a:xfrm>
            <a:off x="2658641" y="1897458"/>
            <a:ext cx="843527" cy="2037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dirty="0" err="1">
                <a:solidFill>
                  <a:srgbClr val="9DA7B3"/>
                </a:solidFill>
                <a:latin typeface="Work Sans" pitchFamily="2" charset="0"/>
              </a:rPr>
              <a:t>Bio</a:t>
            </a:r>
            <a:endParaRPr lang="en-GB" sz="1000" dirty="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031AD90-9369-271A-A7E1-FC8D55805D61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5016500" y="1709227"/>
            <a:ext cx="6911975" cy="625500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magna: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.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7674329E-0639-BDF9-F526-FA1427C8437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16500" y="883830"/>
            <a:ext cx="6911975" cy="185055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000" b="0">
                <a:solidFill>
                  <a:schemeClr val="bg1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 dirty="0"/>
              <a:t>Project Name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1A7C295F-1E0F-5C45-9923-9E055482E3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16500" y="1396238"/>
            <a:ext cx="1853034" cy="209398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Your role in the project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C5D79C60-756F-4EB1-08DB-C5974E2F429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319963" y="1420836"/>
            <a:ext cx="4608512" cy="209398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Industry Sector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D3DFE0A-B555-769C-10A7-EB22A91C26B9}"/>
              </a:ext>
            </a:extLst>
          </p:cNvPr>
          <p:cNvSpPr txBox="1"/>
          <p:nvPr userDrawn="1"/>
        </p:nvSpPr>
        <p:spPr>
          <a:xfrm>
            <a:off x="5016500" y="1214128"/>
            <a:ext cx="1871662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dirty="0" err="1">
                <a:solidFill>
                  <a:srgbClr val="9DA7B3"/>
                </a:solidFill>
                <a:latin typeface="Work Sans" pitchFamily="2" charset="0"/>
              </a:rPr>
              <a:t>My</a:t>
            </a:r>
            <a:r>
              <a:rPr lang="pt-BR" sz="1000" dirty="0">
                <a:solidFill>
                  <a:srgbClr val="9DA7B3"/>
                </a:solidFill>
                <a:latin typeface="Work Sans" pitchFamily="2" charset="0"/>
              </a:rPr>
              <a:t> Role</a:t>
            </a:r>
            <a:endParaRPr lang="en-GB" sz="1000" dirty="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E344D4-A027-A601-C876-648DAF2E13EC}"/>
              </a:ext>
            </a:extLst>
          </p:cNvPr>
          <p:cNvSpPr txBox="1"/>
          <p:nvPr userDrawn="1"/>
        </p:nvSpPr>
        <p:spPr>
          <a:xfrm>
            <a:off x="7319963" y="1232929"/>
            <a:ext cx="1871662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dirty="0" err="1">
                <a:solidFill>
                  <a:srgbClr val="9DA7B3"/>
                </a:solidFill>
                <a:latin typeface="Work Sans" pitchFamily="2" charset="0"/>
              </a:rPr>
              <a:t>Industry</a:t>
            </a:r>
            <a:r>
              <a:rPr lang="pt-BR" sz="1000" dirty="0">
                <a:solidFill>
                  <a:srgbClr val="9DA7B3"/>
                </a:solidFill>
                <a:latin typeface="Work Sans" pitchFamily="2" charset="0"/>
              </a:rPr>
              <a:t> Sector</a:t>
            </a:r>
            <a:endParaRPr lang="en-GB" sz="1000" dirty="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A41A79C-CACC-3DC6-B905-63EF71D8D8B8}"/>
              </a:ext>
            </a:extLst>
          </p:cNvPr>
          <p:cNvSpPr txBox="1"/>
          <p:nvPr userDrawn="1"/>
        </p:nvSpPr>
        <p:spPr>
          <a:xfrm>
            <a:off x="5016500" y="357823"/>
            <a:ext cx="1871662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dirty="0">
                <a:solidFill>
                  <a:schemeClr val="bg1"/>
                </a:solidFill>
                <a:latin typeface="Work Sans" pitchFamily="2" charset="0"/>
              </a:rPr>
              <a:t>Project Backgrounds</a:t>
            </a:r>
            <a:endParaRPr lang="en-GB" sz="1000" dirty="0" err="1">
              <a:solidFill>
                <a:schemeClr val="bg1"/>
              </a:solidFill>
              <a:latin typeface="Work Sans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B7FE725-7D0D-8D56-1413-818080135699}"/>
              </a:ext>
            </a:extLst>
          </p:cNvPr>
          <p:cNvSpPr txBox="1"/>
          <p:nvPr userDrawn="1"/>
        </p:nvSpPr>
        <p:spPr>
          <a:xfrm>
            <a:off x="2658640" y="4213676"/>
            <a:ext cx="1845519" cy="3264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dirty="0">
                <a:solidFill>
                  <a:srgbClr val="9DA7B3"/>
                </a:solidFill>
                <a:latin typeface="Work Sans" pitchFamily="2" charset="0"/>
              </a:rPr>
              <a:t>Key </a:t>
            </a:r>
            <a:r>
              <a:rPr lang="pt-BR" sz="1000" dirty="0" err="1">
                <a:solidFill>
                  <a:srgbClr val="9DA7B3"/>
                </a:solidFill>
                <a:latin typeface="Work Sans" pitchFamily="2" charset="0"/>
              </a:rPr>
              <a:t>Areas</a:t>
            </a:r>
            <a:r>
              <a:rPr lang="pt-BR" sz="1000" dirty="0">
                <a:solidFill>
                  <a:srgbClr val="9DA7B3"/>
                </a:solidFill>
                <a:latin typeface="Work Sans" pitchFamily="2" charset="0"/>
              </a:rPr>
              <a:t> </a:t>
            </a:r>
            <a:r>
              <a:rPr lang="pt-BR" sz="1000" dirty="0" err="1">
                <a:solidFill>
                  <a:srgbClr val="9DA7B3"/>
                </a:solidFill>
                <a:latin typeface="Work Sans" pitchFamily="2" charset="0"/>
              </a:rPr>
              <a:t>of</a:t>
            </a:r>
            <a:r>
              <a:rPr lang="pt-BR" sz="1000" dirty="0">
                <a:solidFill>
                  <a:srgbClr val="9DA7B3"/>
                </a:solidFill>
                <a:latin typeface="Work Sans" pitchFamily="2" charset="0"/>
              </a:rPr>
              <a:t> Expertise, </a:t>
            </a:r>
            <a:r>
              <a:rPr lang="pt-BR" sz="1000" dirty="0" err="1">
                <a:solidFill>
                  <a:srgbClr val="9DA7B3"/>
                </a:solidFill>
                <a:latin typeface="Work Sans" pitchFamily="2" charset="0"/>
              </a:rPr>
              <a:t>Interests</a:t>
            </a:r>
            <a:r>
              <a:rPr lang="pt-BR" sz="1000" dirty="0">
                <a:solidFill>
                  <a:srgbClr val="9DA7B3"/>
                </a:solidFill>
                <a:latin typeface="Work Sans" pitchFamily="2" charset="0"/>
              </a:rPr>
              <a:t> </a:t>
            </a:r>
            <a:r>
              <a:rPr lang="pt-BR" sz="1000" dirty="0" err="1">
                <a:solidFill>
                  <a:srgbClr val="9DA7B3"/>
                </a:solidFill>
                <a:latin typeface="Work Sans" pitchFamily="2" charset="0"/>
              </a:rPr>
              <a:t>and</a:t>
            </a:r>
            <a:r>
              <a:rPr lang="pt-BR" sz="1000" dirty="0">
                <a:solidFill>
                  <a:srgbClr val="9DA7B3"/>
                </a:solidFill>
                <a:latin typeface="Work Sans" pitchFamily="2" charset="0"/>
              </a:rPr>
              <a:t> Skills</a:t>
            </a:r>
            <a:endParaRPr lang="en-GB" sz="1000" dirty="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42" name="Text Placeholder 12">
            <a:extLst>
              <a:ext uri="{FF2B5EF4-FFF2-40B4-BE49-F238E27FC236}">
                <a16:creationId xmlns:a16="http://schemas.microsoft.com/office/drawing/2014/main" id="{E25BA16E-04BB-5EEC-BE3E-7395DE39F33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648703" y="4710828"/>
            <a:ext cx="1855456" cy="319929"/>
          </a:xfrm>
        </p:spPr>
        <p:txBody>
          <a:bodyPr>
            <a:noAutofit/>
          </a:bodyPr>
          <a:lstStyle>
            <a:lvl1pPr marL="171450" indent="-171450">
              <a:buFont typeface="Work Sans" pitchFamily="2" charset="0"/>
              <a:buChar char="→"/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Lorem Ipsum</a:t>
            </a:r>
          </a:p>
        </p:txBody>
      </p:sp>
      <p:sp>
        <p:nvSpPr>
          <p:cNvPr id="43" name="Text Placeholder 12">
            <a:extLst>
              <a:ext uri="{FF2B5EF4-FFF2-40B4-BE49-F238E27FC236}">
                <a16:creationId xmlns:a16="http://schemas.microsoft.com/office/drawing/2014/main" id="{D9D96BA2-4C04-64B6-4F13-AFF16504D28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48703" y="5161604"/>
            <a:ext cx="1855456" cy="319929"/>
          </a:xfrm>
        </p:spPr>
        <p:txBody>
          <a:bodyPr>
            <a:noAutofit/>
          </a:bodyPr>
          <a:lstStyle>
            <a:lvl1pPr marL="171450" indent="-171450">
              <a:buFont typeface="Work Sans" pitchFamily="2" charset="0"/>
              <a:buChar char="→"/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Lorem Ipsum</a:t>
            </a:r>
          </a:p>
        </p:txBody>
      </p:sp>
      <p:sp>
        <p:nvSpPr>
          <p:cNvPr id="44" name="Text Placeholder 12">
            <a:extLst>
              <a:ext uri="{FF2B5EF4-FFF2-40B4-BE49-F238E27FC236}">
                <a16:creationId xmlns:a16="http://schemas.microsoft.com/office/drawing/2014/main" id="{8C42753C-EA0A-1B12-EA39-4DDC2D51144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48703" y="5612381"/>
            <a:ext cx="1855456" cy="319929"/>
          </a:xfrm>
        </p:spPr>
        <p:txBody>
          <a:bodyPr>
            <a:noAutofit/>
          </a:bodyPr>
          <a:lstStyle>
            <a:lvl1pPr marL="171450" indent="-171450">
              <a:buFont typeface="Work Sans" pitchFamily="2" charset="0"/>
              <a:buChar char="→"/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Lorem Ipsum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9CA330FA-CCF7-A0E5-F50E-6E91DF812D2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16500" y="3718729"/>
            <a:ext cx="6911975" cy="646007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magna: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3050CC42-509F-356D-82D5-5D9356BF01D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016500" y="2893333"/>
            <a:ext cx="6911975" cy="185055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000" b="0">
                <a:solidFill>
                  <a:schemeClr val="bg1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 dirty="0"/>
              <a:t>Project Name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32AD40A4-CB9D-A307-F8CA-1A6AE65CDC8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016500" y="3405741"/>
            <a:ext cx="1853034" cy="209398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Your role in the project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C416095D-D98A-0FCD-7E5F-9C547D3DCBF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319963" y="3430339"/>
            <a:ext cx="4608512" cy="209398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Industry Sector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39E4C0-BFE6-EF11-2701-1B05076378A0}"/>
              </a:ext>
            </a:extLst>
          </p:cNvPr>
          <p:cNvSpPr txBox="1"/>
          <p:nvPr userDrawn="1"/>
        </p:nvSpPr>
        <p:spPr>
          <a:xfrm>
            <a:off x="5016500" y="3223631"/>
            <a:ext cx="1871662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dirty="0" err="1">
                <a:solidFill>
                  <a:srgbClr val="9DA7B3"/>
                </a:solidFill>
                <a:latin typeface="Work Sans" pitchFamily="2" charset="0"/>
              </a:rPr>
              <a:t>My</a:t>
            </a:r>
            <a:r>
              <a:rPr lang="pt-BR" sz="1000" dirty="0">
                <a:solidFill>
                  <a:srgbClr val="9DA7B3"/>
                </a:solidFill>
                <a:latin typeface="Work Sans" pitchFamily="2" charset="0"/>
              </a:rPr>
              <a:t> Role</a:t>
            </a:r>
            <a:endParaRPr lang="en-GB" sz="1000" dirty="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D0900E-EFE3-2AD1-CE5C-9412D7BC5167}"/>
              </a:ext>
            </a:extLst>
          </p:cNvPr>
          <p:cNvSpPr txBox="1"/>
          <p:nvPr userDrawn="1"/>
        </p:nvSpPr>
        <p:spPr>
          <a:xfrm>
            <a:off x="7319963" y="3242432"/>
            <a:ext cx="1871662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dirty="0" err="1">
                <a:solidFill>
                  <a:srgbClr val="9DA7B3"/>
                </a:solidFill>
                <a:latin typeface="Work Sans" pitchFamily="2" charset="0"/>
              </a:rPr>
              <a:t>Industry</a:t>
            </a:r>
            <a:r>
              <a:rPr lang="pt-BR" sz="1000" dirty="0">
                <a:solidFill>
                  <a:srgbClr val="9DA7B3"/>
                </a:solidFill>
                <a:latin typeface="Work Sans" pitchFamily="2" charset="0"/>
              </a:rPr>
              <a:t> Sector</a:t>
            </a:r>
            <a:endParaRPr lang="en-GB" sz="1000" dirty="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FA083622-9ED5-4732-9E8D-537A1F93C4A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016500" y="5774369"/>
            <a:ext cx="6911975" cy="646007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magna: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.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A021707D-B78F-8083-0B65-29B35D43DF6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016500" y="4948973"/>
            <a:ext cx="6911975" cy="185055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000" b="0">
                <a:solidFill>
                  <a:schemeClr val="bg1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 dirty="0"/>
              <a:t>Project Name</a:t>
            </a:r>
          </a:p>
        </p:txBody>
      </p:sp>
      <p:sp>
        <p:nvSpPr>
          <p:cNvPr id="34" name="Text Placeholder 12">
            <a:extLst>
              <a:ext uri="{FF2B5EF4-FFF2-40B4-BE49-F238E27FC236}">
                <a16:creationId xmlns:a16="http://schemas.microsoft.com/office/drawing/2014/main" id="{4B099147-DEC4-2DF7-0CA7-78FED9BA39C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16500" y="5461381"/>
            <a:ext cx="1853034" cy="209398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Your role in the project</a:t>
            </a:r>
          </a:p>
        </p:txBody>
      </p:sp>
      <p:sp>
        <p:nvSpPr>
          <p:cNvPr id="35" name="Text Placeholder 12">
            <a:extLst>
              <a:ext uri="{FF2B5EF4-FFF2-40B4-BE49-F238E27FC236}">
                <a16:creationId xmlns:a16="http://schemas.microsoft.com/office/drawing/2014/main" id="{A0D4E9AF-230D-005E-FE19-213EC5F21D6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319963" y="5485979"/>
            <a:ext cx="4608512" cy="209398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Industry Sector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B988B3F-5793-D36C-C18C-4A76E09CB51F}"/>
              </a:ext>
            </a:extLst>
          </p:cNvPr>
          <p:cNvSpPr txBox="1"/>
          <p:nvPr userDrawn="1"/>
        </p:nvSpPr>
        <p:spPr>
          <a:xfrm>
            <a:off x="5016500" y="5279271"/>
            <a:ext cx="1871662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dirty="0" err="1">
                <a:solidFill>
                  <a:srgbClr val="9DA7B3"/>
                </a:solidFill>
                <a:latin typeface="Work Sans" pitchFamily="2" charset="0"/>
              </a:rPr>
              <a:t>My</a:t>
            </a:r>
            <a:r>
              <a:rPr lang="pt-BR" sz="1000" dirty="0">
                <a:solidFill>
                  <a:srgbClr val="9DA7B3"/>
                </a:solidFill>
                <a:latin typeface="Work Sans" pitchFamily="2" charset="0"/>
              </a:rPr>
              <a:t> Role</a:t>
            </a:r>
            <a:endParaRPr lang="en-GB" sz="1000" dirty="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8738507-CADE-66CA-4B1E-3E4B5FE31EC5}"/>
              </a:ext>
            </a:extLst>
          </p:cNvPr>
          <p:cNvSpPr txBox="1"/>
          <p:nvPr userDrawn="1"/>
        </p:nvSpPr>
        <p:spPr>
          <a:xfrm>
            <a:off x="7319963" y="5298072"/>
            <a:ext cx="1871662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dirty="0" err="1">
                <a:solidFill>
                  <a:srgbClr val="9DA7B3"/>
                </a:solidFill>
                <a:latin typeface="Work Sans" pitchFamily="2" charset="0"/>
              </a:rPr>
              <a:t>Industry</a:t>
            </a:r>
            <a:r>
              <a:rPr lang="pt-BR" sz="1000" dirty="0">
                <a:solidFill>
                  <a:srgbClr val="9DA7B3"/>
                </a:solidFill>
                <a:latin typeface="Work Sans" pitchFamily="2" charset="0"/>
              </a:rPr>
              <a:t> Sector</a:t>
            </a:r>
            <a:endParaRPr lang="en-GB" sz="1000" dirty="0" err="1">
              <a:solidFill>
                <a:srgbClr val="9DA7B3"/>
              </a:solidFill>
              <a:latin typeface="Work Sans" pitchFamily="2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B871E81-8036-A341-5E34-A971C9DAD8B9}"/>
              </a:ext>
            </a:extLst>
          </p:cNvPr>
          <p:cNvCxnSpPr>
            <a:cxnSpLocks/>
          </p:cNvCxnSpPr>
          <p:nvPr userDrawn="1"/>
        </p:nvCxnSpPr>
        <p:spPr>
          <a:xfrm>
            <a:off x="5016500" y="1090673"/>
            <a:ext cx="6911975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305D75E-C57D-6979-C806-9A221EBF6B42}"/>
              </a:ext>
            </a:extLst>
          </p:cNvPr>
          <p:cNvCxnSpPr>
            <a:cxnSpLocks/>
          </p:cNvCxnSpPr>
          <p:nvPr userDrawn="1"/>
        </p:nvCxnSpPr>
        <p:spPr>
          <a:xfrm>
            <a:off x="5016500" y="3100176"/>
            <a:ext cx="6911975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F65C361-72AB-B94A-5BB5-9D21C47FEDE9}"/>
              </a:ext>
            </a:extLst>
          </p:cNvPr>
          <p:cNvCxnSpPr>
            <a:cxnSpLocks/>
          </p:cNvCxnSpPr>
          <p:nvPr userDrawn="1"/>
        </p:nvCxnSpPr>
        <p:spPr>
          <a:xfrm>
            <a:off x="5016500" y="5155816"/>
            <a:ext cx="6911975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 Placeholder 12">
            <a:extLst>
              <a:ext uri="{FF2B5EF4-FFF2-40B4-BE49-F238E27FC236}">
                <a16:creationId xmlns:a16="http://schemas.microsoft.com/office/drawing/2014/main" id="{95467878-FD0A-AFEE-5144-8DD126378B3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648703" y="6063158"/>
            <a:ext cx="1855456" cy="319929"/>
          </a:xfrm>
        </p:spPr>
        <p:txBody>
          <a:bodyPr>
            <a:noAutofit/>
          </a:bodyPr>
          <a:lstStyle>
            <a:lvl1pPr marL="171450" indent="-171450">
              <a:buFont typeface="Work Sans" pitchFamily="2" charset="0"/>
              <a:buChar char="→"/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Lorem Ipsum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7F7E974-AFB6-C7F4-80C9-4770E4D967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2485348"/>
            <a:ext cx="2196985" cy="219698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192CFD4-162A-CA08-8EDD-76835C477A5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4661015"/>
            <a:ext cx="2196985" cy="2196985"/>
          </a:xfrm>
          <a:prstGeom prst="rect">
            <a:avLst/>
          </a:prstGeom>
        </p:spPr>
      </p:pic>
      <p:sp>
        <p:nvSpPr>
          <p:cNvPr id="2" name="Picture Placeholder 20">
            <a:extLst>
              <a:ext uri="{FF2B5EF4-FFF2-40B4-BE49-F238E27FC236}">
                <a16:creationId xmlns:a16="http://schemas.microsoft.com/office/drawing/2014/main" id="{98828CCD-3A67-867C-91A8-E1634A0821B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288363"/>
            <a:ext cx="2196985" cy="21969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pt-BR" dirty="0"/>
          </a:p>
          <a:p>
            <a:endParaRPr lang="pt-BR" dirty="0"/>
          </a:p>
          <a:p>
            <a:r>
              <a:rPr lang="pt-BR" dirty="0" err="1"/>
              <a:t>Your</a:t>
            </a:r>
            <a:r>
              <a:rPr lang="pt-BR" dirty="0"/>
              <a:t> </a:t>
            </a:r>
            <a:r>
              <a:rPr lang="pt-BR" dirty="0" err="1"/>
              <a:t>best</a:t>
            </a:r>
            <a:r>
              <a:rPr lang="pt-BR" dirty="0"/>
              <a:t> profile </a:t>
            </a:r>
            <a:r>
              <a:rPr lang="pt-BR" dirty="0" err="1"/>
              <a:t>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709413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17">
          <p15:clr>
            <a:srgbClr val="000000"/>
          </p15:clr>
        </p15:guide>
        <p15:guide id="2" pos="6063">
          <p15:clr>
            <a:srgbClr val="000000"/>
          </p15:clr>
        </p15:guide>
        <p15:guide id="3" pos="4566">
          <p15:clr>
            <a:srgbClr val="000000"/>
          </p15:clr>
        </p15:guide>
        <p15:guide id="4" pos="3114">
          <p15:clr>
            <a:srgbClr val="000000"/>
          </p15:clr>
        </p15:guide>
        <p15:guide id="5" pos="3069">
          <p15:clr>
            <a:srgbClr val="A4A3A4"/>
          </p15:clr>
        </p15:guide>
        <p15:guide id="6" pos="1663">
          <p15:clr>
            <a:srgbClr val="A4A3A4"/>
          </p15:clr>
        </p15:guide>
        <p15:guide id="7" pos="1572">
          <p15:clr>
            <a:srgbClr val="A4A3A4"/>
          </p15:clr>
        </p15:guide>
        <p15:guide id="8" pos="6108">
          <p15:clr>
            <a:srgbClr val="A4A3A4"/>
          </p15:clr>
        </p15:guide>
        <p15:guide id="9" pos="6017">
          <p15:clr>
            <a:srgbClr val="A4A3A4"/>
          </p15:clr>
        </p15:guide>
        <p15:guide id="10" pos="3160">
          <p15:clr>
            <a:srgbClr val="A4A3A4"/>
          </p15:clr>
        </p15:guide>
        <p15:guide id="11" pos="4611">
          <p15:clr>
            <a:srgbClr val="A4A3A4"/>
          </p15:clr>
        </p15:guide>
        <p15:guide id="12" pos="4520">
          <p15:clr>
            <a:srgbClr val="A4A3A4"/>
          </p15:clr>
        </p15:guide>
        <p15:guide id="13" pos="2842">
          <p15:clr>
            <a:srgbClr val="FBAE40"/>
          </p15:clr>
        </p15:guide>
        <p15:guide id="14" pos="1345">
          <p15:clr>
            <a:srgbClr val="FBAE40"/>
          </p15:clr>
        </p15:guide>
        <p15:guide id="15" pos="4294">
          <p15:clr>
            <a:srgbClr val="FBAE40"/>
          </p15:clr>
        </p15:guide>
        <p15:guide id="16" pos="5790">
          <p15:clr>
            <a:srgbClr val="FBAE40"/>
          </p15:clr>
        </p15:guide>
        <p15:guide id="17" pos="7287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B] Bio-Interests-Professional BG"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3FFF7BEB-EC0B-4844-7408-9B11708FFF70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648703" y="2111976"/>
            <a:ext cx="1871663" cy="1901209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FC6C2F-C662-F0F6-7C60-2A1268B100BE}"/>
              </a:ext>
            </a:extLst>
          </p:cNvPr>
          <p:cNvSpPr txBox="1"/>
          <p:nvPr userDrawn="1"/>
        </p:nvSpPr>
        <p:spPr>
          <a:xfrm>
            <a:off x="2658641" y="1897458"/>
            <a:ext cx="843527" cy="2037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dirty="0" err="1">
                <a:solidFill>
                  <a:srgbClr val="9DA7B3"/>
                </a:solidFill>
                <a:latin typeface="Work Sans" pitchFamily="2" charset="0"/>
              </a:rPr>
              <a:t>Bio</a:t>
            </a:r>
            <a:endParaRPr lang="en-GB" sz="1000" dirty="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B7FE725-7D0D-8D56-1413-818080135699}"/>
              </a:ext>
            </a:extLst>
          </p:cNvPr>
          <p:cNvSpPr txBox="1"/>
          <p:nvPr userDrawn="1"/>
        </p:nvSpPr>
        <p:spPr>
          <a:xfrm>
            <a:off x="2658640" y="4213676"/>
            <a:ext cx="1845519" cy="3264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dirty="0">
                <a:solidFill>
                  <a:srgbClr val="9DA7B3"/>
                </a:solidFill>
                <a:latin typeface="Work Sans" pitchFamily="2" charset="0"/>
              </a:rPr>
              <a:t>Key </a:t>
            </a:r>
            <a:r>
              <a:rPr lang="pt-BR" sz="1000" dirty="0" err="1">
                <a:solidFill>
                  <a:srgbClr val="9DA7B3"/>
                </a:solidFill>
                <a:latin typeface="Work Sans" pitchFamily="2" charset="0"/>
              </a:rPr>
              <a:t>Areas</a:t>
            </a:r>
            <a:r>
              <a:rPr lang="pt-BR" sz="1000" dirty="0">
                <a:solidFill>
                  <a:srgbClr val="9DA7B3"/>
                </a:solidFill>
                <a:latin typeface="Work Sans" pitchFamily="2" charset="0"/>
              </a:rPr>
              <a:t> </a:t>
            </a:r>
            <a:r>
              <a:rPr lang="pt-BR" sz="1000" dirty="0" err="1">
                <a:solidFill>
                  <a:srgbClr val="9DA7B3"/>
                </a:solidFill>
                <a:latin typeface="Work Sans" pitchFamily="2" charset="0"/>
              </a:rPr>
              <a:t>of</a:t>
            </a:r>
            <a:r>
              <a:rPr lang="pt-BR" sz="1000" dirty="0">
                <a:solidFill>
                  <a:srgbClr val="9DA7B3"/>
                </a:solidFill>
                <a:latin typeface="Work Sans" pitchFamily="2" charset="0"/>
              </a:rPr>
              <a:t> Expertise, </a:t>
            </a:r>
            <a:r>
              <a:rPr lang="pt-BR" sz="1000" dirty="0" err="1">
                <a:solidFill>
                  <a:srgbClr val="9DA7B3"/>
                </a:solidFill>
                <a:latin typeface="Work Sans" pitchFamily="2" charset="0"/>
              </a:rPr>
              <a:t>Interests</a:t>
            </a:r>
            <a:r>
              <a:rPr lang="pt-BR" sz="1000" dirty="0">
                <a:solidFill>
                  <a:srgbClr val="9DA7B3"/>
                </a:solidFill>
                <a:latin typeface="Work Sans" pitchFamily="2" charset="0"/>
              </a:rPr>
              <a:t> </a:t>
            </a:r>
            <a:r>
              <a:rPr lang="pt-BR" sz="1000" dirty="0" err="1">
                <a:solidFill>
                  <a:srgbClr val="9DA7B3"/>
                </a:solidFill>
                <a:latin typeface="Work Sans" pitchFamily="2" charset="0"/>
              </a:rPr>
              <a:t>and</a:t>
            </a:r>
            <a:r>
              <a:rPr lang="pt-BR" sz="1000" dirty="0">
                <a:solidFill>
                  <a:srgbClr val="9DA7B3"/>
                </a:solidFill>
                <a:latin typeface="Work Sans" pitchFamily="2" charset="0"/>
              </a:rPr>
              <a:t> Skills</a:t>
            </a:r>
            <a:endParaRPr lang="en-GB" sz="1000" dirty="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42" name="Text Placeholder 12">
            <a:extLst>
              <a:ext uri="{FF2B5EF4-FFF2-40B4-BE49-F238E27FC236}">
                <a16:creationId xmlns:a16="http://schemas.microsoft.com/office/drawing/2014/main" id="{E25BA16E-04BB-5EEC-BE3E-7395DE39F33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648703" y="4710828"/>
            <a:ext cx="1855456" cy="319929"/>
          </a:xfrm>
        </p:spPr>
        <p:txBody>
          <a:bodyPr>
            <a:noAutofit/>
          </a:bodyPr>
          <a:lstStyle>
            <a:lvl1pPr marL="171450" indent="-171450">
              <a:buFont typeface="Work Sans" pitchFamily="2" charset="0"/>
              <a:buChar char="→"/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Lorem Ipsum</a:t>
            </a:r>
          </a:p>
        </p:txBody>
      </p:sp>
      <p:sp>
        <p:nvSpPr>
          <p:cNvPr id="43" name="Text Placeholder 12">
            <a:extLst>
              <a:ext uri="{FF2B5EF4-FFF2-40B4-BE49-F238E27FC236}">
                <a16:creationId xmlns:a16="http://schemas.microsoft.com/office/drawing/2014/main" id="{D9D96BA2-4C04-64B6-4F13-AFF16504D28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48703" y="5161604"/>
            <a:ext cx="1855456" cy="319929"/>
          </a:xfrm>
        </p:spPr>
        <p:txBody>
          <a:bodyPr>
            <a:noAutofit/>
          </a:bodyPr>
          <a:lstStyle>
            <a:lvl1pPr marL="171450" indent="-171450">
              <a:buFont typeface="Work Sans" pitchFamily="2" charset="0"/>
              <a:buChar char="→"/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Lorem Ipsum</a:t>
            </a:r>
          </a:p>
        </p:txBody>
      </p:sp>
      <p:sp>
        <p:nvSpPr>
          <p:cNvPr id="44" name="Text Placeholder 12">
            <a:extLst>
              <a:ext uri="{FF2B5EF4-FFF2-40B4-BE49-F238E27FC236}">
                <a16:creationId xmlns:a16="http://schemas.microsoft.com/office/drawing/2014/main" id="{8C42753C-EA0A-1B12-EA39-4DDC2D51144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48703" y="5612381"/>
            <a:ext cx="1855456" cy="319929"/>
          </a:xfrm>
        </p:spPr>
        <p:txBody>
          <a:bodyPr>
            <a:noAutofit/>
          </a:bodyPr>
          <a:lstStyle>
            <a:lvl1pPr marL="171450" indent="-171450">
              <a:buFont typeface="Work Sans" pitchFamily="2" charset="0"/>
              <a:buChar char="→"/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Lorem Ipsum</a:t>
            </a:r>
          </a:p>
        </p:txBody>
      </p:sp>
      <p:sp>
        <p:nvSpPr>
          <p:cNvPr id="56" name="Text Placeholder 12">
            <a:extLst>
              <a:ext uri="{FF2B5EF4-FFF2-40B4-BE49-F238E27FC236}">
                <a16:creationId xmlns:a16="http://schemas.microsoft.com/office/drawing/2014/main" id="{95467878-FD0A-AFEE-5144-8DD126378B3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648703" y="6063158"/>
            <a:ext cx="1855456" cy="319929"/>
          </a:xfrm>
        </p:spPr>
        <p:txBody>
          <a:bodyPr>
            <a:noAutofit/>
          </a:bodyPr>
          <a:lstStyle>
            <a:lvl1pPr marL="171450" indent="-171450">
              <a:buFont typeface="Work Sans" pitchFamily="2" charset="0"/>
              <a:buChar char="→"/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 dirty="0"/>
              <a:t>Lorem Ipsum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69BA5872-7F3D-CCD6-D83E-7939F8C0E6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16500" y="2111976"/>
            <a:ext cx="6911975" cy="4269773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magna: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magna: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magna: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magna: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magna: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magna </a:t>
            </a:r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 </a:t>
            </a:r>
            <a:r>
              <a:rPr lang="en-GB" dirty="0" err="1"/>
              <a:t>magn</a:t>
            </a:r>
            <a:r>
              <a:rPr lang="en-GB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8C87F1-FE75-57D1-AE93-CD855A3EE1D0}"/>
              </a:ext>
            </a:extLst>
          </p:cNvPr>
          <p:cNvSpPr txBox="1"/>
          <p:nvPr userDrawn="1"/>
        </p:nvSpPr>
        <p:spPr>
          <a:xfrm>
            <a:off x="5016500" y="1897458"/>
            <a:ext cx="2232025" cy="2037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dirty="0">
                <a:solidFill>
                  <a:srgbClr val="9DA7B3"/>
                </a:solidFill>
                <a:latin typeface="Work Sans" pitchFamily="2" charset="0"/>
              </a:rPr>
              <a:t>Professional Background</a:t>
            </a:r>
            <a:endParaRPr lang="en-GB" sz="1000" dirty="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F0F31AC1-B6E1-704E-DA75-02DF31F9C9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19963" y="296863"/>
            <a:ext cx="1871662" cy="1095057"/>
          </a:xfrm>
        </p:spPr>
        <p:txBody>
          <a:bodyPr anchor="b">
            <a:noAutofit/>
          </a:bodyPr>
          <a:lstStyle>
            <a:lvl1pPr>
              <a:defRPr sz="1600">
                <a:solidFill>
                  <a:schemeClr val="bg1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 dirty="0"/>
              <a:t>Senior Consultant | PMO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B0B3E1DF-232C-8975-537E-CA49CCDEB96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40013" y="312774"/>
            <a:ext cx="4535487" cy="1131498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4400">
                <a:solidFill>
                  <a:schemeClr val="bg1"/>
                </a:solidFill>
                <a:latin typeface="Work Sans Light" pitchFamily="2" charset="0"/>
              </a:defRPr>
            </a:lvl1pPr>
          </a:lstStyle>
          <a:p>
            <a:pPr lvl="0"/>
            <a:r>
              <a:rPr lang="en-GB" dirty="0"/>
              <a:t>Johnathan </a:t>
            </a:r>
            <a:r>
              <a:rPr lang="en-GB" dirty="0" err="1"/>
              <a:t>Doecher</a:t>
            </a:r>
            <a:endParaRPr lang="en-GB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B221E58-E929-DB00-7122-45FD244BEB6D}"/>
              </a:ext>
            </a:extLst>
          </p:cNvPr>
          <p:cNvGrpSpPr/>
          <p:nvPr userDrawn="1"/>
        </p:nvGrpSpPr>
        <p:grpSpPr>
          <a:xfrm>
            <a:off x="1" y="2485348"/>
            <a:ext cx="2196984" cy="4393968"/>
            <a:chOff x="5014912" y="2347912"/>
            <a:chExt cx="2162175" cy="4324350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A1AE871-09F5-1B56-3AA7-17600DE46E6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014912" y="2347912"/>
              <a:ext cx="2162175" cy="2162175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CDA134EF-B452-FA8E-B8D4-E5391F526A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014912" y="4510087"/>
              <a:ext cx="2162175" cy="2162175"/>
            </a:xfrm>
            <a:prstGeom prst="rect">
              <a:avLst/>
            </a:prstGeom>
          </p:spPr>
        </p:pic>
      </p:grpSp>
      <p:sp>
        <p:nvSpPr>
          <p:cNvPr id="5" name="Picture Placeholder 20">
            <a:extLst>
              <a:ext uri="{FF2B5EF4-FFF2-40B4-BE49-F238E27FC236}">
                <a16:creationId xmlns:a16="http://schemas.microsoft.com/office/drawing/2014/main" id="{BB2A6638-EFA2-79C0-69AC-8FD5D8A5249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288363"/>
            <a:ext cx="2196985" cy="21969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pt-BR" dirty="0"/>
          </a:p>
          <a:p>
            <a:endParaRPr lang="pt-BR" dirty="0"/>
          </a:p>
          <a:p>
            <a:r>
              <a:rPr lang="pt-BR" dirty="0" err="1"/>
              <a:t>Your</a:t>
            </a:r>
            <a:r>
              <a:rPr lang="pt-BR" dirty="0"/>
              <a:t> </a:t>
            </a:r>
            <a:r>
              <a:rPr lang="pt-BR" dirty="0" err="1"/>
              <a:t>best</a:t>
            </a:r>
            <a:r>
              <a:rPr lang="pt-BR" dirty="0"/>
              <a:t> profile </a:t>
            </a:r>
            <a:r>
              <a:rPr lang="pt-BR" dirty="0" err="1"/>
              <a:t>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48469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17">
          <p15:clr>
            <a:srgbClr val="000000"/>
          </p15:clr>
        </p15:guide>
        <p15:guide id="2" pos="6063">
          <p15:clr>
            <a:srgbClr val="000000"/>
          </p15:clr>
        </p15:guide>
        <p15:guide id="3" pos="4566">
          <p15:clr>
            <a:srgbClr val="000000"/>
          </p15:clr>
        </p15:guide>
        <p15:guide id="4" pos="3114">
          <p15:clr>
            <a:srgbClr val="000000"/>
          </p15:clr>
        </p15:guide>
        <p15:guide id="5" pos="3069">
          <p15:clr>
            <a:srgbClr val="A4A3A4"/>
          </p15:clr>
        </p15:guide>
        <p15:guide id="6" pos="1663">
          <p15:clr>
            <a:srgbClr val="A4A3A4"/>
          </p15:clr>
        </p15:guide>
        <p15:guide id="7" pos="1572">
          <p15:clr>
            <a:srgbClr val="A4A3A4"/>
          </p15:clr>
        </p15:guide>
        <p15:guide id="8" pos="6108">
          <p15:clr>
            <a:srgbClr val="A4A3A4"/>
          </p15:clr>
        </p15:guide>
        <p15:guide id="9" pos="6017">
          <p15:clr>
            <a:srgbClr val="A4A3A4"/>
          </p15:clr>
        </p15:guide>
        <p15:guide id="10" pos="3160">
          <p15:clr>
            <a:srgbClr val="A4A3A4"/>
          </p15:clr>
        </p15:guide>
        <p15:guide id="11" pos="4611">
          <p15:clr>
            <a:srgbClr val="A4A3A4"/>
          </p15:clr>
        </p15:guide>
        <p15:guide id="12" pos="4520">
          <p15:clr>
            <a:srgbClr val="A4A3A4"/>
          </p15:clr>
        </p15:guide>
        <p15:guide id="13" pos="2842">
          <p15:clr>
            <a:srgbClr val="FBAE40"/>
          </p15:clr>
        </p15:guide>
        <p15:guide id="14" pos="1345">
          <p15:clr>
            <a:srgbClr val="FBAE40"/>
          </p15:clr>
        </p15:guide>
        <p15:guide id="15" pos="4294">
          <p15:clr>
            <a:srgbClr val="FBAE40"/>
          </p15:clr>
        </p15:guide>
        <p15:guide id="16" pos="5790">
          <p15:clr>
            <a:srgbClr val="FBAE40"/>
          </p15:clr>
        </p15:guide>
        <p15:guide id="17" pos="7287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B] Name-Role-Contact-Static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blue and white swirly object&#10;&#10;Description automatically generated">
            <a:extLst>
              <a:ext uri="{FF2B5EF4-FFF2-40B4-BE49-F238E27FC236}">
                <a16:creationId xmlns:a16="http://schemas.microsoft.com/office/drawing/2014/main" id="{F98E01C4-C644-6B37-A67D-B8C1C804D7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98"/>
          <a:stretch/>
        </p:blipFill>
        <p:spPr>
          <a:xfrm>
            <a:off x="4792368" y="-1"/>
            <a:ext cx="7399633" cy="687172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269D381-BFD5-D547-EE92-50CA5588240C}"/>
              </a:ext>
            </a:extLst>
          </p:cNvPr>
          <p:cNvSpPr/>
          <p:nvPr userDrawn="1"/>
        </p:nvSpPr>
        <p:spPr>
          <a:xfrm rot="5400000">
            <a:off x="1065801" y="-1065803"/>
            <a:ext cx="6871722" cy="9003327"/>
          </a:xfrm>
          <a:prstGeom prst="rect">
            <a:avLst/>
          </a:prstGeom>
          <a:gradFill>
            <a:gsLst>
              <a:gs pos="0">
                <a:srgbClr val="0C2340">
                  <a:alpha val="0"/>
                </a:srgbClr>
              </a:gs>
              <a:gs pos="46000">
                <a:srgbClr val="0C2340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CEA5B7-FA62-3096-DCB1-3AD5EDC0F07D}"/>
              </a:ext>
            </a:extLst>
          </p:cNvPr>
          <p:cNvSpPr txBox="1"/>
          <p:nvPr userDrawn="1"/>
        </p:nvSpPr>
        <p:spPr>
          <a:xfrm>
            <a:off x="263525" y="2720252"/>
            <a:ext cx="4231729" cy="608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60"/>
              </a:lnSpc>
            </a:pPr>
            <a:r>
              <a:rPr lang="en-US" sz="4000">
                <a:solidFill>
                  <a:schemeClr val="bg1"/>
                </a:solidFill>
                <a:latin typeface="Work Sans Light" pitchFamily="2" charset="0"/>
              </a:rPr>
              <a:t>Get in touch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6E487FC-0FB3-CEA6-2ED2-DC8C095B64B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700" y="2003238"/>
            <a:ext cx="607099" cy="605818"/>
          </a:xfrm>
          <a:prstGeom prst="rect">
            <a:avLst/>
          </a:prstGeom>
        </p:spPr>
      </p:pic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41EE07C-9A08-105A-9388-CCAE4B40E5C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1572" y="3475306"/>
            <a:ext cx="3913187" cy="254000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Work Sans SemiBold" pitchFamily="2" charset="0"/>
              </a:defRPr>
            </a:lvl1pPr>
            <a:lvl5pPr>
              <a:defRPr/>
            </a:lvl5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B60D6A2-9500-E669-A60D-DBD2DC13B7E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1572" y="3733411"/>
            <a:ext cx="3913187" cy="254000"/>
          </a:xfrm>
        </p:spPr>
        <p:txBody>
          <a:bodyPr/>
          <a:lstStyle>
            <a:lvl1pPr>
              <a:defRPr sz="1600">
                <a:solidFill>
                  <a:schemeClr val="bg1">
                    <a:alpha val="50000"/>
                  </a:schemeClr>
                </a:solidFill>
                <a:latin typeface="Work Sans SemiBold" pitchFamily="2" charset="0"/>
              </a:defRPr>
            </a:lvl1pPr>
            <a:lvl5pPr>
              <a:defRPr/>
            </a:lvl5pPr>
          </a:lstStyle>
          <a:p>
            <a:pPr lvl="0"/>
            <a:r>
              <a:rPr lang="en-GB" dirty="0"/>
              <a:t>Role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00D00B76-00B8-3CDD-5F21-7078F1544F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572" y="4169390"/>
            <a:ext cx="3913187" cy="428010"/>
          </a:xfrm>
        </p:spPr>
        <p:txBody>
          <a:bodyPr/>
          <a:lstStyle>
            <a:lvl1pPr>
              <a:spcAft>
                <a:spcPts val="0"/>
              </a:spcAft>
              <a:defRPr sz="1200">
                <a:solidFill>
                  <a:schemeClr val="bg1"/>
                </a:solidFill>
                <a:latin typeface="Work Sans" pitchFamily="2" charset="0"/>
              </a:defRPr>
            </a:lvl1pPr>
            <a:lvl5pPr>
              <a:defRPr/>
            </a:lvl5pPr>
          </a:lstStyle>
          <a:p>
            <a:pPr lvl="0"/>
            <a:r>
              <a:rPr lang="en-GB" dirty="0"/>
              <a:t>+ 00 000 000-000</a:t>
            </a:r>
          </a:p>
          <a:p>
            <a:pPr lvl="0"/>
            <a:r>
              <a:rPr lang="en-GB" dirty="0"/>
              <a:t>name.surname@bip-group.com</a:t>
            </a:r>
          </a:p>
        </p:txBody>
      </p:sp>
      <p:grpSp>
        <p:nvGrpSpPr>
          <p:cNvPr id="26" name="Graphic 6">
            <a:extLst>
              <a:ext uri="{FF2B5EF4-FFF2-40B4-BE49-F238E27FC236}">
                <a16:creationId xmlns:a16="http://schemas.microsoft.com/office/drawing/2014/main" id="{7995BA17-E7D8-4BAF-CCF8-79DAA2EC321E}"/>
              </a:ext>
            </a:extLst>
          </p:cNvPr>
          <p:cNvGrpSpPr/>
          <p:nvPr userDrawn="1"/>
        </p:nvGrpSpPr>
        <p:grpSpPr>
          <a:xfrm>
            <a:off x="260195" y="300304"/>
            <a:ext cx="663812" cy="462832"/>
            <a:chOff x="3414712" y="1223962"/>
            <a:chExt cx="5362002" cy="3738562"/>
          </a:xfrm>
          <a:solidFill>
            <a:srgbClr val="DA291C"/>
          </a:solidFill>
        </p:grpSpPr>
        <p:sp>
          <p:nvSpPr>
            <p:cNvPr id="27" name="Freeform: Shape 3">
              <a:extLst>
                <a:ext uri="{FF2B5EF4-FFF2-40B4-BE49-F238E27FC236}">
                  <a16:creationId xmlns:a16="http://schemas.microsoft.com/office/drawing/2014/main" id="{53C03444-4501-989A-9589-8315135D3D9C}"/>
                </a:ext>
              </a:extLst>
            </p:cNvPr>
            <p:cNvSpPr/>
            <p:nvPr/>
          </p:nvSpPr>
          <p:spPr>
            <a:xfrm>
              <a:off x="6326790" y="2037882"/>
              <a:ext cx="1714200" cy="2924642"/>
            </a:xfrm>
            <a:custGeom>
              <a:avLst/>
              <a:gdLst>
                <a:gd name="connsiteX0" fmla="*/ 0 w 1714200"/>
                <a:gd name="connsiteY0" fmla="*/ 1557424 h 2924642"/>
                <a:gd name="connsiteX1" fmla="*/ 16288 w 1714200"/>
                <a:gd name="connsiteY1" fmla="*/ 1557424 h 2924642"/>
                <a:gd name="connsiteX2" fmla="*/ 658463 w 1714200"/>
                <a:gd name="connsiteY2" fmla="*/ 1557424 h 2924642"/>
                <a:gd name="connsiteX3" fmla="*/ 1153477 w 1714200"/>
                <a:gd name="connsiteY3" fmla="*/ 1142229 h 2924642"/>
                <a:gd name="connsiteX4" fmla="*/ 750475 w 1714200"/>
                <a:gd name="connsiteY4" fmla="*/ 562538 h 2924642"/>
                <a:gd name="connsiteX5" fmla="*/ 653129 w 1714200"/>
                <a:gd name="connsiteY5" fmla="*/ 553775 h 2924642"/>
                <a:gd name="connsiteX6" fmla="*/ 292703 w 1714200"/>
                <a:gd name="connsiteY6" fmla="*/ 553394 h 2924642"/>
                <a:gd name="connsiteX7" fmla="*/ 277273 w 1714200"/>
                <a:gd name="connsiteY7" fmla="*/ 553394 h 2924642"/>
                <a:gd name="connsiteX8" fmla="*/ 277273 w 1714200"/>
                <a:gd name="connsiteY8" fmla="*/ 944 h 2924642"/>
                <a:gd name="connsiteX9" fmla="*/ 289655 w 1714200"/>
                <a:gd name="connsiteY9" fmla="*/ 372 h 2924642"/>
                <a:gd name="connsiteX10" fmla="*/ 658082 w 1714200"/>
                <a:gd name="connsiteY10" fmla="*/ 563 h 2924642"/>
                <a:gd name="connsiteX11" fmla="*/ 1383221 w 1714200"/>
                <a:gd name="connsiteY11" fmla="*/ 288694 h 2924642"/>
                <a:gd name="connsiteX12" fmla="*/ 1691164 w 1714200"/>
                <a:gd name="connsiteY12" fmla="*/ 835810 h 2924642"/>
                <a:gd name="connsiteX13" fmla="*/ 1712690 w 1714200"/>
                <a:gd name="connsiteY13" fmla="*/ 1107558 h 2924642"/>
                <a:gd name="connsiteX14" fmla="*/ 1424749 w 1714200"/>
                <a:gd name="connsiteY14" fmla="*/ 1780690 h 2924642"/>
                <a:gd name="connsiteX15" fmla="*/ 847915 w 1714200"/>
                <a:gd name="connsiteY15" fmla="*/ 2093205 h 2924642"/>
                <a:gd name="connsiteX16" fmla="*/ 631317 w 1714200"/>
                <a:gd name="connsiteY16" fmla="*/ 2109493 h 2924642"/>
                <a:gd name="connsiteX17" fmla="*/ 562927 w 1714200"/>
                <a:gd name="connsiteY17" fmla="*/ 2109302 h 2924642"/>
                <a:gd name="connsiteX18" fmla="*/ 552545 w 1714200"/>
                <a:gd name="connsiteY18" fmla="*/ 2119780 h 2924642"/>
                <a:gd name="connsiteX19" fmla="*/ 552545 w 1714200"/>
                <a:gd name="connsiteY19" fmla="*/ 2128924 h 2924642"/>
                <a:gd name="connsiteX20" fmla="*/ 552545 w 1714200"/>
                <a:gd name="connsiteY20" fmla="*/ 2907783 h 2924642"/>
                <a:gd name="connsiteX21" fmla="*/ 552545 w 1714200"/>
                <a:gd name="connsiteY21" fmla="*/ 2924642 h 2924642"/>
                <a:gd name="connsiteX22" fmla="*/ 95 w 1714200"/>
                <a:gd name="connsiteY22" fmla="*/ 2924642 h 2924642"/>
                <a:gd name="connsiteX23" fmla="*/ 95 w 1714200"/>
                <a:gd name="connsiteY23" fmla="*/ 1557424 h 292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14200" h="2924642">
                  <a:moveTo>
                    <a:pt x="0" y="1557424"/>
                  </a:moveTo>
                  <a:cubicBezTo>
                    <a:pt x="6477" y="1557424"/>
                    <a:pt x="11335" y="1557424"/>
                    <a:pt x="16288" y="1557424"/>
                  </a:cubicBezTo>
                  <a:cubicBezTo>
                    <a:pt x="230314" y="1557424"/>
                    <a:pt x="444341" y="1557424"/>
                    <a:pt x="658463" y="1557424"/>
                  </a:cubicBezTo>
                  <a:cubicBezTo>
                    <a:pt x="901922" y="1557424"/>
                    <a:pt x="1110901" y="1382069"/>
                    <a:pt x="1153477" y="1142229"/>
                  </a:cubicBezTo>
                  <a:cubicBezTo>
                    <a:pt x="1201388" y="872005"/>
                    <a:pt x="1019461" y="609782"/>
                    <a:pt x="750475" y="562538"/>
                  </a:cubicBezTo>
                  <a:cubicBezTo>
                    <a:pt x="718471" y="556918"/>
                    <a:pt x="685609" y="554060"/>
                    <a:pt x="653129" y="553775"/>
                  </a:cubicBezTo>
                  <a:cubicBezTo>
                    <a:pt x="533019" y="552727"/>
                    <a:pt x="412813" y="553394"/>
                    <a:pt x="292703" y="553394"/>
                  </a:cubicBezTo>
                  <a:lnTo>
                    <a:pt x="277273" y="553394"/>
                  </a:lnTo>
                  <a:lnTo>
                    <a:pt x="277273" y="944"/>
                  </a:lnTo>
                  <a:cubicBezTo>
                    <a:pt x="281559" y="753"/>
                    <a:pt x="285559" y="372"/>
                    <a:pt x="289655" y="372"/>
                  </a:cubicBezTo>
                  <a:cubicBezTo>
                    <a:pt x="412432" y="372"/>
                    <a:pt x="535305" y="-580"/>
                    <a:pt x="658082" y="563"/>
                  </a:cubicBezTo>
                  <a:cubicBezTo>
                    <a:pt x="936784" y="3134"/>
                    <a:pt x="1179862" y="97527"/>
                    <a:pt x="1383221" y="288694"/>
                  </a:cubicBezTo>
                  <a:cubicBezTo>
                    <a:pt x="1542669" y="438522"/>
                    <a:pt x="1645348" y="621402"/>
                    <a:pt x="1691164" y="835810"/>
                  </a:cubicBezTo>
                  <a:cubicBezTo>
                    <a:pt x="1710404" y="925440"/>
                    <a:pt x="1717643" y="1016213"/>
                    <a:pt x="1712690" y="1107558"/>
                  </a:cubicBezTo>
                  <a:cubicBezTo>
                    <a:pt x="1698593" y="1366733"/>
                    <a:pt x="1603248" y="1592095"/>
                    <a:pt x="1424749" y="1780690"/>
                  </a:cubicBezTo>
                  <a:cubicBezTo>
                    <a:pt x="1266920" y="1947473"/>
                    <a:pt x="1074134" y="2051676"/>
                    <a:pt x="847915" y="2093205"/>
                  </a:cubicBezTo>
                  <a:cubicBezTo>
                    <a:pt x="776288" y="2106350"/>
                    <a:pt x="703993" y="2110731"/>
                    <a:pt x="631317" y="2109493"/>
                  </a:cubicBezTo>
                  <a:cubicBezTo>
                    <a:pt x="608552" y="2109112"/>
                    <a:pt x="585692" y="2109683"/>
                    <a:pt x="562927" y="2109302"/>
                  </a:cubicBezTo>
                  <a:cubicBezTo>
                    <a:pt x="555022" y="2109207"/>
                    <a:pt x="551593" y="2111684"/>
                    <a:pt x="552545" y="2119780"/>
                  </a:cubicBezTo>
                  <a:cubicBezTo>
                    <a:pt x="552926" y="2122733"/>
                    <a:pt x="552545" y="2125876"/>
                    <a:pt x="552545" y="2128924"/>
                  </a:cubicBezTo>
                  <a:cubicBezTo>
                    <a:pt x="552545" y="2388575"/>
                    <a:pt x="552545" y="2648132"/>
                    <a:pt x="552545" y="2907783"/>
                  </a:cubicBezTo>
                  <a:cubicBezTo>
                    <a:pt x="552545" y="2913117"/>
                    <a:pt x="552545" y="2918356"/>
                    <a:pt x="552545" y="2924642"/>
                  </a:cubicBezTo>
                  <a:lnTo>
                    <a:pt x="95" y="2924642"/>
                  </a:lnTo>
                  <a:lnTo>
                    <a:pt x="95" y="15574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28" name="Freeform: Shape 5">
              <a:extLst>
                <a:ext uri="{FF2B5EF4-FFF2-40B4-BE49-F238E27FC236}">
                  <a16:creationId xmlns:a16="http://schemas.microsoft.com/office/drawing/2014/main" id="{DBAC4000-AC91-671D-DF3D-FB8B45D71BEC}"/>
                </a:ext>
              </a:extLst>
            </p:cNvPr>
            <p:cNvSpPr/>
            <p:nvPr/>
          </p:nvSpPr>
          <p:spPr>
            <a:xfrm>
              <a:off x="3414712" y="1223962"/>
              <a:ext cx="1713050" cy="2923604"/>
            </a:xfrm>
            <a:custGeom>
              <a:avLst/>
              <a:gdLst>
                <a:gd name="connsiteX0" fmla="*/ 276320 w 1713050"/>
                <a:gd name="connsiteY0" fmla="*/ 2923413 h 2923604"/>
                <a:gd name="connsiteX1" fmla="*/ 276320 w 1713050"/>
                <a:gd name="connsiteY1" fmla="*/ 2371439 h 2923604"/>
                <a:gd name="connsiteX2" fmla="*/ 291179 w 1713050"/>
                <a:gd name="connsiteY2" fmla="*/ 2371439 h 2923604"/>
                <a:gd name="connsiteX3" fmla="*/ 657320 w 1713050"/>
                <a:gd name="connsiteY3" fmla="*/ 2371439 h 2923604"/>
                <a:gd name="connsiteX4" fmla="*/ 1151192 w 1713050"/>
                <a:gd name="connsiteY4" fmla="*/ 1966817 h 2923604"/>
                <a:gd name="connsiteX5" fmla="*/ 749237 w 1713050"/>
                <a:gd name="connsiteY5" fmla="*/ 1376458 h 2923604"/>
                <a:gd name="connsiteX6" fmla="*/ 654177 w 1713050"/>
                <a:gd name="connsiteY6" fmla="*/ 1367790 h 2923604"/>
                <a:gd name="connsiteX7" fmla="*/ 15431 w 1713050"/>
                <a:gd name="connsiteY7" fmla="*/ 1367409 h 2923604"/>
                <a:gd name="connsiteX8" fmla="*/ 0 w 1713050"/>
                <a:gd name="connsiteY8" fmla="*/ 1367409 h 2923604"/>
                <a:gd name="connsiteX9" fmla="*/ 0 w 1713050"/>
                <a:gd name="connsiteY9" fmla="*/ 0 h 2923604"/>
                <a:gd name="connsiteX10" fmla="*/ 551021 w 1713050"/>
                <a:gd name="connsiteY10" fmla="*/ 0 h 2923604"/>
                <a:gd name="connsiteX11" fmla="*/ 551688 w 1713050"/>
                <a:gd name="connsiteY11" fmla="*/ 15431 h 2923604"/>
                <a:gd name="connsiteX12" fmla="*/ 551688 w 1713050"/>
                <a:gd name="connsiteY12" fmla="*/ 794290 h 2923604"/>
                <a:gd name="connsiteX13" fmla="*/ 551688 w 1713050"/>
                <a:gd name="connsiteY13" fmla="*/ 805720 h 2923604"/>
                <a:gd name="connsiteX14" fmla="*/ 560356 w 1713050"/>
                <a:gd name="connsiteY14" fmla="*/ 814388 h 2923604"/>
                <a:gd name="connsiteX15" fmla="*/ 605981 w 1713050"/>
                <a:gd name="connsiteY15" fmla="*/ 814388 h 2923604"/>
                <a:gd name="connsiteX16" fmla="*/ 803815 w 1713050"/>
                <a:gd name="connsiteY16" fmla="*/ 824675 h 2923604"/>
                <a:gd name="connsiteX17" fmla="*/ 1114425 w 1713050"/>
                <a:gd name="connsiteY17" fmla="*/ 917638 h 2923604"/>
                <a:gd name="connsiteX18" fmla="*/ 1411224 w 1713050"/>
                <a:gd name="connsiteY18" fmla="*/ 1130332 h 2923604"/>
                <a:gd name="connsiteX19" fmla="*/ 1696307 w 1713050"/>
                <a:gd name="connsiteY19" fmla="*/ 1682306 h 2923604"/>
                <a:gd name="connsiteX20" fmla="*/ 1429322 w 1713050"/>
                <a:gd name="connsiteY20" fmla="*/ 2588800 h 2923604"/>
                <a:gd name="connsiteX21" fmla="*/ 866204 w 1713050"/>
                <a:gd name="connsiteY21" fmla="*/ 2903887 h 2923604"/>
                <a:gd name="connsiteX22" fmla="*/ 670465 w 1713050"/>
                <a:gd name="connsiteY22" fmla="*/ 2923604 h 2923604"/>
                <a:gd name="connsiteX23" fmla="*/ 291751 w 1713050"/>
                <a:gd name="connsiteY23" fmla="*/ 2923604 h 2923604"/>
                <a:gd name="connsiteX24" fmla="*/ 276416 w 1713050"/>
                <a:gd name="connsiteY24" fmla="*/ 2923604 h 2923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13050" h="2923604">
                  <a:moveTo>
                    <a:pt x="276320" y="2923413"/>
                  </a:moveTo>
                  <a:lnTo>
                    <a:pt x="276320" y="2371439"/>
                  </a:lnTo>
                  <a:lnTo>
                    <a:pt x="291179" y="2371439"/>
                  </a:lnTo>
                  <a:cubicBezTo>
                    <a:pt x="413195" y="2371439"/>
                    <a:pt x="535305" y="2371439"/>
                    <a:pt x="657320" y="2371439"/>
                  </a:cubicBezTo>
                  <a:cubicBezTo>
                    <a:pt x="897065" y="2371439"/>
                    <a:pt x="1104233" y="2201704"/>
                    <a:pt x="1151192" y="1966817"/>
                  </a:cubicBezTo>
                  <a:cubicBezTo>
                    <a:pt x="1205770" y="1693736"/>
                    <a:pt x="1023557" y="1425607"/>
                    <a:pt x="749237" y="1376458"/>
                  </a:cubicBezTo>
                  <a:cubicBezTo>
                    <a:pt x="717995" y="1370838"/>
                    <a:pt x="685895" y="1367885"/>
                    <a:pt x="654177" y="1367790"/>
                  </a:cubicBezTo>
                  <a:cubicBezTo>
                    <a:pt x="441293" y="1367028"/>
                    <a:pt x="228314" y="1367409"/>
                    <a:pt x="15431" y="1367409"/>
                  </a:cubicBezTo>
                  <a:lnTo>
                    <a:pt x="0" y="1367409"/>
                  </a:lnTo>
                  <a:lnTo>
                    <a:pt x="0" y="0"/>
                  </a:lnTo>
                  <a:lnTo>
                    <a:pt x="551021" y="0"/>
                  </a:lnTo>
                  <a:cubicBezTo>
                    <a:pt x="551212" y="5144"/>
                    <a:pt x="551688" y="10287"/>
                    <a:pt x="551688" y="15431"/>
                  </a:cubicBezTo>
                  <a:cubicBezTo>
                    <a:pt x="551688" y="275082"/>
                    <a:pt x="551688" y="534734"/>
                    <a:pt x="551688" y="794290"/>
                  </a:cubicBezTo>
                  <a:cubicBezTo>
                    <a:pt x="551688" y="798100"/>
                    <a:pt x="551974" y="801910"/>
                    <a:pt x="551688" y="805720"/>
                  </a:cubicBezTo>
                  <a:cubicBezTo>
                    <a:pt x="551212" y="812102"/>
                    <a:pt x="553974" y="814483"/>
                    <a:pt x="560356" y="814388"/>
                  </a:cubicBezTo>
                  <a:cubicBezTo>
                    <a:pt x="575596" y="814102"/>
                    <a:pt x="590741" y="814388"/>
                    <a:pt x="605981" y="814388"/>
                  </a:cubicBezTo>
                  <a:cubicBezTo>
                    <a:pt x="672084" y="814388"/>
                    <a:pt x="738092" y="815626"/>
                    <a:pt x="803815" y="824675"/>
                  </a:cubicBezTo>
                  <a:cubicBezTo>
                    <a:pt x="912209" y="839629"/>
                    <a:pt x="1015746" y="870395"/>
                    <a:pt x="1114425" y="917638"/>
                  </a:cubicBezTo>
                  <a:cubicBezTo>
                    <a:pt x="1225868" y="970979"/>
                    <a:pt x="1325023" y="1041940"/>
                    <a:pt x="1411224" y="1130332"/>
                  </a:cubicBezTo>
                  <a:cubicBezTo>
                    <a:pt x="1562291" y="1285208"/>
                    <a:pt x="1660970" y="1468469"/>
                    <a:pt x="1696307" y="1682306"/>
                  </a:cubicBezTo>
                  <a:cubicBezTo>
                    <a:pt x="1753076" y="2026539"/>
                    <a:pt x="1665827" y="2330863"/>
                    <a:pt x="1429322" y="2588800"/>
                  </a:cubicBezTo>
                  <a:cubicBezTo>
                    <a:pt x="1276826" y="2755106"/>
                    <a:pt x="1087279" y="2858738"/>
                    <a:pt x="866204" y="2903887"/>
                  </a:cubicBezTo>
                  <a:cubicBezTo>
                    <a:pt x="801719" y="2917031"/>
                    <a:pt x="736378" y="2923699"/>
                    <a:pt x="670465" y="2923604"/>
                  </a:cubicBezTo>
                  <a:cubicBezTo>
                    <a:pt x="544259" y="2923413"/>
                    <a:pt x="418052" y="2923604"/>
                    <a:pt x="291751" y="2923604"/>
                  </a:cubicBezTo>
                  <a:lnTo>
                    <a:pt x="276416" y="292360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29" name="Freeform: Shape 6">
              <a:extLst>
                <a:ext uri="{FF2B5EF4-FFF2-40B4-BE49-F238E27FC236}">
                  <a16:creationId xmlns:a16="http://schemas.microsoft.com/office/drawing/2014/main" id="{D4A77A8D-A613-7114-A077-75B3D19174BE}"/>
                </a:ext>
              </a:extLst>
            </p:cNvPr>
            <p:cNvSpPr/>
            <p:nvPr/>
          </p:nvSpPr>
          <p:spPr>
            <a:xfrm>
              <a:off x="5430204" y="2035874"/>
              <a:ext cx="551783" cy="2105311"/>
            </a:xfrm>
            <a:custGeom>
              <a:avLst/>
              <a:gdLst>
                <a:gd name="connsiteX0" fmla="*/ 551783 w 551783"/>
                <a:gd name="connsiteY0" fmla="*/ 0 h 2105310"/>
                <a:gd name="connsiteX1" fmla="*/ 551783 w 551783"/>
                <a:gd name="connsiteY1" fmla="*/ 2105311 h 2105310"/>
                <a:gd name="connsiteX2" fmla="*/ 0 w 551783"/>
                <a:gd name="connsiteY2" fmla="*/ 2105311 h 2105310"/>
                <a:gd name="connsiteX3" fmla="*/ 0 w 551783"/>
                <a:gd name="connsiteY3" fmla="*/ 0 h 2105310"/>
                <a:gd name="connsiteX4" fmla="*/ 551783 w 551783"/>
                <a:gd name="connsiteY4" fmla="*/ 0 h 210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1783" h="2105310">
                  <a:moveTo>
                    <a:pt x="551783" y="0"/>
                  </a:moveTo>
                  <a:lnTo>
                    <a:pt x="551783" y="2105311"/>
                  </a:lnTo>
                  <a:lnTo>
                    <a:pt x="0" y="2105311"/>
                  </a:lnTo>
                  <a:lnTo>
                    <a:pt x="0" y="0"/>
                  </a:lnTo>
                  <a:lnTo>
                    <a:pt x="5517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30" name="Freeform: Shape 9">
              <a:extLst>
                <a:ext uri="{FF2B5EF4-FFF2-40B4-BE49-F238E27FC236}">
                  <a16:creationId xmlns:a16="http://schemas.microsoft.com/office/drawing/2014/main" id="{F03D51BC-8A5F-41D5-F877-FEEA348ACFA4}"/>
                </a:ext>
              </a:extLst>
            </p:cNvPr>
            <p:cNvSpPr/>
            <p:nvPr/>
          </p:nvSpPr>
          <p:spPr>
            <a:xfrm>
              <a:off x="8225979" y="3593115"/>
              <a:ext cx="550735" cy="548068"/>
            </a:xfrm>
            <a:custGeom>
              <a:avLst/>
              <a:gdLst>
                <a:gd name="connsiteX0" fmla="*/ 0 w 550735"/>
                <a:gd name="connsiteY0" fmla="*/ 0 h 548068"/>
                <a:gd name="connsiteX1" fmla="*/ 550736 w 550735"/>
                <a:gd name="connsiteY1" fmla="*/ 0 h 548068"/>
                <a:gd name="connsiteX2" fmla="*/ 550736 w 550735"/>
                <a:gd name="connsiteY2" fmla="*/ 548068 h 548068"/>
                <a:gd name="connsiteX3" fmla="*/ 0 w 550735"/>
                <a:gd name="connsiteY3" fmla="*/ 548068 h 548068"/>
                <a:gd name="connsiteX4" fmla="*/ 0 w 550735"/>
                <a:gd name="connsiteY4" fmla="*/ 0 h 548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0735" h="548068">
                  <a:moveTo>
                    <a:pt x="0" y="0"/>
                  </a:moveTo>
                  <a:lnTo>
                    <a:pt x="550736" y="0"/>
                  </a:lnTo>
                  <a:lnTo>
                    <a:pt x="550736" y="548068"/>
                  </a:lnTo>
                  <a:lnTo>
                    <a:pt x="0" y="54806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</p:grpSp>
      <p:sp>
        <p:nvSpPr>
          <p:cNvPr id="31" name="TextBox 14">
            <a:extLst>
              <a:ext uri="{FF2B5EF4-FFF2-40B4-BE49-F238E27FC236}">
                <a16:creationId xmlns:a16="http://schemas.microsoft.com/office/drawing/2014/main" id="{AD38D54E-D661-AEA3-8E5A-673E3C2A7420}"/>
              </a:ext>
            </a:extLst>
          </p:cNvPr>
          <p:cNvSpPr txBox="1"/>
          <p:nvPr userDrawn="1"/>
        </p:nvSpPr>
        <p:spPr>
          <a:xfrm>
            <a:off x="288351" y="6436057"/>
            <a:ext cx="1098003" cy="193548"/>
          </a:xfrm>
          <a:prstGeom prst="rect">
            <a:avLst/>
          </a:prstGeom>
          <a:ln>
            <a:noFill/>
          </a:ln>
        </p:spPr>
        <p:txBody>
          <a:bodyPr wrap="square" lIns="0" tIns="0" rIns="0" bIns="18000" rtlCol="0" anchor="t">
            <a:spAutoFit/>
          </a:bodyPr>
          <a:lstStyle/>
          <a:p>
            <a:pPr>
              <a:lnSpc>
                <a:spcPts val="1493"/>
              </a:lnSpc>
              <a:spcBef>
                <a:spcPct val="0"/>
              </a:spcBef>
            </a:pPr>
            <a:r>
              <a:rPr lang="en-US" sz="1000" dirty="0">
                <a:solidFill>
                  <a:schemeClr val="bg1"/>
                </a:solidFill>
                <a:latin typeface="Work Sans" pitchFamily="2" charset="0"/>
              </a:rPr>
              <a:t>bip-group.com</a:t>
            </a:r>
            <a:endParaRPr lang="it-IT" dirty="0">
              <a:solidFill>
                <a:schemeClr val="bg1"/>
              </a:solidFill>
              <a:latin typeface="Work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54078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R] Name-Role-Contact-Static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red and orange object&#10;&#10;Description automatically generated">
            <a:extLst>
              <a:ext uri="{FF2B5EF4-FFF2-40B4-BE49-F238E27FC236}">
                <a16:creationId xmlns:a16="http://schemas.microsoft.com/office/drawing/2014/main" id="{4E866518-77D0-86AB-9935-548CDBD137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9000"/>
                    </a14:imgEffect>
                    <a14:imgEffect>
                      <a14:saturation sat="140000"/>
                    </a14:imgEffect>
                    <a14:imgEffect>
                      <a14:brightnessContrast bright="-9000" contrast="1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1998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BE9E136-B0B0-B400-7494-E9E3E5235425}"/>
              </a:ext>
            </a:extLst>
          </p:cNvPr>
          <p:cNvSpPr txBox="1"/>
          <p:nvPr userDrawn="1"/>
        </p:nvSpPr>
        <p:spPr>
          <a:xfrm>
            <a:off x="249238" y="2720252"/>
            <a:ext cx="4231729" cy="608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60"/>
              </a:lnSpc>
            </a:pPr>
            <a:r>
              <a:rPr lang="en-US" sz="4000" dirty="0">
                <a:solidFill>
                  <a:schemeClr val="bg1"/>
                </a:solidFill>
                <a:latin typeface="Work Sans Light" pitchFamily="2" charset="0"/>
              </a:rPr>
              <a:t>Get in touch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BE889BA-EE9B-18FD-F857-5909C6DB634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2575" y="2001955"/>
            <a:ext cx="607099" cy="608385"/>
          </a:xfrm>
          <a:prstGeom prst="rect">
            <a:avLst/>
          </a:prstGeom>
        </p:spPr>
      </p:pic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34F4C400-C176-4E54-3901-F30319C7414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1572" y="3475306"/>
            <a:ext cx="3913187" cy="254000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Work Sans SemiBold" pitchFamily="2" charset="0"/>
              </a:defRPr>
            </a:lvl1pPr>
            <a:lvl5pPr>
              <a:defRPr/>
            </a:lvl5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E5B3673-6AD3-3A3C-C130-2E7CE6FBF40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1572" y="3733411"/>
            <a:ext cx="3913187" cy="254000"/>
          </a:xfrm>
        </p:spPr>
        <p:txBody>
          <a:bodyPr/>
          <a:lstStyle>
            <a:lvl1pPr>
              <a:defRPr sz="1600">
                <a:solidFill>
                  <a:schemeClr val="bg1">
                    <a:alpha val="50000"/>
                  </a:schemeClr>
                </a:solidFill>
                <a:latin typeface="Work Sans SemiBold" pitchFamily="2" charset="0"/>
              </a:defRPr>
            </a:lvl1pPr>
            <a:lvl5pPr>
              <a:defRPr/>
            </a:lvl5pPr>
          </a:lstStyle>
          <a:p>
            <a:pPr lvl="0"/>
            <a:r>
              <a:rPr lang="en-GB" dirty="0"/>
              <a:t>Role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AE0DBF14-1645-28D2-C035-1255A9725E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572" y="4169390"/>
            <a:ext cx="3913187" cy="428010"/>
          </a:xfrm>
        </p:spPr>
        <p:txBody>
          <a:bodyPr/>
          <a:lstStyle>
            <a:lvl1pPr>
              <a:spcAft>
                <a:spcPts val="0"/>
              </a:spcAft>
              <a:defRPr sz="1200">
                <a:solidFill>
                  <a:schemeClr val="bg1"/>
                </a:solidFill>
                <a:latin typeface="Work Sans" pitchFamily="2" charset="0"/>
              </a:defRPr>
            </a:lvl1pPr>
            <a:lvl5pPr>
              <a:defRPr/>
            </a:lvl5pPr>
          </a:lstStyle>
          <a:p>
            <a:pPr lvl="0"/>
            <a:r>
              <a:rPr lang="en-GB" dirty="0"/>
              <a:t>+ 00 000 000-000</a:t>
            </a:r>
          </a:p>
          <a:p>
            <a:pPr lvl="0"/>
            <a:r>
              <a:rPr lang="en-GB" dirty="0"/>
              <a:t>name.surname@bip-group.com</a:t>
            </a:r>
          </a:p>
        </p:txBody>
      </p:sp>
      <p:grpSp>
        <p:nvGrpSpPr>
          <p:cNvPr id="25" name="Graphic 6">
            <a:extLst>
              <a:ext uri="{FF2B5EF4-FFF2-40B4-BE49-F238E27FC236}">
                <a16:creationId xmlns:a16="http://schemas.microsoft.com/office/drawing/2014/main" id="{696800F1-C844-A58C-B68E-AC940585740E}"/>
              </a:ext>
            </a:extLst>
          </p:cNvPr>
          <p:cNvGrpSpPr/>
          <p:nvPr userDrawn="1"/>
        </p:nvGrpSpPr>
        <p:grpSpPr>
          <a:xfrm>
            <a:off x="260195" y="300304"/>
            <a:ext cx="663812" cy="462832"/>
            <a:chOff x="3414712" y="1223962"/>
            <a:chExt cx="5362002" cy="3738562"/>
          </a:xfrm>
          <a:solidFill>
            <a:schemeClr val="bg1"/>
          </a:solidFill>
        </p:grpSpPr>
        <p:sp>
          <p:nvSpPr>
            <p:cNvPr id="26" name="Freeform: Shape 3">
              <a:extLst>
                <a:ext uri="{FF2B5EF4-FFF2-40B4-BE49-F238E27FC236}">
                  <a16:creationId xmlns:a16="http://schemas.microsoft.com/office/drawing/2014/main" id="{3CF9B179-A6BB-236A-906D-1D42B5444D45}"/>
                </a:ext>
              </a:extLst>
            </p:cNvPr>
            <p:cNvSpPr/>
            <p:nvPr/>
          </p:nvSpPr>
          <p:spPr>
            <a:xfrm>
              <a:off x="6326790" y="2037882"/>
              <a:ext cx="1714200" cy="2924642"/>
            </a:xfrm>
            <a:custGeom>
              <a:avLst/>
              <a:gdLst>
                <a:gd name="connsiteX0" fmla="*/ 0 w 1714200"/>
                <a:gd name="connsiteY0" fmla="*/ 1557424 h 2924642"/>
                <a:gd name="connsiteX1" fmla="*/ 16288 w 1714200"/>
                <a:gd name="connsiteY1" fmla="*/ 1557424 h 2924642"/>
                <a:gd name="connsiteX2" fmla="*/ 658463 w 1714200"/>
                <a:gd name="connsiteY2" fmla="*/ 1557424 h 2924642"/>
                <a:gd name="connsiteX3" fmla="*/ 1153477 w 1714200"/>
                <a:gd name="connsiteY3" fmla="*/ 1142229 h 2924642"/>
                <a:gd name="connsiteX4" fmla="*/ 750475 w 1714200"/>
                <a:gd name="connsiteY4" fmla="*/ 562538 h 2924642"/>
                <a:gd name="connsiteX5" fmla="*/ 653129 w 1714200"/>
                <a:gd name="connsiteY5" fmla="*/ 553775 h 2924642"/>
                <a:gd name="connsiteX6" fmla="*/ 292703 w 1714200"/>
                <a:gd name="connsiteY6" fmla="*/ 553394 h 2924642"/>
                <a:gd name="connsiteX7" fmla="*/ 277273 w 1714200"/>
                <a:gd name="connsiteY7" fmla="*/ 553394 h 2924642"/>
                <a:gd name="connsiteX8" fmla="*/ 277273 w 1714200"/>
                <a:gd name="connsiteY8" fmla="*/ 944 h 2924642"/>
                <a:gd name="connsiteX9" fmla="*/ 289655 w 1714200"/>
                <a:gd name="connsiteY9" fmla="*/ 372 h 2924642"/>
                <a:gd name="connsiteX10" fmla="*/ 658082 w 1714200"/>
                <a:gd name="connsiteY10" fmla="*/ 563 h 2924642"/>
                <a:gd name="connsiteX11" fmla="*/ 1383221 w 1714200"/>
                <a:gd name="connsiteY11" fmla="*/ 288694 h 2924642"/>
                <a:gd name="connsiteX12" fmla="*/ 1691164 w 1714200"/>
                <a:gd name="connsiteY12" fmla="*/ 835810 h 2924642"/>
                <a:gd name="connsiteX13" fmla="*/ 1712690 w 1714200"/>
                <a:gd name="connsiteY13" fmla="*/ 1107558 h 2924642"/>
                <a:gd name="connsiteX14" fmla="*/ 1424749 w 1714200"/>
                <a:gd name="connsiteY14" fmla="*/ 1780690 h 2924642"/>
                <a:gd name="connsiteX15" fmla="*/ 847915 w 1714200"/>
                <a:gd name="connsiteY15" fmla="*/ 2093205 h 2924642"/>
                <a:gd name="connsiteX16" fmla="*/ 631317 w 1714200"/>
                <a:gd name="connsiteY16" fmla="*/ 2109493 h 2924642"/>
                <a:gd name="connsiteX17" fmla="*/ 562927 w 1714200"/>
                <a:gd name="connsiteY17" fmla="*/ 2109302 h 2924642"/>
                <a:gd name="connsiteX18" fmla="*/ 552545 w 1714200"/>
                <a:gd name="connsiteY18" fmla="*/ 2119780 h 2924642"/>
                <a:gd name="connsiteX19" fmla="*/ 552545 w 1714200"/>
                <a:gd name="connsiteY19" fmla="*/ 2128924 h 2924642"/>
                <a:gd name="connsiteX20" fmla="*/ 552545 w 1714200"/>
                <a:gd name="connsiteY20" fmla="*/ 2907783 h 2924642"/>
                <a:gd name="connsiteX21" fmla="*/ 552545 w 1714200"/>
                <a:gd name="connsiteY21" fmla="*/ 2924642 h 2924642"/>
                <a:gd name="connsiteX22" fmla="*/ 95 w 1714200"/>
                <a:gd name="connsiteY22" fmla="*/ 2924642 h 2924642"/>
                <a:gd name="connsiteX23" fmla="*/ 95 w 1714200"/>
                <a:gd name="connsiteY23" fmla="*/ 1557424 h 292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14200" h="2924642">
                  <a:moveTo>
                    <a:pt x="0" y="1557424"/>
                  </a:moveTo>
                  <a:cubicBezTo>
                    <a:pt x="6477" y="1557424"/>
                    <a:pt x="11335" y="1557424"/>
                    <a:pt x="16288" y="1557424"/>
                  </a:cubicBezTo>
                  <a:cubicBezTo>
                    <a:pt x="230314" y="1557424"/>
                    <a:pt x="444341" y="1557424"/>
                    <a:pt x="658463" y="1557424"/>
                  </a:cubicBezTo>
                  <a:cubicBezTo>
                    <a:pt x="901922" y="1557424"/>
                    <a:pt x="1110901" y="1382069"/>
                    <a:pt x="1153477" y="1142229"/>
                  </a:cubicBezTo>
                  <a:cubicBezTo>
                    <a:pt x="1201388" y="872005"/>
                    <a:pt x="1019461" y="609782"/>
                    <a:pt x="750475" y="562538"/>
                  </a:cubicBezTo>
                  <a:cubicBezTo>
                    <a:pt x="718471" y="556918"/>
                    <a:pt x="685609" y="554060"/>
                    <a:pt x="653129" y="553775"/>
                  </a:cubicBezTo>
                  <a:cubicBezTo>
                    <a:pt x="533019" y="552727"/>
                    <a:pt x="412813" y="553394"/>
                    <a:pt x="292703" y="553394"/>
                  </a:cubicBezTo>
                  <a:lnTo>
                    <a:pt x="277273" y="553394"/>
                  </a:lnTo>
                  <a:lnTo>
                    <a:pt x="277273" y="944"/>
                  </a:lnTo>
                  <a:cubicBezTo>
                    <a:pt x="281559" y="753"/>
                    <a:pt x="285559" y="372"/>
                    <a:pt x="289655" y="372"/>
                  </a:cubicBezTo>
                  <a:cubicBezTo>
                    <a:pt x="412432" y="372"/>
                    <a:pt x="535305" y="-580"/>
                    <a:pt x="658082" y="563"/>
                  </a:cubicBezTo>
                  <a:cubicBezTo>
                    <a:pt x="936784" y="3134"/>
                    <a:pt x="1179862" y="97527"/>
                    <a:pt x="1383221" y="288694"/>
                  </a:cubicBezTo>
                  <a:cubicBezTo>
                    <a:pt x="1542669" y="438522"/>
                    <a:pt x="1645348" y="621402"/>
                    <a:pt x="1691164" y="835810"/>
                  </a:cubicBezTo>
                  <a:cubicBezTo>
                    <a:pt x="1710404" y="925440"/>
                    <a:pt x="1717643" y="1016213"/>
                    <a:pt x="1712690" y="1107558"/>
                  </a:cubicBezTo>
                  <a:cubicBezTo>
                    <a:pt x="1698593" y="1366733"/>
                    <a:pt x="1603248" y="1592095"/>
                    <a:pt x="1424749" y="1780690"/>
                  </a:cubicBezTo>
                  <a:cubicBezTo>
                    <a:pt x="1266920" y="1947473"/>
                    <a:pt x="1074134" y="2051676"/>
                    <a:pt x="847915" y="2093205"/>
                  </a:cubicBezTo>
                  <a:cubicBezTo>
                    <a:pt x="776288" y="2106350"/>
                    <a:pt x="703993" y="2110731"/>
                    <a:pt x="631317" y="2109493"/>
                  </a:cubicBezTo>
                  <a:cubicBezTo>
                    <a:pt x="608552" y="2109112"/>
                    <a:pt x="585692" y="2109683"/>
                    <a:pt x="562927" y="2109302"/>
                  </a:cubicBezTo>
                  <a:cubicBezTo>
                    <a:pt x="555022" y="2109207"/>
                    <a:pt x="551593" y="2111684"/>
                    <a:pt x="552545" y="2119780"/>
                  </a:cubicBezTo>
                  <a:cubicBezTo>
                    <a:pt x="552926" y="2122733"/>
                    <a:pt x="552545" y="2125876"/>
                    <a:pt x="552545" y="2128924"/>
                  </a:cubicBezTo>
                  <a:cubicBezTo>
                    <a:pt x="552545" y="2388575"/>
                    <a:pt x="552545" y="2648132"/>
                    <a:pt x="552545" y="2907783"/>
                  </a:cubicBezTo>
                  <a:cubicBezTo>
                    <a:pt x="552545" y="2913117"/>
                    <a:pt x="552545" y="2918356"/>
                    <a:pt x="552545" y="2924642"/>
                  </a:cubicBezTo>
                  <a:lnTo>
                    <a:pt x="95" y="2924642"/>
                  </a:lnTo>
                  <a:lnTo>
                    <a:pt x="95" y="15574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27" name="Freeform: Shape 5">
              <a:extLst>
                <a:ext uri="{FF2B5EF4-FFF2-40B4-BE49-F238E27FC236}">
                  <a16:creationId xmlns:a16="http://schemas.microsoft.com/office/drawing/2014/main" id="{A3BBD949-8850-E18F-DEF7-F8921E552613}"/>
                </a:ext>
              </a:extLst>
            </p:cNvPr>
            <p:cNvSpPr/>
            <p:nvPr/>
          </p:nvSpPr>
          <p:spPr>
            <a:xfrm>
              <a:off x="3414712" y="1223962"/>
              <a:ext cx="1713050" cy="2923604"/>
            </a:xfrm>
            <a:custGeom>
              <a:avLst/>
              <a:gdLst>
                <a:gd name="connsiteX0" fmla="*/ 276320 w 1713050"/>
                <a:gd name="connsiteY0" fmla="*/ 2923413 h 2923604"/>
                <a:gd name="connsiteX1" fmla="*/ 276320 w 1713050"/>
                <a:gd name="connsiteY1" fmla="*/ 2371439 h 2923604"/>
                <a:gd name="connsiteX2" fmla="*/ 291179 w 1713050"/>
                <a:gd name="connsiteY2" fmla="*/ 2371439 h 2923604"/>
                <a:gd name="connsiteX3" fmla="*/ 657320 w 1713050"/>
                <a:gd name="connsiteY3" fmla="*/ 2371439 h 2923604"/>
                <a:gd name="connsiteX4" fmla="*/ 1151192 w 1713050"/>
                <a:gd name="connsiteY4" fmla="*/ 1966817 h 2923604"/>
                <a:gd name="connsiteX5" fmla="*/ 749237 w 1713050"/>
                <a:gd name="connsiteY5" fmla="*/ 1376458 h 2923604"/>
                <a:gd name="connsiteX6" fmla="*/ 654177 w 1713050"/>
                <a:gd name="connsiteY6" fmla="*/ 1367790 h 2923604"/>
                <a:gd name="connsiteX7" fmla="*/ 15431 w 1713050"/>
                <a:gd name="connsiteY7" fmla="*/ 1367409 h 2923604"/>
                <a:gd name="connsiteX8" fmla="*/ 0 w 1713050"/>
                <a:gd name="connsiteY8" fmla="*/ 1367409 h 2923604"/>
                <a:gd name="connsiteX9" fmla="*/ 0 w 1713050"/>
                <a:gd name="connsiteY9" fmla="*/ 0 h 2923604"/>
                <a:gd name="connsiteX10" fmla="*/ 551021 w 1713050"/>
                <a:gd name="connsiteY10" fmla="*/ 0 h 2923604"/>
                <a:gd name="connsiteX11" fmla="*/ 551688 w 1713050"/>
                <a:gd name="connsiteY11" fmla="*/ 15431 h 2923604"/>
                <a:gd name="connsiteX12" fmla="*/ 551688 w 1713050"/>
                <a:gd name="connsiteY12" fmla="*/ 794290 h 2923604"/>
                <a:gd name="connsiteX13" fmla="*/ 551688 w 1713050"/>
                <a:gd name="connsiteY13" fmla="*/ 805720 h 2923604"/>
                <a:gd name="connsiteX14" fmla="*/ 560356 w 1713050"/>
                <a:gd name="connsiteY14" fmla="*/ 814388 h 2923604"/>
                <a:gd name="connsiteX15" fmla="*/ 605981 w 1713050"/>
                <a:gd name="connsiteY15" fmla="*/ 814388 h 2923604"/>
                <a:gd name="connsiteX16" fmla="*/ 803815 w 1713050"/>
                <a:gd name="connsiteY16" fmla="*/ 824675 h 2923604"/>
                <a:gd name="connsiteX17" fmla="*/ 1114425 w 1713050"/>
                <a:gd name="connsiteY17" fmla="*/ 917638 h 2923604"/>
                <a:gd name="connsiteX18" fmla="*/ 1411224 w 1713050"/>
                <a:gd name="connsiteY18" fmla="*/ 1130332 h 2923604"/>
                <a:gd name="connsiteX19" fmla="*/ 1696307 w 1713050"/>
                <a:gd name="connsiteY19" fmla="*/ 1682306 h 2923604"/>
                <a:gd name="connsiteX20" fmla="*/ 1429322 w 1713050"/>
                <a:gd name="connsiteY20" fmla="*/ 2588800 h 2923604"/>
                <a:gd name="connsiteX21" fmla="*/ 866204 w 1713050"/>
                <a:gd name="connsiteY21" fmla="*/ 2903887 h 2923604"/>
                <a:gd name="connsiteX22" fmla="*/ 670465 w 1713050"/>
                <a:gd name="connsiteY22" fmla="*/ 2923604 h 2923604"/>
                <a:gd name="connsiteX23" fmla="*/ 291751 w 1713050"/>
                <a:gd name="connsiteY23" fmla="*/ 2923604 h 2923604"/>
                <a:gd name="connsiteX24" fmla="*/ 276416 w 1713050"/>
                <a:gd name="connsiteY24" fmla="*/ 2923604 h 2923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13050" h="2923604">
                  <a:moveTo>
                    <a:pt x="276320" y="2923413"/>
                  </a:moveTo>
                  <a:lnTo>
                    <a:pt x="276320" y="2371439"/>
                  </a:lnTo>
                  <a:lnTo>
                    <a:pt x="291179" y="2371439"/>
                  </a:lnTo>
                  <a:cubicBezTo>
                    <a:pt x="413195" y="2371439"/>
                    <a:pt x="535305" y="2371439"/>
                    <a:pt x="657320" y="2371439"/>
                  </a:cubicBezTo>
                  <a:cubicBezTo>
                    <a:pt x="897065" y="2371439"/>
                    <a:pt x="1104233" y="2201704"/>
                    <a:pt x="1151192" y="1966817"/>
                  </a:cubicBezTo>
                  <a:cubicBezTo>
                    <a:pt x="1205770" y="1693736"/>
                    <a:pt x="1023557" y="1425607"/>
                    <a:pt x="749237" y="1376458"/>
                  </a:cubicBezTo>
                  <a:cubicBezTo>
                    <a:pt x="717995" y="1370838"/>
                    <a:pt x="685895" y="1367885"/>
                    <a:pt x="654177" y="1367790"/>
                  </a:cubicBezTo>
                  <a:cubicBezTo>
                    <a:pt x="441293" y="1367028"/>
                    <a:pt x="228314" y="1367409"/>
                    <a:pt x="15431" y="1367409"/>
                  </a:cubicBezTo>
                  <a:lnTo>
                    <a:pt x="0" y="1367409"/>
                  </a:lnTo>
                  <a:lnTo>
                    <a:pt x="0" y="0"/>
                  </a:lnTo>
                  <a:lnTo>
                    <a:pt x="551021" y="0"/>
                  </a:lnTo>
                  <a:cubicBezTo>
                    <a:pt x="551212" y="5144"/>
                    <a:pt x="551688" y="10287"/>
                    <a:pt x="551688" y="15431"/>
                  </a:cubicBezTo>
                  <a:cubicBezTo>
                    <a:pt x="551688" y="275082"/>
                    <a:pt x="551688" y="534734"/>
                    <a:pt x="551688" y="794290"/>
                  </a:cubicBezTo>
                  <a:cubicBezTo>
                    <a:pt x="551688" y="798100"/>
                    <a:pt x="551974" y="801910"/>
                    <a:pt x="551688" y="805720"/>
                  </a:cubicBezTo>
                  <a:cubicBezTo>
                    <a:pt x="551212" y="812102"/>
                    <a:pt x="553974" y="814483"/>
                    <a:pt x="560356" y="814388"/>
                  </a:cubicBezTo>
                  <a:cubicBezTo>
                    <a:pt x="575596" y="814102"/>
                    <a:pt x="590741" y="814388"/>
                    <a:pt x="605981" y="814388"/>
                  </a:cubicBezTo>
                  <a:cubicBezTo>
                    <a:pt x="672084" y="814388"/>
                    <a:pt x="738092" y="815626"/>
                    <a:pt x="803815" y="824675"/>
                  </a:cubicBezTo>
                  <a:cubicBezTo>
                    <a:pt x="912209" y="839629"/>
                    <a:pt x="1015746" y="870395"/>
                    <a:pt x="1114425" y="917638"/>
                  </a:cubicBezTo>
                  <a:cubicBezTo>
                    <a:pt x="1225868" y="970979"/>
                    <a:pt x="1325023" y="1041940"/>
                    <a:pt x="1411224" y="1130332"/>
                  </a:cubicBezTo>
                  <a:cubicBezTo>
                    <a:pt x="1562291" y="1285208"/>
                    <a:pt x="1660970" y="1468469"/>
                    <a:pt x="1696307" y="1682306"/>
                  </a:cubicBezTo>
                  <a:cubicBezTo>
                    <a:pt x="1753076" y="2026539"/>
                    <a:pt x="1665827" y="2330863"/>
                    <a:pt x="1429322" y="2588800"/>
                  </a:cubicBezTo>
                  <a:cubicBezTo>
                    <a:pt x="1276826" y="2755106"/>
                    <a:pt x="1087279" y="2858738"/>
                    <a:pt x="866204" y="2903887"/>
                  </a:cubicBezTo>
                  <a:cubicBezTo>
                    <a:pt x="801719" y="2917031"/>
                    <a:pt x="736378" y="2923699"/>
                    <a:pt x="670465" y="2923604"/>
                  </a:cubicBezTo>
                  <a:cubicBezTo>
                    <a:pt x="544259" y="2923413"/>
                    <a:pt x="418052" y="2923604"/>
                    <a:pt x="291751" y="2923604"/>
                  </a:cubicBezTo>
                  <a:lnTo>
                    <a:pt x="276416" y="292360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28" name="Freeform: Shape 6">
              <a:extLst>
                <a:ext uri="{FF2B5EF4-FFF2-40B4-BE49-F238E27FC236}">
                  <a16:creationId xmlns:a16="http://schemas.microsoft.com/office/drawing/2014/main" id="{F8A471BA-639E-CF1E-3303-FF33D8289DBC}"/>
                </a:ext>
              </a:extLst>
            </p:cNvPr>
            <p:cNvSpPr/>
            <p:nvPr/>
          </p:nvSpPr>
          <p:spPr>
            <a:xfrm>
              <a:off x="5430204" y="2035874"/>
              <a:ext cx="551783" cy="2105311"/>
            </a:xfrm>
            <a:custGeom>
              <a:avLst/>
              <a:gdLst>
                <a:gd name="connsiteX0" fmla="*/ 551783 w 551783"/>
                <a:gd name="connsiteY0" fmla="*/ 0 h 2105310"/>
                <a:gd name="connsiteX1" fmla="*/ 551783 w 551783"/>
                <a:gd name="connsiteY1" fmla="*/ 2105311 h 2105310"/>
                <a:gd name="connsiteX2" fmla="*/ 0 w 551783"/>
                <a:gd name="connsiteY2" fmla="*/ 2105311 h 2105310"/>
                <a:gd name="connsiteX3" fmla="*/ 0 w 551783"/>
                <a:gd name="connsiteY3" fmla="*/ 0 h 2105310"/>
                <a:gd name="connsiteX4" fmla="*/ 551783 w 551783"/>
                <a:gd name="connsiteY4" fmla="*/ 0 h 210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1783" h="2105310">
                  <a:moveTo>
                    <a:pt x="551783" y="0"/>
                  </a:moveTo>
                  <a:lnTo>
                    <a:pt x="551783" y="2105311"/>
                  </a:lnTo>
                  <a:lnTo>
                    <a:pt x="0" y="2105311"/>
                  </a:lnTo>
                  <a:lnTo>
                    <a:pt x="0" y="0"/>
                  </a:lnTo>
                  <a:lnTo>
                    <a:pt x="5517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29" name="Freeform: Shape 9">
              <a:extLst>
                <a:ext uri="{FF2B5EF4-FFF2-40B4-BE49-F238E27FC236}">
                  <a16:creationId xmlns:a16="http://schemas.microsoft.com/office/drawing/2014/main" id="{397C64DF-9F01-44D1-481D-4F86DD59051C}"/>
                </a:ext>
              </a:extLst>
            </p:cNvPr>
            <p:cNvSpPr/>
            <p:nvPr/>
          </p:nvSpPr>
          <p:spPr>
            <a:xfrm>
              <a:off x="8225979" y="3593115"/>
              <a:ext cx="550735" cy="548068"/>
            </a:xfrm>
            <a:custGeom>
              <a:avLst/>
              <a:gdLst>
                <a:gd name="connsiteX0" fmla="*/ 0 w 550735"/>
                <a:gd name="connsiteY0" fmla="*/ 0 h 548068"/>
                <a:gd name="connsiteX1" fmla="*/ 550736 w 550735"/>
                <a:gd name="connsiteY1" fmla="*/ 0 h 548068"/>
                <a:gd name="connsiteX2" fmla="*/ 550736 w 550735"/>
                <a:gd name="connsiteY2" fmla="*/ 548068 h 548068"/>
                <a:gd name="connsiteX3" fmla="*/ 0 w 550735"/>
                <a:gd name="connsiteY3" fmla="*/ 548068 h 548068"/>
                <a:gd name="connsiteX4" fmla="*/ 0 w 550735"/>
                <a:gd name="connsiteY4" fmla="*/ 0 h 548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0735" h="548068">
                  <a:moveTo>
                    <a:pt x="0" y="0"/>
                  </a:moveTo>
                  <a:lnTo>
                    <a:pt x="550736" y="0"/>
                  </a:lnTo>
                  <a:lnTo>
                    <a:pt x="550736" y="548068"/>
                  </a:lnTo>
                  <a:lnTo>
                    <a:pt x="0" y="54806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</p:grpSp>
      <p:sp>
        <p:nvSpPr>
          <p:cNvPr id="30" name="TextBox 14">
            <a:extLst>
              <a:ext uri="{FF2B5EF4-FFF2-40B4-BE49-F238E27FC236}">
                <a16:creationId xmlns:a16="http://schemas.microsoft.com/office/drawing/2014/main" id="{577819B6-DEC9-E7DC-73B1-262FB2BA0C17}"/>
              </a:ext>
            </a:extLst>
          </p:cNvPr>
          <p:cNvSpPr txBox="1"/>
          <p:nvPr userDrawn="1"/>
        </p:nvSpPr>
        <p:spPr>
          <a:xfrm>
            <a:off x="288351" y="6436057"/>
            <a:ext cx="1098003" cy="193548"/>
          </a:xfrm>
          <a:prstGeom prst="rect">
            <a:avLst/>
          </a:prstGeom>
          <a:ln>
            <a:noFill/>
          </a:ln>
        </p:spPr>
        <p:txBody>
          <a:bodyPr wrap="square" lIns="0" tIns="0" rIns="0" bIns="18000" rtlCol="0" anchor="t">
            <a:spAutoFit/>
          </a:bodyPr>
          <a:lstStyle/>
          <a:p>
            <a:pPr>
              <a:lnSpc>
                <a:spcPts val="1493"/>
              </a:lnSpc>
              <a:spcBef>
                <a:spcPct val="0"/>
              </a:spcBef>
            </a:pPr>
            <a:r>
              <a:rPr lang="en-US" sz="1000" dirty="0">
                <a:solidFill>
                  <a:schemeClr val="bg1"/>
                </a:solidFill>
                <a:latin typeface="Work Sans" pitchFamily="2" charset="0"/>
              </a:rPr>
              <a:t>bip-group.com</a:t>
            </a:r>
            <a:endParaRPr lang="it-IT" dirty="0">
              <a:solidFill>
                <a:schemeClr val="bg1"/>
              </a:solidFill>
              <a:latin typeface="Work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73805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W] Name-Role-Contact-Static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a white surface&#10;&#10;Description automatically generated">
            <a:extLst>
              <a:ext uri="{FF2B5EF4-FFF2-40B4-BE49-F238E27FC236}">
                <a16:creationId xmlns:a16="http://schemas.microsoft.com/office/drawing/2014/main" id="{4A9D59C5-83C2-23ED-9668-A6BBA3043E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643" t="16391" r="15643" b="2165"/>
          <a:stretch/>
        </p:blipFill>
        <p:spPr>
          <a:xfrm rot="16200000">
            <a:off x="2667000" y="-2667001"/>
            <a:ext cx="6858000" cy="1219200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2CD0C0F3-A61C-CC79-A633-D945ECF1036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5530" y="2001955"/>
            <a:ext cx="608385" cy="608385"/>
          </a:xfrm>
          <a:prstGeom prst="rect">
            <a:avLst/>
          </a:prstGeom>
        </p:spPr>
      </p:pic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643F1260-8D70-4F67-02CC-AC422E8036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1572" y="3475306"/>
            <a:ext cx="3913187" cy="254000"/>
          </a:xfrm>
        </p:spPr>
        <p:txBody>
          <a:bodyPr/>
          <a:lstStyle>
            <a:lvl1pPr>
              <a:defRPr sz="1600">
                <a:solidFill>
                  <a:srgbClr val="0C2340"/>
                </a:solidFill>
                <a:latin typeface="Work Sans SemiBold" pitchFamily="2" charset="0"/>
              </a:defRPr>
            </a:lvl1pPr>
            <a:lvl5pPr>
              <a:defRPr/>
            </a:lvl5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8366590D-D1AC-4902-CC7E-9F0B5F7D47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1572" y="3733411"/>
            <a:ext cx="3913187" cy="254000"/>
          </a:xfrm>
        </p:spPr>
        <p:txBody>
          <a:bodyPr/>
          <a:lstStyle>
            <a:lvl1pPr>
              <a:defRPr sz="1600">
                <a:solidFill>
                  <a:srgbClr val="0C2340"/>
                </a:solidFill>
                <a:latin typeface="Work Sans SemiBold" pitchFamily="2" charset="0"/>
              </a:defRPr>
            </a:lvl1pPr>
            <a:lvl5pPr>
              <a:defRPr/>
            </a:lvl5pPr>
          </a:lstStyle>
          <a:p>
            <a:pPr lvl="0"/>
            <a:r>
              <a:rPr lang="en-GB" dirty="0"/>
              <a:t>Role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9E7E370D-7DDB-A429-05A6-5E0954943F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572" y="4169390"/>
            <a:ext cx="3913187" cy="428010"/>
          </a:xfrm>
        </p:spPr>
        <p:txBody>
          <a:bodyPr/>
          <a:lstStyle>
            <a:lvl1pPr>
              <a:spcAft>
                <a:spcPts val="0"/>
              </a:spcAft>
              <a:defRPr sz="1200">
                <a:solidFill>
                  <a:srgbClr val="0C2340"/>
                </a:solidFill>
                <a:latin typeface="Work Sans" pitchFamily="2" charset="0"/>
              </a:defRPr>
            </a:lvl1pPr>
            <a:lvl5pPr>
              <a:defRPr/>
            </a:lvl5pPr>
          </a:lstStyle>
          <a:p>
            <a:pPr lvl="0"/>
            <a:r>
              <a:rPr lang="en-GB" dirty="0"/>
              <a:t>+ 00 000 000-000</a:t>
            </a:r>
          </a:p>
          <a:p>
            <a:pPr lvl="0"/>
            <a:r>
              <a:rPr lang="en-GB" dirty="0"/>
              <a:t>name.surname@bip-group.com</a:t>
            </a:r>
          </a:p>
        </p:txBody>
      </p:sp>
      <p:sp>
        <p:nvSpPr>
          <p:cNvPr id="6" name="TextBox 14">
            <a:extLst>
              <a:ext uri="{FF2B5EF4-FFF2-40B4-BE49-F238E27FC236}">
                <a16:creationId xmlns:a16="http://schemas.microsoft.com/office/drawing/2014/main" id="{8304AAE2-A5FF-F691-94EE-C383A97247E8}"/>
              </a:ext>
            </a:extLst>
          </p:cNvPr>
          <p:cNvSpPr txBox="1"/>
          <p:nvPr userDrawn="1"/>
        </p:nvSpPr>
        <p:spPr>
          <a:xfrm>
            <a:off x="288351" y="6436057"/>
            <a:ext cx="1098003" cy="193548"/>
          </a:xfrm>
          <a:prstGeom prst="rect">
            <a:avLst/>
          </a:prstGeom>
          <a:ln>
            <a:noFill/>
          </a:ln>
        </p:spPr>
        <p:txBody>
          <a:bodyPr wrap="square" lIns="0" tIns="0" rIns="0" bIns="18000" rtlCol="0" anchor="t">
            <a:spAutoFit/>
          </a:bodyPr>
          <a:lstStyle/>
          <a:p>
            <a:pPr>
              <a:lnSpc>
                <a:spcPts val="1493"/>
              </a:lnSpc>
              <a:spcBef>
                <a:spcPct val="0"/>
              </a:spcBef>
            </a:pPr>
            <a:r>
              <a:rPr lang="en-US" sz="1000" dirty="0">
                <a:solidFill>
                  <a:schemeClr val="bg1"/>
                </a:solidFill>
                <a:latin typeface="Work Sans" pitchFamily="2" charset="0"/>
              </a:rPr>
              <a:t>bip-group.com</a:t>
            </a:r>
            <a:endParaRPr lang="it-IT" dirty="0">
              <a:solidFill>
                <a:schemeClr val="bg1"/>
              </a:solidFill>
              <a:latin typeface="Work Sans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353098-EA0B-E8C4-90B5-C97BD568F9FD}"/>
              </a:ext>
            </a:extLst>
          </p:cNvPr>
          <p:cNvSpPr txBox="1"/>
          <p:nvPr userDrawn="1"/>
        </p:nvSpPr>
        <p:spPr>
          <a:xfrm>
            <a:off x="249238" y="2720252"/>
            <a:ext cx="4231729" cy="608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60"/>
              </a:lnSpc>
            </a:pPr>
            <a:r>
              <a:rPr lang="en-US" sz="4000" dirty="0">
                <a:solidFill>
                  <a:srgbClr val="0C2340"/>
                </a:solidFill>
                <a:latin typeface="Work Sans Light" pitchFamily="2" charset="0"/>
              </a:rPr>
              <a:t>Get in touch</a:t>
            </a:r>
          </a:p>
        </p:txBody>
      </p:sp>
      <p:grpSp>
        <p:nvGrpSpPr>
          <p:cNvPr id="2" name="Graphic 6">
            <a:extLst>
              <a:ext uri="{FF2B5EF4-FFF2-40B4-BE49-F238E27FC236}">
                <a16:creationId xmlns:a16="http://schemas.microsoft.com/office/drawing/2014/main" id="{FCA1E647-356C-6075-49B8-C85759F123B7}"/>
              </a:ext>
            </a:extLst>
          </p:cNvPr>
          <p:cNvGrpSpPr/>
          <p:nvPr userDrawn="1"/>
        </p:nvGrpSpPr>
        <p:grpSpPr>
          <a:xfrm>
            <a:off x="260195" y="300304"/>
            <a:ext cx="663812" cy="462832"/>
            <a:chOff x="3414712" y="1223962"/>
            <a:chExt cx="5362002" cy="3738562"/>
          </a:xfrm>
          <a:solidFill>
            <a:srgbClr val="DA291C"/>
          </a:solidFill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3BB7E94C-31EC-E106-17D8-B0BA64ECA7D4}"/>
                </a:ext>
              </a:extLst>
            </p:cNvPr>
            <p:cNvSpPr/>
            <p:nvPr/>
          </p:nvSpPr>
          <p:spPr>
            <a:xfrm>
              <a:off x="6326790" y="2037882"/>
              <a:ext cx="1714200" cy="2924642"/>
            </a:xfrm>
            <a:custGeom>
              <a:avLst/>
              <a:gdLst>
                <a:gd name="connsiteX0" fmla="*/ 0 w 1714200"/>
                <a:gd name="connsiteY0" fmla="*/ 1557424 h 2924642"/>
                <a:gd name="connsiteX1" fmla="*/ 16288 w 1714200"/>
                <a:gd name="connsiteY1" fmla="*/ 1557424 h 2924642"/>
                <a:gd name="connsiteX2" fmla="*/ 658463 w 1714200"/>
                <a:gd name="connsiteY2" fmla="*/ 1557424 h 2924642"/>
                <a:gd name="connsiteX3" fmla="*/ 1153477 w 1714200"/>
                <a:gd name="connsiteY3" fmla="*/ 1142229 h 2924642"/>
                <a:gd name="connsiteX4" fmla="*/ 750475 w 1714200"/>
                <a:gd name="connsiteY4" fmla="*/ 562538 h 2924642"/>
                <a:gd name="connsiteX5" fmla="*/ 653129 w 1714200"/>
                <a:gd name="connsiteY5" fmla="*/ 553775 h 2924642"/>
                <a:gd name="connsiteX6" fmla="*/ 292703 w 1714200"/>
                <a:gd name="connsiteY6" fmla="*/ 553394 h 2924642"/>
                <a:gd name="connsiteX7" fmla="*/ 277273 w 1714200"/>
                <a:gd name="connsiteY7" fmla="*/ 553394 h 2924642"/>
                <a:gd name="connsiteX8" fmla="*/ 277273 w 1714200"/>
                <a:gd name="connsiteY8" fmla="*/ 944 h 2924642"/>
                <a:gd name="connsiteX9" fmla="*/ 289655 w 1714200"/>
                <a:gd name="connsiteY9" fmla="*/ 372 h 2924642"/>
                <a:gd name="connsiteX10" fmla="*/ 658082 w 1714200"/>
                <a:gd name="connsiteY10" fmla="*/ 563 h 2924642"/>
                <a:gd name="connsiteX11" fmla="*/ 1383221 w 1714200"/>
                <a:gd name="connsiteY11" fmla="*/ 288694 h 2924642"/>
                <a:gd name="connsiteX12" fmla="*/ 1691164 w 1714200"/>
                <a:gd name="connsiteY12" fmla="*/ 835810 h 2924642"/>
                <a:gd name="connsiteX13" fmla="*/ 1712690 w 1714200"/>
                <a:gd name="connsiteY13" fmla="*/ 1107558 h 2924642"/>
                <a:gd name="connsiteX14" fmla="*/ 1424749 w 1714200"/>
                <a:gd name="connsiteY14" fmla="*/ 1780690 h 2924642"/>
                <a:gd name="connsiteX15" fmla="*/ 847915 w 1714200"/>
                <a:gd name="connsiteY15" fmla="*/ 2093205 h 2924642"/>
                <a:gd name="connsiteX16" fmla="*/ 631317 w 1714200"/>
                <a:gd name="connsiteY16" fmla="*/ 2109493 h 2924642"/>
                <a:gd name="connsiteX17" fmla="*/ 562927 w 1714200"/>
                <a:gd name="connsiteY17" fmla="*/ 2109302 h 2924642"/>
                <a:gd name="connsiteX18" fmla="*/ 552545 w 1714200"/>
                <a:gd name="connsiteY18" fmla="*/ 2119780 h 2924642"/>
                <a:gd name="connsiteX19" fmla="*/ 552545 w 1714200"/>
                <a:gd name="connsiteY19" fmla="*/ 2128924 h 2924642"/>
                <a:gd name="connsiteX20" fmla="*/ 552545 w 1714200"/>
                <a:gd name="connsiteY20" fmla="*/ 2907783 h 2924642"/>
                <a:gd name="connsiteX21" fmla="*/ 552545 w 1714200"/>
                <a:gd name="connsiteY21" fmla="*/ 2924642 h 2924642"/>
                <a:gd name="connsiteX22" fmla="*/ 95 w 1714200"/>
                <a:gd name="connsiteY22" fmla="*/ 2924642 h 2924642"/>
                <a:gd name="connsiteX23" fmla="*/ 95 w 1714200"/>
                <a:gd name="connsiteY23" fmla="*/ 1557424 h 292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14200" h="2924642">
                  <a:moveTo>
                    <a:pt x="0" y="1557424"/>
                  </a:moveTo>
                  <a:cubicBezTo>
                    <a:pt x="6477" y="1557424"/>
                    <a:pt x="11335" y="1557424"/>
                    <a:pt x="16288" y="1557424"/>
                  </a:cubicBezTo>
                  <a:cubicBezTo>
                    <a:pt x="230314" y="1557424"/>
                    <a:pt x="444341" y="1557424"/>
                    <a:pt x="658463" y="1557424"/>
                  </a:cubicBezTo>
                  <a:cubicBezTo>
                    <a:pt x="901922" y="1557424"/>
                    <a:pt x="1110901" y="1382069"/>
                    <a:pt x="1153477" y="1142229"/>
                  </a:cubicBezTo>
                  <a:cubicBezTo>
                    <a:pt x="1201388" y="872005"/>
                    <a:pt x="1019461" y="609782"/>
                    <a:pt x="750475" y="562538"/>
                  </a:cubicBezTo>
                  <a:cubicBezTo>
                    <a:pt x="718471" y="556918"/>
                    <a:pt x="685609" y="554060"/>
                    <a:pt x="653129" y="553775"/>
                  </a:cubicBezTo>
                  <a:cubicBezTo>
                    <a:pt x="533019" y="552727"/>
                    <a:pt x="412813" y="553394"/>
                    <a:pt x="292703" y="553394"/>
                  </a:cubicBezTo>
                  <a:lnTo>
                    <a:pt x="277273" y="553394"/>
                  </a:lnTo>
                  <a:lnTo>
                    <a:pt x="277273" y="944"/>
                  </a:lnTo>
                  <a:cubicBezTo>
                    <a:pt x="281559" y="753"/>
                    <a:pt x="285559" y="372"/>
                    <a:pt x="289655" y="372"/>
                  </a:cubicBezTo>
                  <a:cubicBezTo>
                    <a:pt x="412432" y="372"/>
                    <a:pt x="535305" y="-580"/>
                    <a:pt x="658082" y="563"/>
                  </a:cubicBezTo>
                  <a:cubicBezTo>
                    <a:pt x="936784" y="3134"/>
                    <a:pt x="1179862" y="97527"/>
                    <a:pt x="1383221" y="288694"/>
                  </a:cubicBezTo>
                  <a:cubicBezTo>
                    <a:pt x="1542669" y="438522"/>
                    <a:pt x="1645348" y="621402"/>
                    <a:pt x="1691164" y="835810"/>
                  </a:cubicBezTo>
                  <a:cubicBezTo>
                    <a:pt x="1710404" y="925440"/>
                    <a:pt x="1717643" y="1016213"/>
                    <a:pt x="1712690" y="1107558"/>
                  </a:cubicBezTo>
                  <a:cubicBezTo>
                    <a:pt x="1698593" y="1366733"/>
                    <a:pt x="1603248" y="1592095"/>
                    <a:pt x="1424749" y="1780690"/>
                  </a:cubicBezTo>
                  <a:cubicBezTo>
                    <a:pt x="1266920" y="1947473"/>
                    <a:pt x="1074134" y="2051676"/>
                    <a:pt x="847915" y="2093205"/>
                  </a:cubicBezTo>
                  <a:cubicBezTo>
                    <a:pt x="776288" y="2106350"/>
                    <a:pt x="703993" y="2110731"/>
                    <a:pt x="631317" y="2109493"/>
                  </a:cubicBezTo>
                  <a:cubicBezTo>
                    <a:pt x="608552" y="2109112"/>
                    <a:pt x="585692" y="2109683"/>
                    <a:pt x="562927" y="2109302"/>
                  </a:cubicBezTo>
                  <a:cubicBezTo>
                    <a:pt x="555022" y="2109207"/>
                    <a:pt x="551593" y="2111684"/>
                    <a:pt x="552545" y="2119780"/>
                  </a:cubicBezTo>
                  <a:cubicBezTo>
                    <a:pt x="552926" y="2122733"/>
                    <a:pt x="552545" y="2125876"/>
                    <a:pt x="552545" y="2128924"/>
                  </a:cubicBezTo>
                  <a:cubicBezTo>
                    <a:pt x="552545" y="2388575"/>
                    <a:pt x="552545" y="2648132"/>
                    <a:pt x="552545" y="2907783"/>
                  </a:cubicBezTo>
                  <a:cubicBezTo>
                    <a:pt x="552545" y="2913117"/>
                    <a:pt x="552545" y="2918356"/>
                    <a:pt x="552545" y="2924642"/>
                  </a:cubicBezTo>
                  <a:lnTo>
                    <a:pt x="95" y="2924642"/>
                  </a:lnTo>
                  <a:lnTo>
                    <a:pt x="95" y="15574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5" name="Freeform: Shape 5">
              <a:extLst>
                <a:ext uri="{FF2B5EF4-FFF2-40B4-BE49-F238E27FC236}">
                  <a16:creationId xmlns:a16="http://schemas.microsoft.com/office/drawing/2014/main" id="{CA7F9AD5-F47C-DCBA-9E78-CCACBB6E446D}"/>
                </a:ext>
              </a:extLst>
            </p:cNvPr>
            <p:cNvSpPr/>
            <p:nvPr/>
          </p:nvSpPr>
          <p:spPr>
            <a:xfrm>
              <a:off x="3414712" y="1223962"/>
              <a:ext cx="1713050" cy="2923604"/>
            </a:xfrm>
            <a:custGeom>
              <a:avLst/>
              <a:gdLst>
                <a:gd name="connsiteX0" fmla="*/ 276320 w 1713050"/>
                <a:gd name="connsiteY0" fmla="*/ 2923413 h 2923604"/>
                <a:gd name="connsiteX1" fmla="*/ 276320 w 1713050"/>
                <a:gd name="connsiteY1" fmla="*/ 2371439 h 2923604"/>
                <a:gd name="connsiteX2" fmla="*/ 291179 w 1713050"/>
                <a:gd name="connsiteY2" fmla="*/ 2371439 h 2923604"/>
                <a:gd name="connsiteX3" fmla="*/ 657320 w 1713050"/>
                <a:gd name="connsiteY3" fmla="*/ 2371439 h 2923604"/>
                <a:gd name="connsiteX4" fmla="*/ 1151192 w 1713050"/>
                <a:gd name="connsiteY4" fmla="*/ 1966817 h 2923604"/>
                <a:gd name="connsiteX5" fmla="*/ 749237 w 1713050"/>
                <a:gd name="connsiteY5" fmla="*/ 1376458 h 2923604"/>
                <a:gd name="connsiteX6" fmla="*/ 654177 w 1713050"/>
                <a:gd name="connsiteY6" fmla="*/ 1367790 h 2923604"/>
                <a:gd name="connsiteX7" fmla="*/ 15431 w 1713050"/>
                <a:gd name="connsiteY7" fmla="*/ 1367409 h 2923604"/>
                <a:gd name="connsiteX8" fmla="*/ 0 w 1713050"/>
                <a:gd name="connsiteY8" fmla="*/ 1367409 h 2923604"/>
                <a:gd name="connsiteX9" fmla="*/ 0 w 1713050"/>
                <a:gd name="connsiteY9" fmla="*/ 0 h 2923604"/>
                <a:gd name="connsiteX10" fmla="*/ 551021 w 1713050"/>
                <a:gd name="connsiteY10" fmla="*/ 0 h 2923604"/>
                <a:gd name="connsiteX11" fmla="*/ 551688 w 1713050"/>
                <a:gd name="connsiteY11" fmla="*/ 15431 h 2923604"/>
                <a:gd name="connsiteX12" fmla="*/ 551688 w 1713050"/>
                <a:gd name="connsiteY12" fmla="*/ 794290 h 2923604"/>
                <a:gd name="connsiteX13" fmla="*/ 551688 w 1713050"/>
                <a:gd name="connsiteY13" fmla="*/ 805720 h 2923604"/>
                <a:gd name="connsiteX14" fmla="*/ 560356 w 1713050"/>
                <a:gd name="connsiteY14" fmla="*/ 814388 h 2923604"/>
                <a:gd name="connsiteX15" fmla="*/ 605981 w 1713050"/>
                <a:gd name="connsiteY15" fmla="*/ 814388 h 2923604"/>
                <a:gd name="connsiteX16" fmla="*/ 803815 w 1713050"/>
                <a:gd name="connsiteY16" fmla="*/ 824675 h 2923604"/>
                <a:gd name="connsiteX17" fmla="*/ 1114425 w 1713050"/>
                <a:gd name="connsiteY17" fmla="*/ 917638 h 2923604"/>
                <a:gd name="connsiteX18" fmla="*/ 1411224 w 1713050"/>
                <a:gd name="connsiteY18" fmla="*/ 1130332 h 2923604"/>
                <a:gd name="connsiteX19" fmla="*/ 1696307 w 1713050"/>
                <a:gd name="connsiteY19" fmla="*/ 1682306 h 2923604"/>
                <a:gd name="connsiteX20" fmla="*/ 1429322 w 1713050"/>
                <a:gd name="connsiteY20" fmla="*/ 2588800 h 2923604"/>
                <a:gd name="connsiteX21" fmla="*/ 866204 w 1713050"/>
                <a:gd name="connsiteY21" fmla="*/ 2903887 h 2923604"/>
                <a:gd name="connsiteX22" fmla="*/ 670465 w 1713050"/>
                <a:gd name="connsiteY22" fmla="*/ 2923604 h 2923604"/>
                <a:gd name="connsiteX23" fmla="*/ 291751 w 1713050"/>
                <a:gd name="connsiteY23" fmla="*/ 2923604 h 2923604"/>
                <a:gd name="connsiteX24" fmla="*/ 276416 w 1713050"/>
                <a:gd name="connsiteY24" fmla="*/ 2923604 h 2923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13050" h="2923604">
                  <a:moveTo>
                    <a:pt x="276320" y="2923413"/>
                  </a:moveTo>
                  <a:lnTo>
                    <a:pt x="276320" y="2371439"/>
                  </a:lnTo>
                  <a:lnTo>
                    <a:pt x="291179" y="2371439"/>
                  </a:lnTo>
                  <a:cubicBezTo>
                    <a:pt x="413195" y="2371439"/>
                    <a:pt x="535305" y="2371439"/>
                    <a:pt x="657320" y="2371439"/>
                  </a:cubicBezTo>
                  <a:cubicBezTo>
                    <a:pt x="897065" y="2371439"/>
                    <a:pt x="1104233" y="2201704"/>
                    <a:pt x="1151192" y="1966817"/>
                  </a:cubicBezTo>
                  <a:cubicBezTo>
                    <a:pt x="1205770" y="1693736"/>
                    <a:pt x="1023557" y="1425607"/>
                    <a:pt x="749237" y="1376458"/>
                  </a:cubicBezTo>
                  <a:cubicBezTo>
                    <a:pt x="717995" y="1370838"/>
                    <a:pt x="685895" y="1367885"/>
                    <a:pt x="654177" y="1367790"/>
                  </a:cubicBezTo>
                  <a:cubicBezTo>
                    <a:pt x="441293" y="1367028"/>
                    <a:pt x="228314" y="1367409"/>
                    <a:pt x="15431" y="1367409"/>
                  </a:cubicBezTo>
                  <a:lnTo>
                    <a:pt x="0" y="1367409"/>
                  </a:lnTo>
                  <a:lnTo>
                    <a:pt x="0" y="0"/>
                  </a:lnTo>
                  <a:lnTo>
                    <a:pt x="551021" y="0"/>
                  </a:lnTo>
                  <a:cubicBezTo>
                    <a:pt x="551212" y="5144"/>
                    <a:pt x="551688" y="10287"/>
                    <a:pt x="551688" y="15431"/>
                  </a:cubicBezTo>
                  <a:cubicBezTo>
                    <a:pt x="551688" y="275082"/>
                    <a:pt x="551688" y="534734"/>
                    <a:pt x="551688" y="794290"/>
                  </a:cubicBezTo>
                  <a:cubicBezTo>
                    <a:pt x="551688" y="798100"/>
                    <a:pt x="551974" y="801910"/>
                    <a:pt x="551688" y="805720"/>
                  </a:cubicBezTo>
                  <a:cubicBezTo>
                    <a:pt x="551212" y="812102"/>
                    <a:pt x="553974" y="814483"/>
                    <a:pt x="560356" y="814388"/>
                  </a:cubicBezTo>
                  <a:cubicBezTo>
                    <a:pt x="575596" y="814102"/>
                    <a:pt x="590741" y="814388"/>
                    <a:pt x="605981" y="814388"/>
                  </a:cubicBezTo>
                  <a:cubicBezTo>
                    <a:pt x="672084" y="814388"/>
                    <a:pt x="738092" y="815626"/>
                    <a:pt x="803815" y="824675"/>
                  </a:cubicBezTo>
                  <a:cubicBezTo>
                    <a:pt x="912209" y="839629"/>
                    <a:pt x="1015746" y="870395"/>
                    <a:pt x="1114425" y="917638"/>
                  </a:cubicBezTo>
                  <a:cubicBezTo>
                    <a:pt x="1225868" y="970979"/>
                    <a:pt x="1325023" y="1041940"/>
                    <a:pt x="1411224" y="1130332"/>
                  </a:cubicBezTo>
                  <a:cubicBezTo>
                    <a:pt x="1562291" y="1285208"/>
                    <a:pt x="1660970" y="1468469"/>
                    <a:pt x="1696307" y="1682306"/>
                  </a:cubicBezTo>
                  <a:cubicBezTo>
                    <a:pt x="1753076" y="2026539"/>
                    <a:pt x="1665827" y="2330863"/>
                    <a:pt x="1429322" y="2588800"/>
                  </a:cubicBezTo>
                  <a:cubicBezTo>
                    <a:pt x="1276826" y="2755106"/>
                    <a:pt x="1087279" y="2858738"/>
                    <a:pt x="866204" y="2903887"/>
                  </a:cubicBezTo>
                  <a:cubicBezTo>
                    <a:pt x="801719" y="2917031"/>
                    <a:pt x="736378" y="2923699"/>
                    <a:pt x="670465" y="2923604"/>
                  </a:cubicBezTo>
                  <a:cubicBezTo>
                    <a:pt x="544259" y="2923413"/>
                    <a:pt x="418052" y="2923604"/>
                    <a:pt x="291751" y="2923604"/>
                  </a:cubicBezTo>
                  <a:lnTo>
                    <a:pt x="276416" y="292360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12" name="Freeform: Shape 6">
              <a:extLst>
                <a:ext uri="{FF2B5EF4-FFF2-40B4-BE49-F238E27FC236}">
                  <a16:creationId xmlns:a16="http://schemas.microsoft.com/office/drawing/2014/main" id="{3BAAD4F1-6465-4679-D0D1-872E956F3160}"/>
                </a:ext>
              </a:extLst>
            </p:cNvPr>
            <p:cNvSpPr/>
            <p:nvPr/>
          </p:nvSpPr>
          <p:spPr>
            <a:xfrm>
              <a:off x="5430204" y="2035874"/>
              <a:ext cx="551783" cy="2105311"/>
            </a:xfrm>
            <a:custGeom>
              <a:avLst/>
              <a:gdLst>
                <a:gd name="connsiteX0" fmla="*/ 551783 w 551783"/>
                <a:gd name="connsiteY0" fmla="*/ 0 h 2105310"/>
                <a:gd name="connsiteX1" fmla="*/ 551783 w 551783"/>
                <a:gd name="connsiteY1" fmla="*/ 2105311 h 2105310"/>
                <a:gd name="connsiteX2" fmla="*/ 0 w 551783"/>
                <a:gd name="connsiteY2" fmla="*/ 2105311 h 2105310"/>
                <a:gd name="connsiteX3" fmla="*/ 0 w 551783"/>
                <a:gd name="connsiteY3" fmla="*/ 0 h 2105310"/>
                <a:gd name="connsiteX4" fmla="*/ 551783 w 551783"/>
                <a:gd name="connsiteY4" fmla="*/ 0 h 210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1783" h="2105310">
                  <a:moveTo>
                    <a:pt x="551783" y="0"/>
                  </a:moveTo>
                  <a:lnTo>
                    <a:pt x="551783" y="2105311"/>
                  </a:lnTo>
                  <a:lnTo>
                    <a:pt x="0" y="2105311"/>
                  </a:lnTo>
                  <a:lnTo>
                    <a:pt x="0" y="0"/>
                  </a:lnTo>
                  <a:lnTo>
                    <a:pt x="5517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13" name="Freeform: Shape 9">
              <a:extLst>
                <a:ext uri="{FF2B5EF4-FFF2-40B4-BE49-F238E27FC236}">
                  <a16:creationId xmlns:a16="http://schemas.microsoft.com/office/drawing/2014/main" id="{CCB6C331-ACE9-2D0E-0406-559C2C80316F}"/>
                </a:ext>
              </a:extLst>
            </p:cNvPr>
            <p:cNvSpPr/>
            <p:nvPr/>
          </p:nvSpPr>
          <p:spPr>
            <a:xfrm>
              <a:off x="8225979" y="3593115"/>
              <a:ext cx="550735" cy="548068"/>
            </a:xfrm>
            <a:custGeom>
              <a:avLst/>
              <a:gdLst>
                <a:gd name="connsiteX0" fmla="*/ 0 w 550735"/>
                <a:gd name="connsiteY0" fmla="*/ 0 h 548068"/>
                <a:gd name="connsiteX1" fmla="*/ 550736 w 550735"/>
                <a:gd name="connsiteY1" fmla="*/ 0 h 548068"/>
                <a:gd name="connsiteX2" fmla="*/ 550736 w 550735"/>
                <a:gd name="connsiteY2" fmla="*/ 548068 h 548068"/>
                <a:gd name="connsiteX3" fmla="*/ 0 w 550735"/>
                <a:gd name="connsiteY3" fmla="*/ 548068 h 548068"/>
                <a:gd name="connsiteX4" fmla="*/ 0 w 550735"/>
                <a:gd name="connsiteY4" fmla="*/ 0 h 548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0735" h="548068">
                  <a:moveTo>
                    <a:pt x="0" y="0"/>
                  </a:moveTo>
                  <a:lnTo>
                    <a:pt x="550736" y="0"/>
                  </a:lnTo>
                  <a:lnTo>
                    <a:pt x="550736" y="548068"/>
                  </a:lnTo>
                  <a:lnTo>
                    <a:pt x="0" y="54806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45878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B] Profile Picture-Name-Role-Contact-Static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blue and white swirly object&#10;&#10;Description automatically generated">
            <a:extLst>
              <a:ext uri="{FF2B5EF4-FFF2-40B4-BE49-F238E27FC236}">
                <a16:creationId xmlns:a16="http://schemas.microsoft.com/office/drawing/2014/main" id="{F98E01C4-C644-6B37-A67D-B8C1C804D7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98"/>
          <a:stretch/>
        </p:blipFill>
        <p:spPr>
          <a:xfrm>
            <a:off x="4792368" y="-1"/>
            <a:ext cx="7399633" cy="687172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269D381-BFD5-D547-EE92-50CA5588240C}"/>
              </a:ext>
            </a:extLst>
          </p:cNvPr>
          <p:cNvSpPr/>
          <p:nvPr userDrawn="1"/>
        </p:nvSpPr>
        <p:spPr>
          <a:xfrm rot="5400000">
            <a:off x="1065801" y="-1065803"/>
            <a:ext cx="6871722" cy="9003327"/>
          </a:xfrm>
          <a:prstGeom prst="rect">
            <a:avLst/>
          </a:prstGeom>
          <a:gradFill>
            <a:gsLst>
              <a:gs pos="0">
                <a:srgbClr val="0C2340">
                  <a:alpha val="0"/>
                </a:srgbClr>
              </a:gs>
              <a:gs pos="46000">
                <a:srgbClr val="0C2340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grpSp>
        <p:nvGrpSpPr>
          <p:cNvPr id="11" name="Graphic 6">
            <a:extLst>
              <a:ext uri="{FF2B5EF4-FFF2-40B4-BE49-F238E27FC236}">
                <a16:creationId xmlns:a16="http://schemas.microsoft.com/office/drawing/2014/main" id="{A3A798A1-53A9-CE1B-F0E1-B2B40D5D9226}"/>
              </a:ext>
            </a:extLst>
          </p:cNvPr>
          <p:cNvGrpSpPr/>
          <p:nvPr userDrawn="1"/>
        </p:nvGrpSpPr>
        <p:grpSpPr>
          <a:xfrm>
            <a:off x="260195" y="300304"/>
            <a:ext cx="663812" cy="462832"/>
            <a:chOff x="3414712" y="1223962"/>
            <a:chExt cx="5362002" cy="3738562"/>
          </a:xfrm>
          <a:solidFill>
            <a:srgbClr val="DA291C"/>
          </a:solidFill>
        </p:grpSpPr>
        <p:sp>
          <p:nvSpPr>
            <p:cNvPr id="17" name="Freeform: Shape 3">
              <a:extLst>
                <a:ext uri="{FF2B5EF4-FFF2-40B4-BE49-F238E27FC236}">
                  <a16:creationId xmlns:a16="http://schemas.microsoft.com/office/drawing/2014/main" id="{1543B158-3EAE-A2C7-6B60-7AB4D63299AD}"/>
                </a:ext>
              </a:extLst>
            </p:cNvPr>
            <p:cNvSpPr/>
            <p:nvPr/>
          </p:nvSpPr>
          <p:spPr>
            <a:xfrm>
              <a:off x="6326790" y="2037882"/>
              <a:ext cx="1714200" cy="2924642"/>
            </a:xfrm>
            <a:custGeom>
              <a:avLst/>
              <a:gdLst>
                <a:gd name="connsiteX0" fmla="*/ 0 w 1714200"/>
                <a:gd name="connsiteY0" fmla="*/ 1557424 h 2924642"/>
                <a:gd name="connsiteX1" fmla="*/ 16288 w 1714200"/>
                <a:gd name="connsiteY1" fmla="*/ 1557424 h 2924642"/>
                <a:gd name="connsiteX2" fmla="*/ 658463 w 1714200"/>
                <a:gd name="connsiteY2" fmla="*/ 1557424 h 2924642"/>
                <a:gd name="connsiteX3" fmla="*/ 1153477 w 1714200"/>
                <a:gd name="connsiteY3" fmla="*/ 1142229 h 2924642"/>
                <a:gd name="connsiteX4" fmla="*/ 750475 w 1714200"/>
                <a:gd name="connsiteY4" fmla="*/ 562538 h 2924642"/>
                <a:gd name="connsiteX5" fmla="*/ 653129 w 1714200"/>
                <a:gd name="connsiteY5" fmla="*/ 553775 h 2924642"/>
                <a:gd name="connsiteX6" fmla="*/ 292703 w 1714200"/>
                <a:gd name="connsiteY6" fmla="*/ 553394 h 2924642"/>
                <a:gd name="connsiteX7" fmla="*/ 277273 w 1714200"/>
                <a:gd name="connsiteY7" fmla="*/ 553394 h 2924642"/>
                <a:gd name="connsiteX8" fmla="*/ 277273 w 1714200"/>
                <a:gd name="connsiteY8" fmla="*/ 944 h 2924642"/>
                <a:gd name="connsiteX9" fmla="*/ 289655 w 1714200"/>
                <a:gd name="connsiteY9" fmla="*/ 372 h 2924642"/>
                <a:gd name="connsiteX10" fmla="*/ 658082 w 1714200"/>
                <a:gd name="connsiteY10" fmla="*/ 563 h 2924642"/>
                <a:gd name="connsiteX11" fmla="*/ 1383221 w 1714200"/>
                <a:gd name="connsiteY11" fmla="*/ 288694 h 2924642"/>
                <a:gd name="connsiteX12" fmla="*/ 1691164 w 1714200"/>
                <a:gd name="connsiteY12" fmla="*/ 835810 h 2924642"/>
                <a:gd name="connsiteX13" fmla="*/ 1712690 w 1714200"/>
                <a:gd name="connsiteY13" fmla="*/ 1107558 h 2924642"/>
                <a:gd name="connsiteX14" fmla="*/ 1424749 w 1714200"/>
                <a:gd name="connsiteY14" fmla="*/ 1780690 h 2924642"/>
                <a:gd name="connsiteX15" fmla="*/ 847915 w 1714200"/>
                <a:gd name="connsiteY15" fmla="*/ 2093205 h 2924642"/>
                <a:gd name="connsiteX16" fmla="*/ 631317 w 1714200"/>
                <a:gd name="connsiteY16" fmla="*/ 2109493 h 2924642"/>
                <a:gd name="connsiteX17" fmla="*/ 562927 w 1714200"/>
                <a:gd name="connsiteY17" fmla="*/ 2109302 h 2924642"/>
                <a:gd name="connsiteX18" fmla="*/ 552545 w 1714200"/>
                <a:gd name="connsiteY18" fmla="*/ 2119780 h 2924642"/>
                <a:gd name="connsiteX19" fmla="*/ 552545 w 1714200"/>
                <a:gd name="connsiteY19" fmla="*/ 2128924 h 2924642"/>
                <a:gd name="connsiteX20" fmla="*/ 552545 w 1714200"/>
                <a:gd name="connsiteY20" fmla="*/ 2907783 h 2924642"/>
                <a:gd name="connsiteX21" fmla="*/ 552545 w 1714200"/>
                <a:gd name="connsiteY21" fmla="*/ 2924642 h 2924642"/>
                <a:gd name="connsiteX22" fmla="*/ 95 w 1714200"/>
                <a:gd name="connsiteY22" fmla="*/ 2924642 h 2924642"/>
                <a:gd name="connsiteX23" fmla="*/ 95 w 1714200"/>
                <a:gd name="connsiteY23" fmla="*/ 1557424 h 292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14200" h="2924642">
                  <a:moveTo>
                    <a:pt x="0" y="1557424"/>
                  </a:moveTo>
                  <a:cubicBezTo>
                    <a:pt x="6477" y="1557424"/>
                    <a:pt x="11335" y="1557424"/>
                    <a:pt x="16288" y="1557424"/>
                  </a:cubicBezTo>
                  <a:cubicBezTo>
                    <a:pt x="230314" y="1557424"/>
                    <a:pt x="444341" y="1557424"/>
                    <a:pt x="658463" y="1557424"/>
                  </a:cubicBezTo>
                  <a:cubicBezTo>
                    <a:pt x="901922" y="1557424"/>
                    <a:pt x="1110901" y="1382069"/>
                    <a:pt x="1153477" y="1142229"/>
                  </a:cubicBezTo>
                  <a:cubicBezTo>
                    <a:pt x="1201388" y="872005"/>
                    <a:pt x="1019461" y="609782"/>
                    <a:pt x="750475" y="562538"/>
                  </a:cubicBezTo>
                  <a:cubicBezTo>
                    <a:pt x="718471" y="556918"/>
                    <a:pt x="685609" y="554060"/>
                    <a:pt x="653129" y="553775"/>
                  </a:cubicBezTo>
                  <a:cubicBezTo>
                    <a:pt x="533019" y="552727"/>
                    <a:pt x="412813" y="553394"/>
                    <a:pt x="292703" y="553394"/>
                  </a:cubicBezTo>
                  <a:lnTo>
                    <a:pt x="277273" y="553394"/>
                  </a:lnTo>
                  <a:lnTo>
                    <a:pt x="277273" y="944"/>
                  </a:lnTo>
                  <a:cubicBezTo>
                    <a:pt x="281559" y="753"/>
                    <a:pt x="285559" y="372"/>
                    <a:pt x="289655" y="372"/>
                  </a:cubicBezTo>
                  <a:cubicBezTo>
                    <a:pt x="412432" y="372"/>
                    <a:pt x="535305" y="-580"/>
                    <a:pt x="658082" y="563"/>
                  </a:cubicBezTo>
                  <a:cubicBezTo>
                    <a:pt x="936784" y="3134"/>
                    <a:pt x="1179862" y="97527"/>
                    <a:pt x="1383221" y="288694"/>
                  </a:cubicBezTo>
                  <a:cubicBezTo>
                    <a:pt x="1542669" y="438522"/>
                    <a:pt x="1645348" y="621402"/>
                    <a:pt x="1691164" y="835810"/>
                  </a:cubicBezTo>
                  <a:cubicBezTo>
                    <a:pt x="1710404" y="925440"/>
                    <a:pt x="1717643" y="1016213"/>
                    <a:pt x="1712690" y="1107558"/>
                  </a:cubicBezTo>
                  <a:cubicBezTo>
                    <a:pt x="1698593" y="1366733"/>
                    <a:pt x="1603248" y="1592095"/>
                    <a:pt x="1424749" y="1780690"/>
                  </a:cubicBezTo>
                  <a:cubicBezTo>
                    <a:pt x="1266920" y="1947473"/>
                    <a:pt x="1074134" y="2051676"/>
                    <a:pt x="847915" y="2093205"/>
                  </a:cubicBezTo>
                  <a:cubicBezTo>
                    <a:pt x="776288" y="2106350"/>
                    <a:pt x="703993" y="2110731"/>
                    <a:pt x="631317" y="2109493"/>
                  </a:cubicBezTo>
                  <a:cubicBezTo>
                    <a:pt x="608552" y="2109112"/>
                    <a:pt x="585692" y="2109683"/>
                    <a:pt x="562927" y="2109302"/>
                  </a:cubicBezTo>
                  <a:cubicBezTo>
                    <a:pt x="555022" y="2109207"/>
                    <a:pt x="551593" y="2111684"/>
                    <a:pt x="552545" y="2119780"/>
                  </a:cubicBezTo>
                  <a:cubicBezTo>
                    <a:pt x="552926" y="2122733"/>
                    <a:pt x="552545" y="2125876"/>
                    <a:pt x="552545" y="2128924"/>
                  </a:cubicBezTo>
                  <a:cubicBezTo>
                    <a:pt x="552545" y="2388575"/>
                    <a:pt x="552545" y="2648132"/>
                    <a:pt x="552545" y="2907783"/>
                  </a:cubicBezTo>
                  <a:cubicBezTo>
                    <a:pt x="552545" y="2913117"/>
                    <a:pt x="552545" y="2918356"/>
                    <a:pt x="552545" y="2924642"/>
                  </a:cubicBezTo>
                  <a:lnTo>
                    <a:pt x="95" y="2924642"/>
                  </a:lnTo>
                  <a:lnTo>
                    <a:pt x="95" y="15574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18" name="Freeform: Shape 5">
              <a:extLst>
                <a:ext uri="{FF2B5EF4-FFF2-40B4-BE49-F238E27FC236}">
                  <a16:creationId xmlns:a16="http://schemas.microsoft.com/office/drawing/2014/main" id="{A105A5D7-1DE9-18D8-1F64-DDE359C664BC}"/>
                </a:ext>
              </a:extLst>
            </p:cNvPr>
            <p:cNvSpPr/>
            <p:nvPr/>
          </p:nvSpPr>
          <p:spPr>
            <a:xfrm>
              <a:off x="3414712" y="1223962"/>
              <a:ext cx="1713050" cy="2923604"/>
            </a:xfrm>
            <a:custGeom>
              <a:avLst/>
              <a:gdLst>
                <a:gd name="connsiteX0" fmla="*/ 276320 w 1713050"/>
                <a:gd name="connsiteY0" fmla="*/ 2923413 h 2923604"/>
                <a:gd name="connsiteX1" fmla="*/ 276320 w 1713050"/>
                <a:gd name="connsiteY1" fmla="*/ 2371439 h 2923604"/>
                <a:gd name="connsiteX2" fmla="*/ 291179 w 1713050"/>
                <a:gd name="connsiteY2" fmla="*/ 2371439 h 2923604"/>
                <a:gd name="connsiteX3" fmla="*/ 657320 w 1713050"/>
                <a:gd name="connsiteY3" fmla="*/ 2371439 h 2923604"/>
                <a:gd name="connsiteX4" fmla="*/ 1151192 w 1713050"/>
                <a:gd name="connsiteY4" fmla="*/ 1966817 h 2923604"/>
                <a:gd name="connsiteX5" fmla="*/ 749237 w 1713050"/>
                <a:gd name="connsiteY5" fmla="*/ 1376458 h 2923604"/>
                <a:gd name="connsiteX6" fmla="*/ 654177 w 1713050"/>
                <a:gd name="connsiteY6" fmla="*/ 1367790 h 2923604"/>
                <a:gd name="connsiteX7" fmla="*/ 15431 w 1713050"/>
                <a:gd name="connsiteY7" fmla="*/ 1367409 h 2923604"/>
                <a:gd name="connsiteX8" fmla="*/ 0 w 1713050"/>
                <a:gd name="connsiteY8" fmla="*/ 1367409 h 2923604"/>
                <a:gd name="connsiteX9" fmla="*/ 0 w 1713050"/>
                <a:gd name="connsiteY9" fmla="*/ 0 h 2923604"/>
                <a:gd name="connsiteX10" fmla="*/ 551021 w 1713050"/>
                <a:gd name="connsiteY10" fmla="*/ 0 h 2923604"/>
                <a:gd name="connsiteX11" fmla="*/ 551688 w 1713050"/>
                <a:gd name="connsiteY11" fmla="*/ 15431 h 2923604"/>
                <a:gd name="connsiteX12" fmla="*/ 551688 w 1713050"/>
                <a:gd name="connsiteY12" fmla="*/ 794290 h 2923604"/>
                <a:gd name="connsiteX13" fmla="*/ 551688 w 1713050"/>
                <a:gd name="connsiteY13" fmla="*/ 805720 h 2923604"/>
                <a:gd name="connsiteX14" fmla="*/ 560356 w 1713050"/>
                <a:gd name="connsiteY14" fmla="*/ 814388 h 2923604"/>
                <a:gd name="connsiteX15" fmla="*/ 605981 w 1713050"/>
                <a:gd name="connsiteY15" fmla="*/ 814388 h 2923604"/>
                <a:gd name="connsiteX16" fmla="*/ 803815 w 1713050"/>
                <a:gd name="connsiteY16" fmla="*/ 824675 h 2923604"/>
                <a:gd name="connsiteX17" fmla="*/ 1114425 w 1713050"/>
                <a:gd name="connsiteY17" fmla="*/ 917638 h 2923604"/>
                <a:gd name="connsiteX18" fmla="*/ 1411224 w 1713050"/>
                <a:gd name="connsiteY18" fmla="*/ 1130332 h 2923604"/>
                <a:gd name="connsiteX19" fmla="*/ 1696307 w 1713050"/>
                <a:gd name="connsiteY19" fmla="*/ 1682306 h 2923604"/>
                <a:gd name="connsiteX20" fmla="*/ 1429322 w 1713050"/>
                <a:gd name="connsiteY20" fmla="*/ 2588800 h 2923604"/>
                <a:gd name="connsiteX21" fmla="*/ 866204 w 1713050"/>
                <a:gd name="connsiteY21" fmla="*/ 2903887 h 2923604"/>
                <a:gd name="connsiteX22" fmla="*/ 670465 w 1713050"/>
                <a:gd name="connsiteY22" fmla="*/ 2923604 h 2923604"/>
                <a:gd name="connsiteX23" fmla="*/ 291751 w 1713050"/>
                <a:gd name="connsiteY23" fmla="*/ 2923604 h 2923604"/>
                <a:gd name="connsiteX24" fmla="*/ 276416 w 1713050"/>
                <a:gd name="connsiteY24" fmla="*/ 2923604 h 2923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13050" h="2923604">
                  <a:moveTo>
                    <a:pt x="276320" y="2923413"/>
                  </a:moveTo>
                  <a:lnTo>
                    <a:pt x="276320" y="2371439"/>
                  </a:lnTo>
                  <a:lnTo>
                    <a:pt x="291179" y="2371439"/>
                  </a:lnTo>
                  <a:cubicBezTo>
                    <a:pt x="413195" y="2371439"/>
                    <a:pt x="535305" y="2371439"/>
                    <a:pt x="657320" y="2371439"/>
                  </a:cubicBezTo>
                  <a:cubicBezTo>
                    <a:pt x="897065" y="2371439"/>
                    <a:pt x="1104233" y="2201704"/>
                    <a:pt x="1151192" y="1966817"/>
                  </a:cubicBezTo>
                  <a:cubicBezTo>
                    <a:pt x="1205770" y="1693736"/>
                    <a:pt x="1023557" y="1425607"/>
                    <a:pt x="749237" y="1376458"/>
                  </a:cubicBezTo>
                  <a:cubicBezTo>
                    <a:pt x="717995" y="1370838"/>
                    <a:pt x="685895" y="1367885"/>
                    <a:pt x="654177" y="1367790"/>
                  </a:cubicBezTo>
                  <a:cubicBezTo>
                    <a:pt x="441293" y="1367028"/>
                    <a:pt x="228314" y="1367409"/>
                    <a:pt x="15431" y="1367409"/>
                  </a:cubicBezTo>
                  <a:lnTo>
                    <a:pt x="0" y="1367409"/>
                  </a:lnTo>
                  <a:lnTo>
                    <a:pt x="0" y="0"/>
                  </a:lnTo>
                  <a:lnTo>
                    <a:pt x="551021" y="0"/>
                  </a:lnTo>
                  <a:cubicBezTo>
                    <a:pt x="551212" y="5144"/>
                    <a:pt x="551688" y="10287"/>
                    <a:pt x="551688" y="15431"/>
                  </a:cubicBezTo>
                  <a:cubicBezTo>
                    <a:pt x="551688" y="275082"/>
                    <a:pt x="551688" y="534734"/>
                    <a:pt x="551688" y="794290"/>
                  </a:cubicBezTo>
                  <a:cubicBezTo>
                    <a:pt x="551688" y="798100"/>
                    <a:pt x="551974" y="801910"/>
                    <a:pt x="551688" y="805720"/>
                  </a:cubicBezTo>
                  <a:cubicBezTo>
                    <a:pt x="551212" y="812102"/>
                    <a:pt x="553974" y="814483"/>
                    <a:pt x="560356" y="814388"/>
                  </a:cubicBezTo>
                  <a:cubicBezTo>
                    <a:pt x="575596" y="814102"/>
                    <a:pt x="590741" y="814388"/>
                    <a:pt x="605981" y="814388"/>
                  </a:cubicBezTo>
                  <a:cubicBezTo>
                    <a:pt x="672084" y="814388"/>
                    <a:pt x="738092" y="815626"/>
                    <a:pt x="803815" y="824675"/>
                  </a:cubicBezTo>
                  <a:cubicBezTo>
                    <a:pt x="912209" y="839629"/>
                    <a:pt x="1015746" y="870395"/>
                    <a:pt x="1114425" y="917638"/>
                  </a:cubicBezTo>
                  <a:cubicBezTo>
                    <a:pt x="1225868" y="970979"/>
                    <a:pt x="1325023" y="1041940"/>
                    <a:pt x="1411224" y="1130332"/>
                  </a:cubicBezTo>
                  <a:cubicBezTo>
                    <a:pt x="1562291" y="1285208"/>
                    <a:pt x="1660970" y="1468469"/>
                    <a:pt x="1696307" y="1682306"/>
                  </a:cubicBezTo>
                  <a:cubicBezTo>
                    <a:pt x="1753076" y="2026539"/>
                    <a:pt x="1665827" y="2330863"/>
                    <a:pt x="1429322" y="2588800"/>
                  </a:cubicBezTo>
                  <a:cubicBezTo>
                    <a:pt x="1276826" y="2755106"/>
                    <a:pt x="1087279" y="2858738"/>
                    <a:pt x="866204" y="2903887"/>
                  </a:cubicBezTo>
                  <a:cubicBezTo>
                    <a:pt x="801719" y="2917031"/>
                    <a:pt x="736378" y="2923699"/>
                    <a:pt x="670465" y="2923604"/>
                  </a:cubicBezTo>
                  <a:cubicBezTo>
                    <a:pt x="544259" y="2923413"/>
                    <a:pt x="418052" y="2923604"/>
                    <a:pt x="291751" y="2923604"/>
                  </a:cubicBezTo>
                  <a:lnTo>
                    <a:pt x="276416" y="292360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19" name="Freeform: Shape 6">
              <a:extLst>
                <a:ext uri="{FF2B5EF4-FFF2-40B4-BE49-F238E27FC236}">
                  <a16:creationId xmlns:a16="http://schemas.microsoft.com/office/drawing/2014/main" id="{9D2F49E4-515C-F79F-2D58-2D555E67DF94}"/>
                </a:ext>
              </a:extLst>
            </p:cNvPr>
            <p:cNvSpPr/>
            <p:nvPr/>
          </p:nvSpPr>
          <p:spPr>
            <a:xfrm>
              <a:off x="5430204" y="2035874"/>
              <a:ext cx="551783" cy="2105311"/>
            </a:xfrm>
            <a:custGeom>
              <a:avLst/>
              <a:gdLst>
                <a:gd name="connsiteX0" fmla="*/ 551783 w 551783"/>
                <a:gd name="connsiteY0" fmla="*/ 0 h 2105310"/>
                <a:gd name="connsiteX1" fmla="*/ 551783 w 551783"/>
                <a:gd name="connsiteY1" fmla="*/ 2105311 h 2105310"/>
                <a:gd name="connsiteX2" fmla="*/ 0 w 551783"/>
                <a:gd name="connsiteY2" fmla="*/ 2105311 h 2105310"/>
                <a:gd name="connsiteX3" fmla="*/ 0 w 551783"/>
                <a:gd name="connsiteY3" fmla="*/ 0 h 2105310"/>
                <a:gd name="connsiteX4" fmla="*/ 551783 w 551783"/>
                <a:gd name="connsiteY4" fmla="*/ 0 h 210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1783" h="2105310">
                  <a:moveTo>
                    <a:pt x="551783" y="0"/>
                  </a:moveTo>
                  <a:lnTo>
                    <a:pt x="551783" y="2105311"/>
                  </a:lnTo>
                  <a:lnTo>
                    <a:pt x="0" y="2105311"/>
                  </a:lnTo>
                  <a:lnTo>
                    <a:pt x="0" y="0"/>
                  </a:lnTo>
                  <a:lnTo>
                    <a:pt x="5517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20" name="Freeform: Shape 9">
              <a:extLst>
                <a:ext uri="{FF2B5EF4-FFF2-40B4-BE49-F238E27FC236}">
                  <a16:creationId xmlns:a16="http://schemas.microsoft.com/office/drawing/2014/main" id="{BF14FC29-C2F1-3FAC-5F0F-63E27F9B78A2}"/>
                </a:ext>
              </a:extLst>
            </p:cNvPr>
            <p:cNvSpPr/>
            <p:nvPr/>
          </p:nvSpPr>
          <p:spPr>
            <a:xfrm>
              <a:off x="8225979" y="3593115"/>
              <a:ext cx="550735" cy="548068"/>
            </a:xfrm>
            <a:custGeom>
              <a:avLst/>
              <a:gdLst>
                <a:gd name="connsiteX0" fmla="*/ 0 w 550735"/>
                <a:gd name="connsiteY0" fmla="*/ 0 h 548068"/>
                <a:gd name="connsiteX1" fmla="*/ 550736 w 550735"/>
                <a:gd name="connsiteY1" fmla="*/ 0 h 548068"/>
                <a:gd name="connsiteX2" fmla="*/ 550736 w 550735"/>
                <a:gd name="connsiteY2" fmla="*/ 548068 h 548068"/>
                <a:gd name="connsiteX3" fmla="*/ 0 w 550735"/>
                <a:gd name="connsiteY3" fmla="*/ 548068 h 548068"/>
                <a:gd name="connsiteX4" fmla="*/ 0 w 550735"/>
                <a:gd name="connsiteY4" fmla="*/ 0 h 548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0735" h="548068">
                  <a:moveTo>
                    <a:pt x="0" y="0"/>
                  </a:moveTo>
                  <a:lnTo>
                    <a:pt x="550736" y="0"/>
                  </a:lnTo>
                  <a:lnTo>
                    <a:pt x="550736" y="548068"/>
                  </a:lnTo>
                  <a:lnTo>
                    <a:pt x="0" y="54806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</p:grpSp>
      <p:sp>
        <p:nvSpPr>
          <p:cNvPr id="21" name="TextBox 14">
            <a:extLst>
              <a:ext uri="{FF2B5EF4-FFF2-40B4-BE49-F238E27FC236}">
                <a16:creationId xmlns:a16="http://schemas.microsoft.com/office/drawing/2014/main" id="{F5A6913F-8BD0-2E0C-2233-7256810256A6}"/>
              </a:ext>
            </a:extLst>
          </p:cNvPr>
          <p:cNvSpPr txBox="1"/>
          <p:nvPr userDrawn="1"/>
        </p:nvSpPr>
        <p:spPr>
          <a:xfrm>
            <a:off x="288351" y="6436057"/>
            <a:ext cx="1098003" cy="193548"/>
          </a:xfrm>
          <a:prstGeom prst="rect">
            <a:avLst/>
          </a:prstGeom>
          <a:ln>
            <a:noFill/>
          </a:ln>
        </p:spPr>
        <p:txBody>
          <a:bodyPr wrap="square" lIns="0" tIns="0" rIns="0" bIns="18000" rtlCol="0" anchor="t">
            <a:spAutoFit/>
          </a:bodyPr>
          <a:lstStyle/>
          <a:p>
            <a:pPr>
              <a:lnSpc>
                <a:spcPts val="1493"/>
              </a:lnSpc>
              <a:spcBef>
                <a:spcPct val="0"/>
              </a:spcBef>
            </a:pPr>
            <a:r>
              <a:rPr lang="en-US" sz="1000" dirty="0">
                <a:solidFill>
                  <a:schemeClr val="bg1"/>
                </a:solidFill>
                <a:latin typeface="Work Sans" pitchFamily="2" charset="0"/>
              </a:rPr>
              <a:t>bip-group.com</a:t>
            </a:r>
            <a:endParaRPr lang="it-IT" dirty="0">
              <a:solidFill>
                <a:schemeClr val="bg1"/>
              </a:solidFill>
              <a:latin typeface="Work Sans" pitchFamily="2" charset="0"/>
            </a:endParaRP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62087F25-5A14-EB2B-B83A-8E626D8C36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1572" y="3459937"/>
            <a:ext cx="3913187" cy="447174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Work Sans Light" pitchFamily="2" charset="0"/>
              </a:defRPr>
            </a:lvl1pPr>
            <a:lvl5pPr>
              <a:defRPr/>
            </a:lvl5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1EF7BE56-1961-0D15-F407-65A81DE3DF9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1572" y="4054536"/>
            <a:ext cx="3913187" cy="254000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Work Sans SemiBold" pitchFamily="2" charset="0"/>
              </a:defRPr>
            </a:lvl1pPr>
            <a:lvl5pPr>
              <a:defRPr/>
            </a:lvl5pPr>
          </a:lstStyle>
          <a:p>
            <a:pPr lvl="0"/>
            <a:r>
              <a:rPr lang="en-GB" dirty="0"/>
              <a:t>Role | Area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EE3C99D8-DCD2-136A-BEBE-3C8D6B067A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572" y="4563080"/>
            <a:ext cx="3913187" cy="428010"/>
          </a:xfrm>
        </p:spPr>
        <p:txBody>
          <a:bodyPr/>
          <a:lstStyle>
            <a:lvl1pPr>
              <a:spcAft>
                <a:spcPts val="0"/>
              </a:spcAft>
              <a:defRPr sz="1200">
                <a:solidFill>
                  <a:schemeClr val="bg1"/>
                </a:solidFill>
                <a:latin typeface="Work Sans" pitchFamily="2" charset="0"/>
              </a:defRPr>
            </a:lvl1pPr>
            <a:lvl5pPr>
              <a:defRPr/>
            </a:lvl5pPr>
          </a:lstStyle>
          <a:p>
            <a:pPr lvl="0"/>
            <a:r>
              <a:rPr lang="en-GB" dirty="0"/>
              <a:t>+ 00 000 000-000</a:t>
            </a:r>
          </a:p>
          <a:p>
            <a:pPr lvl="0"/>
            <a:r>
              <a:rPr lang="en-GB" dirty="0"/>
              <a:t>name.surname@bip-group.com</a:t>
            </a:r>
          </a:p>
        </p:txBody>
      </p:sp>
      <p:sp>
        <p:nvSpPr>
          <p:cNvPr id="26" name="Picture Placeholder 20">
            <a:extLst>
              <a:ext uri="{FF2B5EF4-FFF2-40B4-BE49-F238E27FC236}">
                <a16:creationId xmlns:a16="http://schemas.microsoft.com/office/drawing/2014/main" id="{3EC72022-9E35-5DDB-C568-824ECDD7AB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71673" y="1592263"/>
            <a:ext cx="1701141" cy="172024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pt-BR" dirty="0"/>
          </a:p>
          <a:p>
            <a:endParaRPr lang="pt-BR" dirty="0"/>
          </a:p>
          <a:p>
            <a:r>
              <a:rPr lang="pt-BR" dirty="0" err="1"/>
              <a:t>Your</a:t>
            </a:r>
            <a:r>
              <a:rPr lang="pt-BR" dirty="0"/>
              <a:t> </a:t>
            </a:r>
            <a:r>
              <a:rPr lang="pt-BR" dirty="0" err="1"/>
              <a:t>best</a:t>
            </a:r>
            <a:r>
              <a:rPr lang="pt-BR" dirty="0"/>
              <a:t> profile </a:t>
            </a:r>
            <a:r>
              <a:rPr lang="pt-BR" dirty="0" err="1"/>
              <a:t>picture</a:t>
            </a:r>
            <a:endParaRPr lang="en-GB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465DCFF-BA26-AED1-02F9-D2AB90DABF0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80770" y="6250848"/>
            <a:ext cx="608436" cy="60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2195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R] Profile Picture-Name-Role-Contact-Static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red and orange object&#10;&#10;Description automatically generated">
            <a:extLst>
              <a:ext uri="{FF2B5EF4-FFF2-40B4-BE49-F238E27FC236}">
                <a16:creationId xmlns:a16="http://schemas.microsoft.com/office/drawing/2014/main" id="{27C9DA91-72CE-2BF3-0E0A-01CB53F27F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9000"/>
                    </a14:imgEffect>
                    <a14:imgEffect>
                      <a14:saturation sat="140000"/>
                    </a14:imgEffect>
                    <a14:imgEffect>
                      <a14:brightnessContrast bright="-9000" contrast="1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1998" cy="6858000"/>
          </a:xfrm>
          <a:prstGeom prst="rect">
            <a:avLst/>
          </a:prstGeom>
        </p:spPr>
      </p:pic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41EE07C-9A08-105A-9388-CCAE4B40E5C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1572" y="3459937"/>
            <a:ext cx="3913187" cy="447174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Work Sans Light" pitchFamily="2" charset="0"/>
              </a:defRPr>
            </a:lvl1pPr>
            <a:lvl5pPr>
              <a:defRPr/>
            </a:lvl5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B60D6A2-9500-E669-A60D-DBD2DC13B7E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1572" y="4054536"/>
            <a:ext cx="3913187" cy="254000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Work Sans SemiBold" pitchFamily="2" charset="0"/>
              </a:defRPr>
            </a:lvl1pPr>
            <a:lvl5pPr>
              <a:defRPr/>
            </a:lvl5pPr>
          </a:lstStyle>
          <a:p>
            <a:pPr lvl="0"/>
            <a:r>
              <a:rPr lang="en-GB" dirty="0"/>
              <a:t>Role | Area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00D00B76-00B8-3CDD-5F21-7078F1544F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572" y="4563080"/>
            <a:ext cx="3913187" cy="428010"/>
          </a:xfrm>
        </p:spPr>
        <p:txBody>
          <a:bodyPr/>
          <a:lstStyle>
            <a:lvl1pPr>
              <a:spcAft>
                <a:spcPts val="0"/>
              </a:spcAft>
              <a:defRPr sz="1200">
                <a:solidFill>
                  <a:schemeClr val="bg1"/>
                </a:solidFill>
                <a:latin typeface="Work Sans" pitchFamily="2" charset="0"/>
              </a:defRPr>
            </a:lvl1pPr>
            <a:lvl5pPr>
              <a:defRPr/>
            </a:lvl5pPr>
          </a:lstStyle>
          <a:p>
            <a:pPr lvl="0"/>
            <a:r>
              <a:rPr lang="en-GB" dirty="0"/>
              <a:t>+ 00 000 000-000</a:t>
            </a:r>
          </a:p>
          <a:p>
            <a:pPr lvl="0"/>
            <a:r>
              <a:rPr lang="en-GB" dirty="0"/>
              <a:t>name.surname@bip-group.com</a:t>
            </a:r>
          </a:p>
        </p:txBody>
      </p:sp>
      <p:sp>
        <p:nvSpPr>
          <p:cNvPr id="9" name="Picture Placeholder 20">
            <a:extLst>
              <a:ext uri="{FF2B5EF4-FFF2-40B4-BE49-F238E27FC236}">
                <a16:creationId xmlns:a16="http://schemas.microsoft.com/office/drawing/2014/main" id="{250A1FA2-13E8-8E80-8C34-036A5109BF6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71673" y="1592263"/>
            <a:ext cx="1701141" cy="172024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pt-BR" dirty="0"/>
          </a:p>
          <a:p>
            <a:endParaRPr lang="pt-BR" dirty="0"/>
          </a:p>
          <a:p>
            <a:r>
              <a:rPr lang="pt-BR" dirty="0" err="1"/>
              <a:t>Your</a:t>
            </a:r>
            <a:r>
              <a:rPr lang="pt-BR" dirty="0"/>
              <a:t> </a:t>
            </a:r>
            <a:r>
              <a:rPr lang="pt-BR" dirty="0" err="1"/>
              <a:t>best</a:t>
            </a:r>
            <a:r>
              <a:rPr lang="pt-BR" dirty="0"/>
              <a:t> profile </a:t>
            </a:r>
            <a:r>
              <a:rPr lang="pt-BR" dirty="0" err="1"/>
              <a:t>picture</a:t>
            </a:r>
            <a:endParaRPr lang="en-GB" dirty="0"/>
          </a:p>
        </p:txBody>
      </p:sp>
      <p:grpSp>
        <p:nvGrpSpPr>
          <p:cNvPr id="7" name="Graphic 6">
            <a:extLst>
              <a:ext uri="{FF2B5EF4-FFF2-40B4-BE49-F238E27FC236}">
                <a16:creationId xmlns:a16="http://schemas.microsoft.com/office/drawing/2014/main" id="{50613563-5094-B73B-F654-4EB5C9FF4ECF}"/>
              </a:ext>
            </a:extLst>
          </p:cNvPr>
          <p:cNvGrpSpPr/>
          <p:nvPr userDrawn="1"/>
        </p:nvGrpSpPr>
        <p:grpSpPr>
          <a:xfrm>
            <a:off x="260195" y="300304"/>
            <a:ext cx="663812" cy="462832"/>
            <a:chOff x="3414712" y="1223962"/>
            <a:chExt cx="5362002" cy="3738562"/>
          </a:xfrm>
          <a:solidFill>
            <a:schemeClr val="bg1"/>
          </a:solidFill>
        </p:grpSpPr>
        <p:sp>
          <p:nvSpPr>
            <p:cNvPr id="8" name="Freeform: Shape 3">
              <a:extLst>
                <a:ext uri="{FF2B5EF4-FFF2-40B4-BE49-F238E27FC236}">
                  <a16:creationId xmlns:a16="http://schemas.microsoft.com/office/drawing/2014/main" id="{97DEB8B7-DB15-079B-CD6B-3ECBB876B77D}"/>
                </a:ext>
              </a:extLst>
            </p:cNvPr>
            <p:cNvSpPr/>
            <p:nvPr/>
          </p:nvSpPr>
          <p:spPr>
            <a:xfrm>
              <a:off x="6326790" y="2037882"/>
              <a:ext cx="1714200" cy="2924642"/>
            </a:xfrm>
            <a:custGeom>
              <a:avLst/>
              <a:gdLst>
                <a:gd name="connsiteX0" fmla="*/ 0 w 1714200"/>
                <a:gd name="connsiteY0" fmla="*/ 1557424 h 2924642"/>
                <a:gd name="connsiteX1" fmla="*/ 16288 w 1714200"/>
                <a:gd name="connsiteY1" fmla="*/ 1557424 h 2924642"/>
                <a:gd name="connsiteX2" fmla="*/ 658463 w 1714200"/>
                <a:gd name="connsiteY2" fmla="*/ 1557424 h 2924642"/>
                <a:gd name="connsiteX3" fmla="*/ 1153477 w 1714200"/>
                <a:gd name="connsiteY3" fmla="*/ 1142229 h 2924642"/>
                <a:gd name="connsiteX4" fmla="*/ 750475 w 1714200"/>
                <a:gd name="connsiteY4" fmla="*/ 562538 h 2924642"/>
                <a:gd name="connsiteX5" fmla="*/ 653129 w 1714200"/>
                <a:gd name="connsiteY5" fmla="*/ 553775 h 2924642"/>
                <a:gd name="connsiteX6" fmla="*/ 292703 w 1714200"/>
                <a:gd name="connsiteY6" fmla="*/ 553394 h 2924642"/>
                <a:gd name="connsiteX7" fmla="*/ 277273 w 1714200"/>
                <a:gd name="connsiteY7" fmla="*/ 553394 h 2924642"/>
                <a:gd name="connsiteX8" fmla="*/ 277273 w 1714200"/>
                <a:gd name="connsiteY8" fmla="*/ 944 h 2924642"/>
                <a:gd name="connsiteX9" fmla="*/ 289655 w 1714200"/>
                <a:gd name="connsiteY9" fmla="*/ 372 h 2924642"/>
                <a:gd name="connsiteX10" fmla="*/ 658082 w 1714200"/>
                <a:gd name="connsiteY10" fmla="*/ 563 h 2924642"/>
                <a:gd name="connsiteX11" fmla="*/ 1383221 w 1714200"/>
                <a:gd name="connsiteY11" fmla="*/ 288694 h 2924642"/>
                <a:gd name="connsiteX12" fmla="*/ 1691164 w 1714200"/>
                <a:gd name="connsiteY12" fmla="*/ 835810 h 2924642"/>
                <a:gd name="connsiteX13" fmla="*/ 1712690 w 1714200"/>
                <a:gd name="connsiteY13" fmla="*/ 1107558 h 2924642"/>
                <a:gd name="connsiteX14" fmla="*/ 1424749 w 1714200"/>
                <a:gd name="connsiteY14" fmla="*/ 1780690 h 2924642"/>
                <a:gd name="connsiteX15" fmla="*/ 847915 w 1714200"/>
                <a:gd name="connsiteY15" fmla="*/ 2093205 h 2924642"/>
                <a:gd name="connsiteX16" fmla="*/ 631317 w 1714200"/>
                <a:gd name="connsiteY16" fmla="*/ 2109493 h 2924642"/>
                <a:gd name="connsiteX17" fmla="*/ 562927 w 1714200"/>
                <a:gd name="connsiteY17" fmla="*/ 2109302 h 2924642"/>
                <a:gd name="connsiteX18" fmla="*/ 552545 w 1714200"/>
                <a:gd name="connsiteY18" fmla="*/ 2119780 h 2924642"/>
                <a:gd name="connsiteX19" fmla="*/ 552545 w 1714200"/>
                <a:gd name="connsiteY19" fmla="*/ 2128924 h 2924642"/>
                <a:gd name="connsiteX20" fmla="*/ 552545 w 1714200"/>
                <a:gd name="connsiteY20" fmla="*/ 2907783 h 2924642"/>
                <a:gd name="connsiteX21" fmla="*/ 552545 w 1714200"/>
                <a:gd name="connsiteY21" fmla="*/ 2924642 h 2924642"/>
                <a:gd name="connsiteX22" fmla="*/ 95 w 1714200"/>
                <a:gd name="connsiteY22" fmla="*/ 2924642 h 2924642"/>
                <a:gd name="connsiteX23" fmla="*/ 95 w 1714200"/>
                <a:gd name="connsiteY23" fmla="*/ 1557424 h 292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14200" h="2924642">
                  <a:moveTo>
                    <a:pt x="0" y="1557424"/>
                  </a:moveTo>
                  <a:cubicBezTo>
                    <a:pt x="6477" y="1557424"/>
                    <a:pt x="11335" y="1557424"/>
                    <a:pt x="16288" y="1557424"/>
                  </a:cubicBezTo>
                  <a:cubicBezTo>
                    <a:pt x="230314" y="1557424"/>
                    <a:pt x="444341" y="1557424"/>
                    <a:pt x="658463" y="1557424"/>
                  </a:cubicBezTo>
                  <a:cubicBezTo>
                    <a:pt x="901922" y="1557424"/>
                    <a:pt x="1110901" y="1382069"/>
                    <a:pt x="1153477" y="1142229"/>
                  </a:cubicBezTo>
                  <a:cubicBezTo>
                    <a:pt x="1201388" y="872005"/>
                    <a:pt x="1019461" y="609782"/>
                    <a:pt x="750475" y="562538"/>
                  </a:cubicBezTo>
                  <a:cubicBezTo>
                    <a:pt x="718471" y="556918"/>
                    <a:pt x="685609" y="554060"/>
                    <a:pt x="653129" y="553775"/>
                  </a:cubicBezTo>
                  <a:cubicBezTo>
                    <a:pt x="533019" y="552727"/>
                    <a:pt x="412813" y="553394"/>
                    <a:pt x="292703" y="553394"/>
                  </a:cubicBezTo>
                  <a:lnTo>
                    <a:pt x="277273" y="553394"/>
                  </a:lnTo>
                  <a:lnTo>
                    <a:pt x="277273" y="944"/>
                  </a:lnTo>
                  <a:cubicBezTo>
                    <a:pt x="281559" y="753"/>
                    <a:pt x="285559" y="372"/>
                    <a:pt x="289655" y="372"/>
                  </a:cubicBezTo>
                  <a:cubicBezTo>
                    <a:pt x="412432" y="372"/>
                    <a:pt x="535305" y="-580"/>
                    <a:pt x="658082" y="563"/>
                  </a:cubicBezTo>
                  <a:cubicBezTo>
                    <a:pt x="936784" y="3134"/>
                    <a:pt x="1179862" y="97527"/>
                    <a:pt x="1383221" y="288694"/>
                  </a:cubicBezTo>
                  <a:cubicBezTo>
                    <a:pt x="1542669" y="438522"/>
                    <a:pt x="1645348" y="621402"/>
                    <a:pt x="1691164" y="835810"/>
                  </a:cubicBezTo>
                  <a:cubicBezTo>
                    <a:pt x="1710404" y="925440"/>
                    <a:pt x="1717643" y="1016213"/>
                    <a:pt x="1712690" y="1107558"/>
                  </a:cubicBezTo>
                  <a:cubicBezTo>
                    <a:pt x="1698593" y="1366733"/>
                    <a:pt x="1603248" y="1592095"/>
                    <a:pt x="1424749" y="1780690"/>
                  </a:cubicBezTo>
                  <a:cubicBezTo>
                    <a:pt x="1266920" y="1947473"/>
                    <a:pt x="1074134" y="2051676"/>
                    <a:pt x="847915" y="2093205"/>
                  </a:cubicBezTo>
                  <a:cubicBezTo>
                    <a:pt x="776288" y="2106350"/>
                    <a:pt x="703993" y="2110731"/>
                    <a:pt x="631317" y="2109493"/>
                  </a:cubicBezTo>
                  <a:cubicBezTo>
                    <a:pt x="608552" y="2109112"/>
                    <a:pt x="585692" y="2109683"/>
                    <a:pt x="562927" y="2109302"/>
                  </a:cubicBezTo>
                  <a:cubicBezTo>
                    <a:pt x="555022" y="2109207"/>
                    <a:pt x="551593" y="2111684"/>
                    <a:pt x="552545" y="2119780"/>
                  </a:cubicBezTo>
                  <a:cubicBezTo>
                    <a:pt x="552926" y="2122733"/>
                    <a:pt x="552545" y="2125876"/>
                    <a:pt x="552545" y="2128924"/>
                  </a:cubicBezTo>
                  <a:cubicBezTo>
                    <a:pt x="552545" y="2388575"/>
                    <a:pt x="552545" y="2648132"/>
                    <a:pt x="552545" y="2907783"/>
                  </a:cubicBezTo>
                  <a:cubicBezTo>
                    <a:pt x="552545" y="2913117"/>
                    <a:pt x="552545" y="2918356"/>
                    <a:pt x="552545" y="2924642"/>
                  </a:cubicBezTo>
                  <a:lnTo>
                    <a:pt x="95" y="2924642"/>
                  </a:lnTo>
                  <a:lnTo>
                    <a:pt x="95" y="15574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11" name="Freeform: Shape 5">
              <a:extLst>
                <a:ext uri="{FF2B5EF4-FFF2-40B4-BE49-F238E27FC236}">
                  <a16:creationId xmlns:a16="http://schemas.microsoft.com/office/drawing/2014/main" id="{D083FE14-C1B3-B6C6-E75B-FBC25F09330A}"/>
                </a:ext>
              </a:extLst>
            </p:cNvPr>
            <p:cNvSpPr/>
            <p:nvPr/>
          </p:nvSpPr>
          <p:spPr>
            <a:xfrm>
              <a:off x="3414712" y="1223962"/>
              <a:ext cx="1713050" cy="2923604"/>
            </a:xfrm>
            <a:custGeom>
              <a:avLst/>
              <a:gdLst>
                <a:gd name="connsiteX0" fmla="*/ 276320 w 1713050"/>
                <a:gd name="connsiteY0" fmla="*/ 2923413 h 2923604"/>
                <a:gd name="connsiteX1" fmla="*/ 276320 w 1713050"/>
                <a:gd name="connsiteY1" fmla="*/ 2371439 h 2923604"/>
                <a:gd name="connsiteX2" fmla="*/ 291179 w 1713050"/>
                <a:gd name="connsiteY2" fmla="*/ 2371439 h 2923604"/>
                <a:gd name="connsiteX3" fmla="*/ 657320 w 1713050"/>
                <a:gd name="connsiteY3" fmla="*/ 2371439 h 2923604"/>
                <a:gd name="connsiteX4" fmla="*/ 1151192 w 1713050"/>
                <a:gd name="connsiteY4" fmla="*/ 1966817 h 2923604"/>
                <a:gd name="connsiteX5" fmla="*/ 749237 w 1713050"/>
                <a:gd name="connsiteY5" fmla="*/ 1376458 h 2923604"/>
                <a:gd name="connsiteX6" fmla="*/ 654177 w 1713050"/>
                <a:gd name="connsiteY6" fmla="*/ 1367790 h 2923604"/>
                <a:gd name="connsiteX7" fmla="*/ 15431 w 1713050"/>
                <a:gd name="connsiteY7" fmla="*/ 1367409 h 2923604"/>
                <a:gd name="connsiteX8" fmla="*/ 0 w 1713050"/>
                <a:gd name="connsiteY8" fmla="*/ 1367409 h 2923604"/>
                <a:gd name="connsiteX9" fmla="*/ 0 w 1713050"/>
                <a:gd name="connsiteY9" fmla="*/ 0 h 2923604"/>
                <a:gd name="connsiteX10" fmla="*/ 551021 w 1713050"/>
                <a:gd name="connsiteY10" fmla="*/ 0 h 2923604"/>
                <a:gd name="connsiteX11" fmla="*/ 551688 w 1713050"/>
                <a:gd name="connsiteY11" fmla="*/ 15431 h 2923604"/>
                <a:gd name="connsiteX12" fmla="*/ 551688 w 1713050"/>
                <a:gd name="connsiteY12" fmla="*/ 794290 h 2923604"/>
                <a:gd name="connsiteX13" fmla="*/ 551688 w 1713050"/>
                <a:gd name="connsiteY13" fmla="*/ 805720 h 2923604"/>
                <a:gd name="connsiteX14" fmla="*/ 560356 w 1713050"/>
                <a:gd name="connsiteY14" fmla="*/ 814388 h 2923604"/>
                <a:gd name="connsiteX15" fmla="*/ 605981 w 1713050"/>
                <a:gd name="connsiteY15" fmla="*/ 814388 h 2923604"/>
                <a:gd name="connsiteX16" fmla="*/ 803815 w 1713050"/>
                <a:gd name="connsiteY16" fmla="*/ 824675 h 2923604"/>
                <a:gd name="connsiteX17" fmla="*/ 1114425 w 1713050"/>
                <a:gd name="connsiteY17" fmla="*/ 917638 h 2923604"/>
                <a:gd name="connsiteX18" fmla="*/ 1411224 w 1713050"/>
                <a:gd name="connsiteY18" fmla="*/ 1130332 h 2923604"/>
                <a:gd name="connsiteX19" fmla="*/ 1696307 w 1713050"/>
                <a:gd name="connsiteY19" fmla="*/ 1682306 h 2923604"/>
                <a:gd name="connsiteX20" fmla="*/ 1429322 w 1713050"/>
                <a:gd name="connsiteY20" fmla="*/ 2588800 h 2923604"/>
                <a:gd name="connsiteX21" fmla="*/ 866204 w 1713050"/>
                <a:gd name="connsiteY21" fmla="*/ 2903887 h 2923604"/>
                <a:gd name="connsiteX22" fmla="*/ 670465 w 1713050"/>
                <a:gd name="connsiteY22" fmla="*/ 2923604 h 2923604"/>
                <a:gd name="connsiteX23" fmla="*/ 291751 w 1713050"/>
                <a:gd name="connsiteY23" fmla="*/ 2923604 h 2923604"/>
                <a:gd name="connsiteX24" fmla="*/ 276416 w 1713050"/>
                <a:gd name="connsiteY24" fmla="*/ 2923604 h 2923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13050" h="2923604">
                  <a:moveTo>
                    <a:pt x="276320" y="2923413"/>
                  </a:moveTo>
                  <a:lnTo>
                    <a:pt x="276320" y="2371439"/>
                  </a:lnTo>
                  <a:lnTo>
                    <a:pt x="291179" y="2371439"/>
                  </a:lnTo>
                  <a:cubicBezTo>
                    <a:pt x="413195" y="2371439"/>
                    <a:pt x="535305" y="2371439"/>
                    <a:pt x="657320" y="2371439"/>
                  </a:cubicBezTo>
                  <a:cubicBezTo>
                    <a:pt x="897065" y="2371439"/>
                    <a:pt x="1104233" y="2201704"/>
                    <a:pt x="1151192" y="1966817"/>
                  </a:cubicBezTo>
                  <a:cubicBezTo>
                    <a:pt x="1205770" y="1693736"/>
                    <a:pt x="1023557" y="1425607"/>
                    <a:pt x="749237" y="1376458"/>
                  </a:cubicBezTo>
                  <a:cubicBezTo>
                    <a:pt x="717995" y="1370838"/>
                    <a:pt x="685895" y="1367885"/>
                    <a:pt x="654177" y="1367790"/>
                  </a:cubicBezTo>
                  <a:cubicBezTo>
                    <a:pt x="441293" y="1367028"/>
                    <a:pt x="228314" y="1367409"/>
                    <a:pt x="15431" y="1367409"/>
                  </a:cubicBezTo>
                  <a:lnTo>
                    <a:pt x="0" y="1367409"/>
                  </a:lnTo>
                  <a:lnTo>
                    <a:pt x="0" y="0"/>
                  </a:lnTo>
                  <a:lnTo>
                    <a:pt x="551021" y="0"/>
                  </a:lnTo>
                  <a:cubicBezTo>
                    <a:pt x="551212" y="5144"/>
                    <a:pt x="551688" y="10287"/>
                    <a:pt x="551688" y="15431"/>
                  </a:cubicBezTo>
                  <a:cubicBezTo>
                    <a:pt x="551688" y="275082"/>
                    <a:pt x="551688" y="534734"/>
                    <a:pt x="551688" y="794290"/>
                  </a:cubicBezTo>
                  <a:cubicBezTo>
                    <a:pt x="551688" y="798100"/>
                    <a:pt x="551974" y="801910"/>
                    <a:pt x="551688" y="805720"/>
                  </a:cubicBezTo>
                  <a:cubicBezTo>
                    <a:pt x="551212" y="812102"/>
                    <a:pt x="553974" y="814483"/>
                    <a:pt x="560356" y="814388"/>
                  </a:cubicBezTo>
                  <a:cubicBezTo>
                    <a:pt x="575596" y="814102"/>
                    <a:pt x="590741" y="814388"/>
                    <a:pt x="605981" y="814388"/>
                  </a:cubicBezTo>
                  <a:cubicBezTo>
                    <a:pt x="672084" y="814388"/>
                    <a:pt x="738092" y="815626"/>
                    <a:pt x="803815" y="824675"/>
                  </a:cubicBezTo>
                  <a:cubicBezTo>
                    <a:pt x="912209" y="839629"/>
                    <a:pt x="1015746" y="870395"/>
                    <a:pt x="1114425" y="917638"/>
                  </a:cubicBezTo>
                  <a:cubicBezTo>
                    <a:pt x="1225868" y="970979"/>
                    <a:pt x="1325023" y="1041940"/>
                    <a:pt x="1411224" y="1130332"/>
                  </a:cubicBezTo>
                  <a:cubicBezTo>
                    <a:pt x="1562291" y="1285208"/>
                    <a:pt x="1660970" y="1468469"/>
                    <a:pt x="1696307" y="1682306"/>
                  </a:cubicBezTo>
                  <a:cubicBezTo>
                    <a:pt x="1753076" y="2026539"/>
                    <a:pt x="1665827" y="2330863"/>
                    <a:pt x="1429322" y="2588800"/>
                  </a:cubicBezTo>
                  <a:cubicBezTo>
                    <a:pt x="1276826" y="2755106"/>
                    <a:pt x="1087279" y="2858738"/>
                    <a:pt x="866204" y="2903887"/>
                  </a:cubicBezTo>
                  <a:cubicBezTo>
                    <a:pt x="801719" y="2917031"/>
                    <a:pt x="736378" y="2923699"/>
                    <a:pt x="670465" y="2923604"/>
                  </a:cubicBezTo>
                  <a:cubicBezTo>
                    <a:pt x="544259" y="2923413"/>
                    <a:pt x="418052" y="2923604"/>
                    <a:pt x="291751" y="2923604"/>
                  </a:cubicBezTo>
                  <a:lnTo>
                    <a:pt x="276416" y="292360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12" name="Freeform: Shape 6">
              <a:extLst>
                <a:ext uri="{FF2B5EF4-FFF2-40B4-BE49-F238E27FC236}">
                  <a16:creationId xmlns:a16="http://schemas.microsoft.com/office/drawing/2014/main" id="{9A520C34-2753-5D2A-6DB2-CABDF8AAE11A}"/>
                </a:ext>
              </a:extLst>
            </p:cNvPr>
            <p:cNvSpPr/>
            <p:nvPr/>
          </p:nvSpPr>
          <p:spPr>
            <a:xfrm>
              <a:off x="5430204" y="2035874"/>
              <a:ext cx="551783" cy="2105311"/>
            </a:xfrm>
            <a:custGeom>
              <a:avLst/>
              <a:gdLst>
                <a:gd name="connsiteX0" fmla="*/ 551783 w 551783"/>
                <a:gd name="connsiteY0" fmla="*/ 0 h 2105310"/>
                <a:gd name="connsiteX1" fmla="*/ 551783 w 551783"/>
                <a:gd name="connsiteY1" fmla="*/ 2105311 h 2105310"/>
                <a:gd name="connsiteX2" fmla="*/ 0 w 551783"/>
                <a:gd name="connsiteY2" fmla="*/ 2105311 h 2105310"/>
                <a:gd name="connsiteX3" fmla="*/ 0 w 551783"/>
                <a:gd name="connsiteY3" fmla="*/ 0 h 2105310"/>
                <a:gd name="connsiteX4" fmla="*/ 551783 w 551783"/>
                <a:gd name="connsiteY4" fmla="*/ 0 h 210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1783" h="2105310">
                  <a:moveTo>
                    <a:pt x="551783" y="0"/>
                  </a:moveTo>
                  <a:lnTo>
                    <a:pt x="551783" y="2105311"/>
                  </a:lnTo>
                  <a:lnTo>
                    <a:pt x="0" y="2105311"/>
                  </a:lnTo>
                  <a:lnTo>
                    <a:pt x="0" y="0"/>
                  </a:lnTo>
                  <a:lnTo>
                    <a:pt x="5517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13" name="Freeform: Shape 9">
              <a:extLst>
                <a:ext uri="{FF2B5EF4-FFF2-40B4-BE49-F238E27FC236}">
                  <a16:creationId xmlns:a16="http://schemas.microsoft.com/office/drawing/2014/main" id="{D39F19B2-EBF3-A0F8-C530-DF08EDAC445C}"/>
                </a:ext>
              </a:extLst>
            </p:cNvPr>
            <p:cNvSpPr/>
            <p:nvPr/>
          </p:nvSpPr>
          <p:spPr>
            <a:xfrm>
              <a:off x="8225979" y="3593115"/>
              <a:ext cx="550735" cy="548068"/>
            </a:xfrm>
            <a:custGeom>
              <a:avLst/>
              <a:gdLst>
                <a:gd name="connsiteX0" fmla="*/ 0 w 550735"/>
                <a:gd name="connsiteY0" fmla="*/ 0 h 548068"/>
                <a:gd name="connsiteX1" fmla="*/ 550736 w 550735"/>
                <a:gd name="connsiteY1" fmla="*/ 0 h 548068"/>
                <a:gd name="connsiteX2" fmla="*/ 550736 w 550735"/>
                <a:gd name="connsiteY2" fmla="*/ 548068 h 548068"/>
                <a:gd name="connsiteX3" fmla="*/ 0 w 550735"/>
                <a:gd name="connsiteY3" fmla="*/ 548068 h 548068"/>
                <a:gd name="connsiteX4" fmla="*/ 0 w 550735"/>
                <a:gd name="connsiteY4" fmla="*/ 0 h 548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0735" h="548068">
                  <a:moveTo>
                    <a:pt x="0" y="0"/>
                  </a:moveTo>
                  <a:lnTo>
                    <a:pt x="550736" y="0"/>
                  </a:lnTo>
                  <a:lnTo>
                    <a:pt x="550736" y="548068"/>
                  </a:lnTo>
                  <a:lnTo>
                    <a:pt x="0" y="54806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</p:grpSp>
      <p:sp>
        <p:nvSpPr>
          <p:cNvPr id="17" name="TextBox 14">
            <a:extLst>
              <a:ext uri="{FF2B5EF4-FFF2-40B4-BE49-F238E27FC236}">
                <a16:creationId xmlns:a16="http://schemas.microsoft.com/office/drawing/2014/main" id="{228AAF64-3DAE-1347-6EF9-9996AD8E6AD5}"/>
              </a:ext>
            </a:extLst>
          </p:cNvPr>
          <p:cNvSpPr txBox="1"/>
          <p:nvPr userDrawn="1"/>
        </p:nvSpPr>
        <p:spPr>
          <a:xfrm>
            <a:off x="288351" y="6436057"/>
            <a:ext cx="1098003" cy="193548"/>
          </a:xfrm>
          <a:prstGeom prst="rect">
            <a:avLst/>
          </a:prstGeom>
          <a:ln>
            <a:noFill/>
          </a:ln>
        </p:spPr>
        <p:txBody>
          <a:bodyPr wrap="square" lIns="0" tIns="0" rIns="0" bIns="18000" rtlCol="0" anchor="t">
            <a:spAutoFit/>
          </a:bodyPr>
          <a:lstStyle/>
          <a:p>
            <a:pPr>
              <a:lnSpc>
                <a:spcPts val="1493"/>
              </a:lnSpc>
              <a:spcBef>
                <a:spcPct val="0"/>
              </a:spcBef>
            </a:pPr>
            <a:r>
              <a:rPr lang="en-US" sz="1000" dirty="0">
                <a:solidFill>
                  <a:schemeClr val="bg1"/>
                </a:solidFill>
                <a:latin typeface="Work Sans" pitchFamily="2" charset="0"/>
              </a:rPr>
              <a:t>bip-group.com</a:t>
            </a:r>
            <a:endParaRPr lang="it-IT" dirty="0">
              <a:solidFill>
                <a:schemeClr val="bg1"/>
              </a:solidFill>
              <a:latin typeface="Work Sans" pitchFamily="2" charset="0"/>
            </a:endParaRP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EEE845C4-9F9D-378C-3514-2B620D0D679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11558038" y="6227698"/>
            <a:ext cx="630391" cy="638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683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W] Profile Picture-Name-Role-Contact-Static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a white surface&#10;&#10;Description automatically generated">
            <a:extLst>
              <a:ext uri="{FF2B5EF4-FFF2-40B4-BE49-F238E27FC236}">
                <a16:creationId xmlns:a16="http://schemas.microsoft.com/office/drawing/2014/main" id="{4A9D59C5-83C2-23ED-9668-A6BBA3043E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643" t="16391" r="15643" b="2165"/>
          <a:stretch/>
        </p:blipFill>
        <p:spPr>
          <a:xfrm rot="16200000">
            <a:off x="2667000" y="-2667001"/>
            <a:ext cx="6858000" cy="12192002"/>
          </a:xfrm>
          <a:prstGeom prst="rect">
            <a:avLst/>
          </a:prstGeom>
        </p:spPr>
      </p:pic>
      <p:sp>
        <p:nvSpPr>
          <p:cNvPr id="6" name="TextBox 14">
            <a:extLst>
              <a:ext uri="{FF2B5EF4-FFF2-40B4-BE49-F238E27FC236}">
                <a16:creationId xmlns:a16="http://schemas.microsoft.com/office/drawing/2014/main" id="{8304AAE2-A5FF-F691-94EE-C383A97247E8}"/>
              </a:ext>
            </a:extLst>
          </p:cNvPr>
          <p:cNvSpPr txBox="1"/>
          <p:nvPr userDrawn="1"/>
        </p:nvSpPr>
        <p:spPr>
          <a:xfrm>
            <a:off x="288351" y="6436057"/>
            <a:ext cx="1098003" cy="193548"/>
          </a:xfrm>
          <a:prstGeom prst="rect">
            <a:avLst/>
          </a:prstGeom>
          <a:ln>
            <a:noFill/>
          </a:ln>
        </p:spPr>
        <p:txBody>
          <a:bodyPr wrap="square" lIns="0" tIns="0" rIns="0" bIns="18000" rtlCol="0" anchor="t">
            <a:spAutoFit/>
          </a:bodyPr>
          <a:lstStyle/>
          <a:p>
            <a:pPr>
              <a:lnSpc>
                <a:spcPts val="1493"/>
              </a:lnSpc>
              <a:spcBef>
                <a:spcPct val="0"/>
              </a:spcBef>
            </a:pPr>
            <a:r>
              <a:rPr lang="en-US" sz="1000" dirty="0">
                <a:solidFill>
                  <a:schemeClr val="bg1"/>
                </a:solidFill>
                <a:latin typeface="Work Sans" pitchFamily="2" charset="0"/>
              </a:rPr>
              <a:t>bip-group.com</a:t>
            </a:r>
            <a:endParaRPr lang="it-IT" dirty="0">
              <a:solidFill>
                <a:schemeClr val="bg1"/>
              </a:solidFill>
              <a:latin typeface="Work Sans" pitchFamily="2" charset="0"/>
            </a:endParaRPr>
          </a:p>
        </p:txBody>
      </p:sp>
      <p:grpSp>
        <p:nvGrpSpPr>
          <p:cNvPr id="2" name="Graphic 6">
            <a:extLst>
              <a:ext uri="{FF2B5EF4-FFF2-40B4-BE49-F238E27FC236}">
                <a16:creationId xmlns:a16="http://schemas.microsoft.com/office/drawing/2014/main" id="{FCA1E647-356C-6075-49B8-C85759F123B7}"/>
              </a:ext>
            </a:extLst>
          </p:cNvPr>
          <p:cNvGrpSpPr/>
          <p:nvPr userDrawn="1"/>
        </p:nvGrpSpPr>
        <p:grpSpPr>
          <a:xfrm>
            <a:off x="260195" y="300304"/>
            <a:ext cx="663812" cy="462832"/>
            <a:chOff x="3414712" y="1223962"/>
            <a:chExt cx="5362002" cy="3738562"/>
          </a:xfrm>
          <a:solidFill>
            <a:srgbClr val="DA291C"/>
          </a:solidFill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3BB7E94C-31EC-E106-17D8-B0BA64ECA7D4}"/>
                </a:ext>
              </a:extLst>
            </p:cNvPr>
            <p:cNvSpPr/>
            <p:nvPr/>
          </p:nvSpPr>
          <p:spPr>
            <a:xfrm>
              <a:off x="6326790" y="2037882"/>
              <a:ext cx="1714200" cy="2924642"/>
            </a:xfrm>
            <a:custGeom>
              <a:avLst/>
              <a:gdLst>
                <a:gd name="connsiteX0" fmla="*/ 0 w 1714200"/>
                <a:gd name="connsiteY0" fmla="*/ 1557424 h 2924642"/>
                <a:gd name="connsiteX1" fmla="*/ 16288 w 1714200"/>
                <a:gd name="connsiteY1" fmla="*/ 1557424 h 2924642"/>
                <a:gd name="connsiteX2" fmla="*/ 658463 w 1714200"/>
                <a:gd name="connsiteY2" fmla="*/ 1557424 h 2924642"/>
                <a:gd name="connsiteX3" fmla="*/ 1153477 w 1714200"/>
                <a:gd name="connsiteY3" fmla="*/ 1142229 h 2924642"/>
                <a:gd name="connsiteX4" fmla="*/ 750475 w 1714200"/>
                <a:gd name="connsiteY4" fmla="*/ 562538 h 2924642"/>
                <a:gd name="connsiteX5" fmla="*/ 653129 w 1714200"/>
                <a:gd name="connsiteY5" fmla="*/ 553775 h 2924642"/>
                <a:gd name="connsiteX6" fmla="*/ 292703 w 1714200"/>
                <a:gd name="connsiteY6" fmla="*/ 553394 h 2924642"/>
                <a:gd name="connsiteX7" fmla="*/ 277273 w 1714200"/>
                <a:gd name="connsiteY7" fmla="*/ 553394 h 2924642"/>
                <a:gd name="connsiteX8" fmla="*/ 277273 w 1714200"/>
                <a:gd name="connsiteY8" fmla="*/ 944 h 2924642"/>
                <a:gd name="connsiteX9" fmla="*/ 289655 w 1714200"/>
                <a:gd name="connsiteY9" fmla="*/ 372 h 2924642"/>
                <a:gd name="connsiteX10" fmla="*/ 658082 w 1714200"/>
                <a:gd name="connsiteY10" fmla="*/ 563 h 2924642"/>
                <a:gd name="connsiteX11" fmla="*/ 1383221 w 1714200"/>
                <a:gd name="connsiteY11" fmla="*/ 288694 h 2924642"/>
                <a:gd name="connsiteX12" fmla="*/ 1691164 w 1714200"/>
                <a:gd name="connsiteY12" fmla="*/ 835810 h 2924642"/>
                <a:gd name="connsiteX13" fmla="*/ 1712690 w 1714200"/>
                <a:gd name="connsiteY13" fmla="*/ 1107558 h 2924642"/>
                <a:gd name="connsiteX14" fmla="*/ 1424749 w 1714200"/>
                <a:gd name="connsiteY14" fmla="*/ 1780690 h 2924642"/>
                <a:gd name="connsiteX15" fmla="*/ 847915 w 1714200"/>
                <a:gd name="connsiteY15" fmla="*/ 2093205 h 2924642"/>
                <a:gd name="connsiteX16" fmla="*/ 631317 w 1714200"/>
                <a:gd name="connsiteY16" fmla="*/ 2109493 h 2924642"/>
                <a:gd name="connsiteX17" fmla="*/ 562927 w 1714200"/>
                <a:gd name="connsiteY17" fmla="*/ 2109302 h 2924642"/>
                <a:gd name="connsiteX18" fmla="*/ 552545 w 1714200"/>
                <a:gd name="connsiteY18" fmla="*/ 2119780 h 2924642"/>
                <a:gd name="connsiteX19" fmla="*/ 552545 w 1714200"/>
                <a:gd name="connsiteY19" fmla="*/ 2128924 h 2924642"/>
                <a:gd name="connsiteX20" fmla="*/ 552545 w 1714200"/>
                <a:gd name="connsiteY20" fmla="*/ 2907783 h 2924642"/>
                <a:gd name="connsiteX21" fmla="*/ 552545 w 1714200"/>
                <a:gd name="connsiteY21" fmla="*/ 2924642 h 2924642"/>
                <a:gd name="connsiteX22" fmla="*/ 95 w 1714200"/>
                <a:gd name="connsiteY22" fmla="*/ 2924642 h 2924642"/>
                <a:gd name="connsiteX23" fmla="*/ 95 w 1714200"/>
                <a:gd name="connsiteY23" fmla="*/ 1557424 h 292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14200" h="2924642">
                  <a:moveTo>
                    <a:pt x="0" y="1557424"/>
                  </a:moveTo>
                  <a:cubicBezTo>
                    <a:pt x="6477" y="1557424"/>
                    <a:pt x="11335" y="1557424"/>
                    <a:pt x="16288" y="1557424"/>
                  </a:cubicBezTo>
                  <a:cubicBezTo>
                    <a:pt x="230314" y="1557424"/>
                    <a:pt x="444341" y="1557424"/>
                    <a:pt x="658463" y="1557424"/>
                  </a:cubicBezTo>
                  <a:cubicBezTo>
                    <a:pt x="901922" y="1557424"/>
                    <a:pt x="1110901" y="1382069"/>
                    <a:pt x="1153477" y="1142229"/>
                  </a:cubicBezTo>
                  <a:cubicBezTo>
                    <a:pt x="1201388" y="872005"/>
                    <a:pt x="1019461" y="609782"/>
                    <a:pt x="750475" y="562538"/>
                  </a:cubicBezTo>
                  <a:cubicBezTo>
                    <a:pt x="718471" y="556918"/>
                    <a:pt x="685609" y="554060"/>
                    <a:pt x="653129" y="553775"/>
                  </a:cubicBezTo>
                  <a:cubicBezTo>
                    <a:pt x="533019" y="552727"/>
                    <a:pt x="412813" y="553394"/>
                    <a:pt x="292703" y="553394"/>
                  </a:cubicBezTo>
                  <a:lnTo>
                    <a:pt x="277273" y="553394"/>
                  </a:lnTo>
                  <a:lnTo>
                    <a:pt x="277273" y="944"/>
                  </a:lnTo>
                  <a:cubicBezTo>
                    <a:pt x="281559" y="753"/>
                    <a:pt x="285559" y="372"/>
                    <a:pt x="289655" y="372"/>
                  </a:cubicBezTo>
                  <a:cubicBezTo>
                    <a:pt x="412432" y="372"/>
                    <a:pt x="535305" y="-580"/>
                    <a:pt x="658082" y="563"/>
                  </a:cubicBezTo>
                  <a:cubicBezTo>
                    <a:pt x="936784" y="3134"/>
                    <a:pt x="1179862" y="97527"/>
                    <a:pt x="1383221" y="288694"/>
                  </a:cubicBezTo>
                  <a:cubicBezTo>
                    <a:pt x="1542669" y="438522"/>
                    <a:pt x="1645348" y="621402"/>
                    <a:pt x="1691164" y="835810"/>
                  </a:cubicBezTo>
                  <a:cubicBezTo>
                    <a:pt x="1710404" y="925440"/>
                    <a:pt x="1717643" y="1016213"/>
                    <a:pt x="1712690" y="1107558"/>
                  </a:cubicBezTo>
                  <a:cubicBezTo>
                    <a:pt x="1698593" y="1366733"/>
                    <a:pt x="1603248" y="1592095"/>
                    <a:pt x="1424749" y="1780690"/>
                  </a:cubicBezTo>
                  <a:cubicBezTo>
                    <a:pt x="1266920" y="1947473"/>
                    <a:pt x="1074134" y="2051676"/>
                    <a:pt x="847915" y="2093205"/>
                  </a:cubicBezTo>
                  <a:cubicBezTo>
                    <a:pt x="776288" y="2106350"/>
                    <a:pt x="703993" y="2110731"/>
                    <a:pt x="631317" y="2109493"/>
                  </a:cubicBezTo>
                  <a:cubicBezTo>
                    <a:pt x="608552" y="2109112"/>
                    <a:pt x="585692" y="2109683"/>
                    <a:pt x="562927" y="2109302"/>
                  </a:cubicBezTo>
                  <a:cubicBezTo>
                    <a:pt x="555022" y="2109207"/>
                    <a:pt x="551593" y="2111684"/>
                    <a:pt x="552545" y="2119780"/>
                  </a:cubicBezTo>
                  <a:cubicBezTo>
                    <a:pt x="552926" y="2122733"/>
                    <a:pt x="552545" y="2125876"/>
                    <a:pt x="552545" y="2128924"/>
                  </a:cubicBezTo>
                  <a:cubicBezTo>
                    <a:pt x="552545" y="2388575"/>
                    <a:pt x="552545" y="2648132"/>
                    <a:pt x="552545" y="2907783"/>
                  </a:cubicBezTo>
                  <a:cubicBezTo>
                    <a:pt x="552545" y="2913117"/>
                    <a:pt x="552545" y="2918356"/>
                    <a:pt x="552545" y="2924642"/>
                  </a:cubicBezTo>
                  <a:lnTo>
                    <a:pt x="95" y="2924642"/>
                  </a:lnTo>
                  <a:lnTo>
                    <a:pt x="95" y="15574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5" name="Freeform: Shape 5">
              <a:extLst>
                <a:ext uri="{FF2B5EF4-FFF2-40B4-BE49-F238E27FC236}">
                  <a16:creationId xmlns:a16="http://schemas.microsoft.com/office/drawing/2014/main" id="{CA7F9AD5-F47C-DCBA-9E78-CCACBB6E446D}"/>
                </a:ext>
              </a:extLst>
            </p:cNvPr>
            <p:cNvSpPr/>
            <p:nvPr/>
          </p:nvSpPr>
          <p:spPr>
            <a:xfrm>
              <a:off x="3414712" y="1223962"/>
              <a:ext cx="1713050" cy="2923604"/>
            </a:xfrm>
            <a:custGeom>
              <a:avLst/>
              <a:gdLst>
                <a:gd name="connsiteX0" fmla="*/ 276320 w 1713050"/>
                <a:gd name="connsiteY0" fmla="*/ 2923413 h 2923604"/>
                <a:gd name="connsiteX1" fmla="*/ 276320 w 1713050"/>
                <a:gd name="connsiteY1" fmla="*/ 2371439 h 2923604"/>
                <a:gd name="connsiteX2" fmla="*/ 291179 w 1713050"/>
                <a:gd name="connsiteY2" fmla="*/ 2371439 h 2923604"/>
                <a:gd name="connsiteX3" fmla="*/ 657320 w 1713050"/>
                <a:gd name="connsiteY3" fmla="*/ 2371439 h 2923604"/>
                <a:gd name="connsiteX4" fmla="*/ 1151192 w 1713050"/>
                <a:gd name="connsiteY4" fmla="*/ 1966817 h 2923604"/>
                <a:gd name="connsiteX5" fmla="*/ 749237 w 1713050"/>
                <a:gd name="connsiteY5" fmla="*/ 1376458 h 2923604"/>
                <a:gd name="connsiteX6" fmla="*/ 654177 w 1713050"/>
                <a:gd name="connsiteY6" fmla="*/ 1367790 h 2923604"/>
                <a:gd name="connsiteX7" fmla="*/ 15431 w 1713050"/>
                <a:gd name="connsiteY7" fmla="*/ 1367409 h 2923604"/>
                <a:gd name="connsiteX8" fmla="*/ 0 w 1713050"/>
                <a:gd name="connsiteY8" fmla="*/ 1367409 h 2923604"/>
                <a:gd name="connsiteX9" fmla="*/ 0 w 1713050"/>
                <a:gd name="connsiteY9" fmla="*/ 0 h 2923604"/>
                <a:gd name="connsiteX10" fmla="*/ 551021 w 1713050"/>
                <a:gd name="connsiteY10" fmla="*/ 0 h 2923604"/>
                <a:gd name="connsiteX11" fmla="*/ 551688 w 1713050"/>
                <a:gd name="connsiteY11" fmla="*/ 15431 h 2923604"/>
                <a:gd name="connsiteX12" fmla="*/ 551688 w 1713050"/>
                <a:gd name="connsiteY12" fmla="*/ 794290 h 2923604"/>
                <a:gd name="connsiteX13" fmla="*/ 551688 w 1713050"/>
                <a:gd name="connsiteY13" fmla="*/ 805720 h 2923604"/>
                <a:gd name="connsiteX14" fmla="*/ 560356 w 1713050"/>
                <a:gd name="connsiteY14" fmla="*/ 814388 h 2923604"/>
                <a:gd name="connsiteX15" fmla="*/ 605981 w 1713050"/>
                <a:gd name="connsiteY15" fmla="*/ 814388 h 2923604"/>
                <a:gd name="connsiteX16" fmla="*/ 803815 w 1713050"/>
                <a:gd name="connsiteY16" fmla="*/ 824675 h 2923604"/>
                <a:gd name="connsiteX17" fmla="*/ 1114425 w 1713050"/>
                <a:gd name="connsiteY17" fmla="*/ 917638 h 2923604"/>
                <a:gd name="connsiteX18" fmla="*/ 1411224 w 1713050"/>
                <a:gd name="connsiteY18" fmla="*/ 1130332 h 2923604"/>
                <a:gd name="connsiteX19" fmla="*/ 1696307 w 1713050"/>
                <a:gd name="connsiteY19" fmla="*/ 1682306 h 2923604"/>
                <a:gd name="connsiteX20" fmla="*/ 1429322 w 1713050"/>
                <a:gd name="connsiteY20" fmla="*/ 2588800 h 2923604"/>
                <a:gd name="connsiteX21" fmla="*/ 866204 w 1713050"/>
                <a:gd name="connsiteY21" fmla="*/ 2903887 h 2923604"/>
                <a:gd name="connsiteX22" fmla="*/ 670465 w 1713050"/>
                <a:gd name="connsiteY22" fmla="*/ 2923604 h 2923604"/>
                <a:gd name="connsiteX23" fmla="*/ 291751 w 1713050"/>
                <a:gd name="connsiteY23" fmla="*/ 2923604 h 2923604"/>
                <a:gd name="connsiteX24" fmla="*/ 276416 w 1713050"/>
                <a:gd name="connsiteY24" fmla="*/ 2923604 h 2923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13050" h="2923604">
                  <a:moveTo>
                    <a:pt x="276320" y="2923413"/>
                  </a:moveTo>
                  <a:lnTo>
                    <a:pt x="276320" y="2371439"/>
                  </a:lnTo>
                  <a:lnTo>
                    <a:pt x="291179" y="2371439"/>
                  </a:lnTo>
                  <a:cubicBezTo>
                    <a:pt x="413195" y="2371439"/>
                    <a:pt x="535305" y="2371439"/>
                    <a:pt x="657320" y="2371439"/>
                  </a:cubicBezTo>
                  <a:cubicBezTo>
                    <a:pt x="897065" y="2371439"/>
                    <a:pt x="1104233" y="2201704"/>
                    <a:pt x="1151192" y="1966817"/>
                  </a:cubicBezTo>
                  <a:cubicBezTo>
                    <a:pt x="1205770" y="1693736"/>
                    <a:pt x="1023557" y="1425607"/>
                    <a:pt x="749237" y="1376458"/>
                  </a:cubicBezTo>
                  <a:cubicBezTo>
                    <a:pt x="717995" y="1370838"/>
                    <a:pt x="685895" y="1367885"/>
                    <a:pt x="654177" y="1367790"/>
                  </a:cubicBezTo>
                  <a:cubicBezTo>
                    <a:pt x="441293" y="1367028"/>
                    <a:pt x="228314" y="1367409"/>
                    <a:pt x="15431" y="1367409"/>
                  </a:cubicBezTo>
                  <a:lnTo>
                    <a:pt x="0" y="1367409"/>
                  </a:lnTo>
                  <a:lnTo>
                    <a:pt x="0" y="0"/>
                  </a:lnTo>
                  <a:lnTo>
                    <a:pt x="551021" y="0"/>
                  </a:lnTo>
                  <a:cubicBezTo>
                    <a:pt x="551212" y="5144"/>
                    <a:pt x="551688" y="10287"/>
                    <a:pt x="551688" y="15431"/>
                  </a:cubicBezTo>
                  <a:cubicBezTo>
                    <a:pt x="551688" y="275082"/>
                    <a:pt x="551688" y="534734"/>
                    <a:pt x="551688" y="794290"/>
                  </a:cubicBezTo>
                  <a:cubicBezTo>
                    <a:pt x="551688" y="798100"/>
                    <a:pt x="551974" y="801910"/>
                    <a:pt x="551688" y="805720"/>
                  </a:cubicBezTo>
                  <a:cubicBezTo>
                    <a:pt x="551212" y="812102"/>
                    <a:pt x="553974" y="814483"/>
                    <a:pt x="560356" y="814388"/>
                  </a:cubicBezTo>
                  <a:cubicBezTo>
                    <a:pt x="575596" y="814102"/>
                    <a:pt x="590741" y="814388"/>
                    <a:pt x="605981" y="814388"/>
                  </a:cubicBezTo>
                  <a:cubicBezTo>
                    <a:pt x="672084" y="814388"/>
                    <a:pt x="738092" y="815626"/>
                    <a:pt x="803815" y="824675"/>
                  </a:cubicBezTo>
                  <a:cubicBezTo>
                    <a:pt x="912209" y="839629"/>
                    <a:pt x="1015746" y="870395"/>
                    <a:pt x="1114425" y="917638"/>
                  </a:cubicBezTo>
                  <a:cubicBezTo>
                    <a:pt x="1225868" y="970979"/>
                    <a:pt x="1325023" y="1041940"/>
                    <a:pt x="1411224" y="1130332"/>
                  </a:cubicBezTo>
                  <a:cubicBezTo>
                    <a:pt x="1562291" y="1285208"/>
                    <a:pt x="1660970" y="1468469"/>
                    <a:pt x="1696307" y="1682306"/>
                  </a:cubicBezTo>
                  <a:cubicBezTo>
                    <a:pt x="1753076" y="2026539"/>
                    <a:pt x="1665827" y="2330863"/>
                    <a:pt x="1429322" y="2588800"/>
                  </a:cubicBezTo>
                  <a:cubicBezTo>
                    <a:pt x="1276826" y="2755106"/>
                    <a:pt x="1087279" y="2858738"/>
                    <a:pt x="866204" y="2903887"/>
                  </a:cubicBezTo>
                  <a:cubicBezTo>
                    <a:pt x="801719" y="2917031"/>
                    <a:pt x="736378" y="2923699"/>
                    <a:pt x="670465" y="2923604"/>
                  </a:cubicBezTo>
                  <a:cubicBezTo>
                    <a:pt x="544259" y="2923413"/>
                    <a:pt x="418052" y="2923604"/>
                    <a:pt x="291751" y="2923604"/>
                  </a:cubicBezTo>
                  <a:lnTo>
                    <a:pt x="276416" y="292360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12" name="Freeform: Shape 6">
              <a:extLst>
                <a:ext uri="{FF2B5EF4-FFF2-40B4-BE49-F238E27FC236}">
                  <a16:creationId xmlns:a16="http://schemas.microsoft.com/office/drawing/2014/main" id="{3BAAD4F1-6465-4679-D0D1-872E956F3160}"/>
                </a:ext>
              </a:extLst>
            </p:cNvPr>
            <p:cNvSpPr/>
            <p:nvPr/>
          </p:nvSpPr>
          <p:spPr>
            <a:xfrm>
              <a:off x="5430204" y="2035874"/>
              <a:ext cx="551783" cy="2105311"/>
            </a:xfrm>
            <a:custGeom>
              <a:avLst/>
              <a:gdLst>
                <a:gd name="connsiteX0" fmla="*/ 551783 w 551783"/>
                <a:gd name="connsiteY0" fmla="*/ 0 h 2105310"/>
                <a:gd name="connsiteX1" fmla="*/ 551783 w 551783"/>
                <a:gd name="connsiteY1" fmla="*/ 2105311 h 2105310"/>
                <a:gd name="connsiteX2" fmla="*/ 0 w 551783"/>
                <a:gd name="connsiteY2" fmla="*/ 2105311 h 2105310"/>
                <a:gd name="connsiteX3" fmla="*/ 0 w 551783"/>
                <a:gd name="connsiteY3" fmla="*/ 0 h 2105310"/>
                <a:gd name="connsiteX4" fmla="*/ 551783 w 551783"/>
                <a:gd name="connsiteY4" fmla="*/ 0 h 210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1783" h="2105310">
                  <a:moveTo>
                    <a:pt x="551783" y="0"/>
                  </a:moveTo>
                  <a:lnTo>
                    <a:pt x="551783" y="2105311"/>
                  </a:lnTo>
                  <a:lnTo>
                    <a:pt x="0" y="2105311"/>
                  </a:lnTo>
                  <a:lnTo>
                    <a:pt x="0" y="0"/>
                  </a:lnTo>
                  <a:lnTo>
                    <a:pt x="5517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13" name="Freeform: Shape 9">
              <a:extLst>
                <a:ext uri="{FF2B5EF4-FFF2-40B4-BE49-F238E27FC236}">
                  <a16:creationId xmlns:a16="http://schemas.microsoft.com/office/drawing/2014/main" id="{CCB6C331-ACE9-2D0E-0406-559C2C80316F}"/>
                </a:ext>
              </a:extLst>
            </p:cNvPr>
            <p:cNvSpPr/>
            <p:nvPr/>
          </p:nvSpPr>
          <p:spPr>
            <a:xfrm>
              <a:off x="8225979" y="3593115"/>
              <a:ext cx="550735" cy="548068"/>
            </a:xfrm>
            <a:custGeom>
              <a:avLst/>
              <a:gdLst>
                <a:gd name="connsiteX0" fmla="*/ 0 w 550735"/>
                <a:gd name="connsiteY0" fmla="*/ 0 h 548068"/>
                <a:gd name="connsiteX1" fmla="*/ 550736 w 550735"/>
                <a:gd name="connsiteY1" fmla="*/ 0 h 548068"/>
                <a:gd name="connsiteX2" fmla="*/ 550736 w 550735"/>
                <a:gd name="connsiteY2" fmla="*/ 548068 h 548068"/>
                <a:gd name="connsiteX3" fmla="*/ 0 w 550735"/>
                <a:gd name="connsiteY3" fmla="*/ 548068 h 548068"/>
                <a:gd name="connsiteX4" fmla="*/ 0 w 550735"/>
                <a:gd name="connsiteY4" fmla="*/ 0 h 548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0735" h="548068">
                  <a:moveTo>
                    <a:pt x="0" y="0"/>
                  </a:moveTo>
                  <a:lnTo>
                    <a:pt x="550736" y="0"/>
                  </a:lnTo>
                  <a:lnTo>
                    <a:pt x="550736" y="548068"/>
                  </a:lnTo>
                  <a:lnTo>
                    <a:pt x="0" y="54806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</p:grp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E1B891C9-E998-264A-6020-FC02974F94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1572" y="3459937"/>
            <a:ext cx="3913187" cy="447174"/>
          </a:xfrm>
        </p:spPr>
        <p:txBody>
          <a:bodyPr/>
          <a:lstStyle>
            <a:lvl1pPr>
              <a:defRPr sz="3600">
                <a:solidFill>
                  <a:srgbClr val="0C2340"/>
                </a:solidFill>
                <a:latin typeface="Work Sans Light" pitchFamily="2" charset="0"/>
              </a:defRPr>
            </a:lvl1pPr>
            <a:lvl5pPr>
              <a:defRPr/>
            </a:lvl5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E042DB0F-DE6D-3E49-6733-6F0E5E7DF01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1572" y="4054536"/>
            <a:ext cx="3913187" cy="254000"/>
          </a:xfrm>
        </p:spPr>
        <p:txBody>
          <a:bodyPr/>
          <a:lstStyle>
            <a:lvl1pPr>
              <a:defRPr sz="1600">
                <a:solidFill>
                  <a:srgbClr val="0C2340"/>
                </a:solidFill>
                <a:latin typeface="Work Sans SemiBold" pitchFamily="2" charset="0"/>
              </a:defRPr>
            </a:lvl1pPr>
            <a:lvl5pPr>
              <a:defRPr/>
            </a:lvl5pPr>
          </a:lstStyle>
          <a:p>
            <a:pPr lvl="0"/>
            <a:r>
              <a:rPr lang="en-GB" dirty="0"/>
              <a:t>Role | Area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4622345F-BEDB-31A6-A1DD-F252A0453F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572" y="4563080"/>
            <a:ext cx="3913187" cy="428010"/>
          </a:xfrm>
        </p:spPr>
        <p:txBody>
          <a:bodyPr/>
          <a:lstStyle>
            <a:lvl1pPr>
              <a:spcAft>
                <a:spcPts val="0"/>
              </a:spcAft>
              <a:defRPr sz="1200">
                <a:solidFill>
                  <a:srgbClr val="0C2340"/>
                </a:solidFill>
                <a:latin typeface="Work Sans" pitchFamily="2" charset="0"/>
              </a:defRPr>
            </a:lvl1pPr>
            <a:lvl5pPr>
              <a:defRPr/>
            </a:lvl5pPr>
          </a:lstStyle>
          <a:p>
            <a:pPr lvl="0"/>
            <a:r>
              <a:rPr lang="en-GB" dirty="0"/>
              <a:t>+ 00 000 000-000</a:t>
            </a:r>
          </a:p>
          <a:p>
            <a:pPr lvl="0"/>
            <a:r>
              <a:rPr lang="en-GB" dirty="0"/>
              <a:t>name.surname@bip-group.com</a:t>
            </a:r>
          </a:p>
        </p:txBody>
      </p:sp>
      <p:sp>
        <p:nvSpPr>
          <p:cNvPr id="11" name="Picture Placeholder 20">
            <a:extLst>
              <a:ext uri="{FF2B5EF4-FFF2-40B4-BE49-F238E27FC236}">
                <a16:creationId xmlns:a16="http://schemas.microsoft.com/office/drawing/2014/main" id="{7DBCA804-6124-2DF7-7E7D-1DBDF66BA98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71673" y="1592263"/>
            <a:ext cx="1701141" cy="172024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rgbClr val="0C2340"/>
                </a:solidFill>
              </a:defRPr>
            </a:lvl1pPr>
          </a:lstStyle>
          <a:p>
            <a:endParaRPr lang="pt-BR" dirty="0"/>
          </a:p>
          <a:p>
            <a:endParaRPr lang="pt-BR" dirty="0"/>
          </a:p>
          <a:p>
            <a:r>
              <a:rPr lang="pt-BR" dirty="0" err="1"/>
              <a:t>Your</a:t>
            </a:r>
            <a:r>
              <a:rPr lang="pt-BR" dirty="0"/>
              <a:t> </a:t>
            </a:r>
            <a:r>
              <a:rPr lang="pt-BR" dirty="0" err="1"/>
              <a:t>best</a:t>
            </a:r>
            <a:r>
              <a:rPr lang="pt-BR" dirty="0"/>
              <a:t> profile </a:t>
            </a:r>
            <a:r>
              <a:rPr lang="pt-BR" dirty="0" err="1"/>
              <a:t>picture</a:t>
            </a:r>
            <a:endParaRPr lang="en-GB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D301084-570A-7731-B299-C26F0048527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84850" y="6250849"/>
            <a:ext cx="607152" cy="60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4414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B] Name-Role-Contact-Right Image"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-up of a spiral&#10;&#10;Description automatically generated">
            <a:extLst>
              <a:ext uri="{FF2B5EF4-FFF2-40B4-BE49-F238E27FC236}">
                <a16:creationId xmlns:a16="http://schemas.microsoft.com/office/drawing/2014/main" id="{CDBFA4E5-EE47-5479-1C18-4CD653CD6C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97" r="13595"/>
          <a:stretch/>
        </p:blipFill>
        <p:spPr>
          <a:xfrm>
            <a:off x="5016500" y="0"/>
            <a:ext cx="7175499" cy="6858000"/>
          </a:xfrm>
          <a:prstGeom prst="rect">
            <a:avLst/>
          </a:prstGeom>
        </p:spPr>
      </p:pic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10102192-1049-598A-831B-E68794098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16500" y="0"/>
            <a:ext cx="7175499" cy="6858000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pt-BR" dirty="0"/>
          </a:p>
          <a:p>
            <a:endParaRPr lang="pt-BR" dirty="0"/>
          </a:p>
          <a:p>
            <a:r>
              <a:rPr lang="pt-BR" dirty="0" err="1"/>
              <a:t>Insert</a:t>
            </a:r>
            <a:r>
              <a:rPr lang="pt-BR" dirty="0"/>
              <a:t> BG Picture</a:t>
            </a:r>
            <a:endParaRPr lang="en-GB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643F1260-8D70-4F67-02CC-AC422E8036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1572" y="3475306"/>
            <a:ext cx="3913187" cy="254000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Work Sans SemiBold" pitchFamily="2" charset="0"/>
              </a:defRPr>
            </a:lvl1pPr>
            <a:lvl5pPr>
              <a:defRPr/>
            </a:lvl5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8366590D-D1AC-4902-CC7E-9F0B5F7D47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1572" y="3733411"/>
            <a:ext cx="3913187" cy="254000"/>
          </a:xfrm>
        </p:spPr>
        <p:txBody>
          <a:bodyPr/>
          <a:lstStyle>
            <a:lvl1pPr>
              <a:defRPr sz="1600">
                <a:solidFill>
                  <a:schemeClr val="bg1">
                    <a:alpha val="50000"/>
                  </a:schemeClr>
                </a:solidFill>
                <a:latin typeface="Work Sans SemiBold" pitchFamily="2" charset="0"/>
              </a:defRPr>
            </a:lvl1pPr>
            <a:lvl5pPr>
              <a:defRPr/>
            </a:lvl5pPr>
          </a:lstStyle>
          <a:p>
            <a:pPr lvl="0"/>
            <a:r>
              <a:rPr lang="en-GB" dirty="0"/>
              <a:t>Role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9E7E370D-7DDB-A429-05A6-5E0954943F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572" y="4169390"/>
            <a:ext cx="3913187" cy="428010"/>
          </a:xfrm>
        </p:spPr>
        <p:txBody>
          <a:bodyPr/>
          <a:lstStyle>
            <a:lvl1pPr>
              <a:spcAft>
                <a:spcPts val="0"/>
              </a:spcAft>
              <a:defRPr sz="1200">
                <a:solidFill>
                  <a:schemeClr val="bg1"/>
                </a:solidFill>
                <a:latin typeface="Work Sans" pitchFamily="2" charset="0"/>
              </a:defRPr>
            </a:lvl1pPr>
            <a:lvl5pPr>
              <a:defRPr/>
            </a:lvl5pPr>
          </a:lstStyle>
          <a:p>
            <a:pPr lvl="0"/>
            <a:r>
              <a:rPr lang="en-GB" dirty="0"/>
              <a:t>+ 00 000 000-000</a:t>
            </a:r>
          </a:p>
          <a:p>
            <a:pPr lvl="0"/>
            <a:r>
              <a:rPr lang="en-GB" dirty="0"/>
              <a:t>name.surname@bip-group.com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695255-4AC4-39B9-B81C-F3ED1DE02D4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159" y="2001955"/>
            <a:ext cx="607098" cy="608385"/>
          </a:xfrm>
          <a:prstGeom prst="rect">
            <a:avLst/>
          </a:prstGeom>
        </p:spPr>
      </p:pic>
      <p:sp>
        <p:nvSpPr>
          <p:cNvPr id="6" name="TextBox 14">
            <a:extLst>
              <a:ext uri="{FF2B5EF4-FFF2-40B4-BE49-F238E27FC236}">
                <a16:creationId xmlns:a16="http://schemas.microsoft.com/office/drawing/2014/main" id="{8304AAE2-A5FF-F691-94EE-C383A97247E8}"/>
              </a:ext>
            </a:extLst>
          </p:cNvPr>
          <p:cNvSpPr txBox="1"/>
          <p:nvPr userDrawn="1"/>
        </p:nvSpPr>
        <p:spPr>
          <a:xfrm>
            <a:off x="288351" y="6436057"/>
            <a:ext cx="1098003" cy="193548"/>
          </a:xfrm>
          <a:prstGeom prst="rect">
            <a:avLst/>
          </a:prstGeom>
          <a:ln>
            <a:noFill/>
          </a:ln>
        </p:spPr>
        <p:txBody>
          <a:bodyPr wrap="square" lIns="0" tIns="0" rIns="0" bIns="18000" rtlCol="0" anchor="t">
            <a:spAutoFit/>
          </a:bodyPr>
          <a:lstStyle/>
          <a:p>
            <a:pPr>
              <a:lnSpc>
                <a:spcPts val="1493"/>
              </a:lnSpc>
              <a:spcBef>
                <a:spcPct val="0"/>
              </a:spcBef>
            </a:pPr>
            <a:r>
              <a:rPr lang="en-US" sz="1000" dirty="0">
                <a:solidFill>
                  <a:schemeClr val="bg1"/>
                </a:solidFill>
                <a:latin typeface="Work Sans" pitchFamily="2" charset="0"/>
              </a:rPr>
              <a:t>bip-group.com</a:t>
            </a:r>
            <a:endParaRPr lang="it-IT" dirty="0">
              <a:solidFill>
                <a:schemeClr val="bg1"/>
              </a:solidFill>
              <a:latin typeface="Work Sans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353098-EA0B-E8C4-90B5-C97BD568F9FD}"/>
              </a:ext>
            </a:extLst>
          </p:cNvPr>
          <p:cNvSpPr txBox="1"/>
          <p:nvPr userDrawn="1"/>
        </p:nvSpPr>
        <p:spPr>
          <a:xfrm>
            <a:off x="249238" y="2720252"/>
            <a:ext cx="4231729" cy="608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60"/>
              </a:lnSpc>
            </a:pPr>
            <a:r>
              <a:rPr lang="en-US" sz="4000" dirty="0">
                <a:solidFill>
                  <a:schemeClr val="bg1"/>
                </a:solidFill>
                <a:latin typeface="Work Sans Light" pitchFamily="2" charset="0"/>
              </a:rPr>
              <a:t>Get in touch</a:t>
            </a:r>
          </a:p>
        </p:txBody>
      </p:sp>
      <p:grpSp>
        <p:nvGrpSpPr>
          <p:cNvPr id="2" name="Graphic 6">
            <a:extLst>
              <a:ext uri="{FF2B5EF4-FFF2-40B4-BE49-F238E27FC236}">
                <a16:creationId xmlns:a16="http://schemas.microsoft.com/office/drawing/2014/main" id="{FCA1E647-356C-6075-49B8-C85759F123B7}"/>
              </a:ext>
            </a:extLst>
          </p:cNvPr>
          <p:cNvGrpSpPr/>
          <p:nvPr userDrawn="1"/>
        </p:nvGrpSpPr>
        <p:grpSpPr>
          <a:xfrm>
            <a:off x="260195" y="300304"/>
            <a:ext cx="663812" cy="462832"/>
            <a:chOff x="3414712" y="1223962"/>
            <a:chExt cx="5362002" cy="3738562"/>
          </a:xfrm>
          <a:solidFill>
            <a:srgbClr val="DA291C"/>
          </a:solidFill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3BB7E94C-31EC-E106-17D8-B0BA64ECA7D4}"/>
                </a:ext>
              </a:extLst>
            </p:cNvPr>
            <p:cNvSpPr/>
            <p:nvPr/>
          </p:nvSpPr>
          <p:spPr>
            <a:xfrm>
              <a:off x="6326790" y="2037882"/>
              <a:ext cx="1714200" cy="2924642"/>
            </a:xfrm>
            <a:custGeom>
              <a:avLst/>
              <a:gdLst>
                <a:gd name="connsiteX0" fmla="*/ 0 w 1714200"/>
                <a:gd name="connsiteY0" fmla="*/ 1557424 h 2924642"/>
                <a:gd name="connsiteX1" fmla="*/ 16288 w 1714200"/>
                <a:gd name="connsiteY1" fmla="*/ 1557424 h 2924642"/>
                <a:gd name="connsiteX2" fmla="*/ 658463 w 1714200"/>
                <a:gd name="connsiteY2" fmla="*/ 1557424 h 2924642"/>
                <a:gd name="connsiteX3" fmla="*/ 1153477 w 1714200"/>
                <a:gd name="connsiteY3" fmla="*/ 1142229 h 2924642"/>
                <a:gd name="connsiteX4" fmla="*/ 750475 w 1714200"/>
                <a:gd name="connsiteY4" fmla="*/ 562538 h 2924642"/>
                <a:gd name="connsiteX5" fmla="*/ 653129 w 1714200"/>
                <a:gd name="connsiteY5" fmla="*/ 553775 h 2924642"/>
                <a:gd name="connsiteX6" fmla="*/ 292703 w 1714200"/>
                <a:gd name="connsiteY6" fmla="*/ 553394 h 2924642"/>
                <a:gd name="connsiteX7" fmla="*/ 277273 w 1714200"/>
                <a:gd name="connsiteY7" fmla="*/ 553394 h 2924642"/>
                <a:gd name="connsiteX8" fmla="*/ 277273 w 1714200"/>
                <a:gd name="connsiteY8" fmla="*/ 944 h 2924642"/>
                <a:gd name="connsiteX9" fmla="*/ 289655 w 1714200"/>
                <a:gd name="connsiteY9" fmla="*/ 372 h 2924642"/>
                <a:gd name="connsiteX10" fmla="*/ 658082 w 1714200"/>
                <a:gd name="connsiteY10" fmla="*/ 563 h 2924642"/>
                <a:gd name="connsiteX11" fmla="*/ 1383221 w 1714200"/>
                <a:gd name="connsiteY11" fmla="*/ 288694 h 2924642"/>
                <a:gd name="connsiteX12" fmla="*/ 1691164 w 1714200"/>
                <a:gd name="connsiteY12" fmla="*/ 835810 h 2924642"/>
                <a:gd name="connsiteX13" fmla="*/ 1712690 w 1714200"/>
                <a:gd name="connsiteY13" fmla="*/ 1107558 h 2924642"/>
                <a:gd name="connsiteX14" fmla="*/ 1424749 w 1714200"/>
                <a:gd name="connsiteY14" fmla="*/ 1780690 h 2924642"/>
                <a:gd name="connsiteX15" fmla="*/ 847915 w 1714200"/>
                <a:gd name="connsiteY15" fmla="*/ 2093205 h 2924642"/>
                <a:gd name="connsiteX16" fmla="*/ 631317 w 1714200"/>
                <a:gd name="connsiteY16" fmla="*/ 2109493 h 2924642"/>
                <a:gd name="connsiteX17" fmla="*/ 562927 w 1714200"/>
                <a:gd name="connsiteY17" fmla="*/ 2109302 h 2924642"/>
                <a:gd name="connsiteX18" fmla="*/ 552545 w 1714200"/>
                <a:gd name="connsiteY18" fmla="*/ 2119780 h 2924642"/>
                <a:gd name="connsiteX19" fmla="*/ 552545 w 1714200"/>
                <a:gd name="connsiteY19" fmla="*/ 2128924 h 2924642"/>
                <a:gd name="connsiteX20" fmla="*/ 552545 w 1714200"/>
                <a:gd name="connsiteY20" fmla="*/ 2907783 h 2924642"/>
                <a:gd name="connsiteX21" fmla="*/ 552545 w 1714200"/>
                <a:gd name="connsiteY21" fmla="*/ 2924642 h 2924642"/>
                <a:gd name="connsiteX22" fmla="*/ 95 w 1714200"/>
                <a:gd name="connsiteY22" fmla="*/ 2924642 h 2924642"/>
                <a:gd name="connsiteX23" fmla="*/ 95 w 1714200"/>
                <a:gd name="connsiteY23" fmla="*/ 1557424 h 292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14200" h="2924642">
                  <a:moveTo>
                    <a:pt x="0" y="1557424"/>
                  </a:moveTo>
                  <a:cubicBezTo>
                    <a:pt x="6477" y="1557424"/>
                    <a:pt x="11335" y="1557424"/>
                    <a:pt x="16288" y="1557424"/>
                  </a:cubicBezTo>
                  <a:cubicBezTo>
                    <a:pt x="230314" y="1557424"/>
                    <a:pt x="444341" y="1557424"/>
                    <a:pt x="658463" y="1557424"/>
                  </a:cubicBezTo>
                  <a:cubicBezTo>
                    <a:pt x="901922" y="1557424"/>
                    <a:pt x="1110901" y="1382069"/>
                    <a:pt x="1153477" y="1142229"/>
                  </a:cubicBezTo>
                  <a:cubicBezTo>
                    <a:pt x="1201388" y="872005"/>
                    <a:pt x="1019461" y="609782"/>
                    <a:pt x="750475" y="562538"/>
                  </a:cubicBezTo>
                  <a:cubicBezTo>
                    <a:pt x="718471" y="556918"/>
                    <a:pt x="685609" y="554060"/>
                    <a:pt x="653129" y="553775"/>
                  </a:cubicBezTo>
                  <a:cubicBezTo>
                    <a:pt x="533019" y="552727"/>
                    <a:pt x="412813" y="553394"/>
                    <a:pt x="292703" y="553394"/>
                  </a:cubicBezTo>
                  <a:lnTo>
                    <a:pt x="277273" y="553394"/>
                  </a:lnTo>
                  <a:lnTo>
                    <a:pt x="277273" y="944"/>
                  </a:lnTo>
                  <a:cubicBezTo>
                    <a:pt x="281559" y="753"/>
                    <a:pt x="285559" y="372"/>
                    <a:pt x="289655" y="372"/>
                  </a:cubicBezTo>
                  <a:cubicBezTo>
                    <a:pt x="412432" y="372"/>
                    <a:pt x="535305" y="-580"/>
                    <a:pt x="658082" y="563"/>
                  </a:cubicBezTo>
                  <a:cubicBezTo>
                    <a:pt x="936784" y="3134"/>
                    <a:pt x="1179862" y="97527"/>
                    <a:pt x="1383221" y="288694"/>
                  </a:cubicBezTo>
                  <a:cubicBezTo>
                    <a:pt x="1542669" y="438522"/>
                    <a:pt x="1645348" y="621402"/>
                    <a:pt x="1691164" y="835810"/>
                  </a:cubicBezTo>
                  <a:cubicBezTo>
                    <a:pt x="1710404" y="925440"/>
                    <a:pt x="1717643" y="1016213"/>
                    <a:pt x="1712690" y="1107558"/>
                  </a:cubicBezTo>
                  <a:cubicBezTo>
                    <a:pt x="1698593" y="1366733"/>
                    <a:pt x="1603248" y="1592095"/>
                    <a:pt x="1424749" y="1780690"/>
                  </a:cubicBezTo>
                  <a:cubicBezTo>
                    <a:pt x="1266920" y="1947473"/>
                    <a:pt x="1074134" y="2051676"/>
                    <a:pt x="847915" y="2093205"/>
                  </a:cubicBezTo>
                  <a:cubicBezTo>
                    <a:pt x="776288" y="2106350"/>
                    <a:pt x="703993" y="2110731"/>
                    <a:pt x="631317" y="2109493"/>
                  </a:cubicBezTo>
                  <a:cubicBezTo>
                    <a:pt x="608552" y="2109112"/>
                    <a:pt x="585692" y="2109683"/>
                    <a:pt x="562927" y="2109302"/>
                  </a:cubicBezTo>
                  <a:cubicBezTo>
                    <a:pt x="555022" y="2109207"/>
                    <a:pt x="551593" y="2111684"/>
                    <a:pt x="552545" y="2119780"/>
                  </a:cubicBezTo>
                  <a:cubicBezTo>
                    <a:pt x="552926" y="2122733"/>
                    <a:pt x="552545" y="2125876"/>
                    <a:pt x="552545" y="2128924"/>
                  </a:cubicBezTo>
                  <a:cubicBezTo>
                    <a:pt x="552545" y="2388575"/>
                    <a:pt x="552545" y="2648132"/>
                    <a:pt x="552545" y="2907783"/>
                  </a:cubicBezTo>
                  <a:cubicBezTo>
                    <a:pt x="552545" y="2913117"/>
                    <a:pt x="552545" y="2918356"/>
                    <a:pt x="552545" y="2924642"/>
                  </a:cubicBezTo>
                  <a:lnTo>
                    <a:pt x="95" y="2924642"/>
                  </a:lnTo>
                  <a:lnTo>
                    <a:pt x="95" y="15574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5" name="Freeform: Shape 5">
              <a:extLst>
                <a:ext uri="{FF2B5EF4-FFF2-40B4-BE49-F238E27FC236}">
                  <a16:creationId xmlns:a16="http://schemas.microsoft.com/office/drawing/2014/main" id="{CA7F9AD5-F47C-DCBA-9E78-CCACBB6E446D}"/>
                </a:ext>
              </a:extLst>
            </p:cNvPr>
            <p:cNvSpPr/>
            <p:nvPr/>
          </p:nvSpPr>
          <p:spPr>
            <a:xfrm>
              <a:off x="3414712" y="1223962"/>
              <a:ext cx="1713050" cy="2923604"/>
            </a:xfrm>
            <a:custGeom>
              <a:avLst/>
              <a:gdLst>
                <a:gd name="connsiteX0" fmla="*/ 276320 w 1713050"/>
                <a:gd name="connsiteY0" fmla="*/ 2923413 h 2923604"/>
                <a:gd name="connsiteX1" fmla="*/ 276320 w 1713050"/>
                <a:gd name="connsiteY1" fmla="*/ 2371439 h 2923604"/>
                <a:gd name="connsiteX2" fmla="*/ 291179 w 1713050"/>
                <a:gd name="connsiteY2" fmla="*/ 2371439 h 2923604"/>
                <a:gd name="connsiteX3" fmla="*/ 657320 w 1713050"/>
                <a:gd name="connsiteY3" fmla="*/ 2371439 h 2923604"/>
                <a:gd name="connsiteX4" fmla="*/ 1151192 w 1713050"/>
                <a:gd name="connsiteY4" fmla="*/ 1966817 h 2923604"/>
                <a:gd name="connsiteX5" fmla="*/ 749237 w 1713050"/>
                <a:gd name="connsiteY5" fmla="*/ 1376458 h 2923604"/>
                <a:gd name="connsiteX6" fmla="*/ 654177 w 1713050"/>
                <a:gd name="connsiteY6" fmla="*/ 1367790 h 2923604"/>
                <a:gd name="connsiteX7" fmla="*/ 15431 w 1713050"/>
                <a:gd name="connsiteY7" fmla="*/ 1367409 h 2923604"/>
                <a:gd name="connsiteX8" fmla="*/ 0 w 1713050"/>
                <a:gd name="connsiteY8" fmla="*/ 1367409 h 2923604"/>
                <a:gd name="connsiteX9" fmla="*/ 0 w 1713050"/>
                <a:gd name="connsiteY9" fmla="*/ 0 h 2923604"/>
                <a:gd name="connsiteX10" fmla="*/ 551021 w 1713050"/>
                <a:gd name="connsiteY10" fmla="*/ 0 h 2923604"/>
                <a:gd name="connsiteX11" fmla="*/ 551688 w 1713050"/>
                <a:gd name="connsiteY11" fmla="*/ 15431 h 2923604"/>
                <a:gd name="connsiteX12" fmla="*/ 551688 w 1713050"/>
                <a:gd name="connsiteY12" fmla="*/ 794290 h 2923604"/>
                <a:gd name="connsiteX13" fmla="*/ 551688 w 1713050"/>
                <a:gd name="connsiteY13" fmla="*/ 805720 h 2923604"/>
                <a:gd name="connsiteX14" fmla="*/ 560356 w 1713050"/>
                <a:gd name="connsiteY14" fmla="*/ 814388 h 2923604"/>
                <a:gd name="connsiteX15" fmla="*/ 605981 w 1713050"/>
                <a:gd name="connsiteY15" fmla="*/ 814388 h 2923604"/>
                <a:gd name="connsiteX16" fmla="*/ 803815 w 1713050"/>
                <a:gd name="connsiteY16" fmla="*/ 824675 h 2923604"/>
                <a:gd name="connsiteX17" fmla="*/ 1114425 w 1713050"/>
                <a:gd name="connsiteY17" fmla="*/ 917638 h 2923604"/>
                <a:gd name="connsiteX18" fmla="*/ 1411224 w 1713050"/>
                <a:gd name="connsiteY18" fmla="*/ 1130332 h 2923604"/>
                <a:gd name="connsiteX19" fmla="*/ 1696307 w 1713050"/>
                <a:gd name="connsiteY19" fmla="*/ 1682306 h 2923604"/>
                <a:gd name="connsiteX20" fmla="*/ 1429322 w 1713050"/>
                <a:gd name="connsiteY20" fmla="*/ 2588800 h 2923604"/>
                <a:gd name="connsiteX21" fmla="*/ 866204 w 1713050"/>
                <a:gd name="connsiteY21" fmla="*/ 2903887 h 2923604"/>
                <a:gd name="connsiteX22" fmla="*/ 670465 w 1713050"/>
                <a:gd name="connsiteY22" fmla="*/ 2923604 h 2923604"/>
                <a:gd name="connsiteX23" fmla="*/ 291751 w 1713050"/>
                <a:gd name="connsiteY23" fmla="*/ 2923604 h 2923604"/>
                <a:gd name="connsiteX24" fmla="*/ 276416 w 1713050"/>
                <a:gd name="connsiteY24" fmla="*/ 2923604 h 2923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13050" h="2923604">
                  <a:moveTo>
                    <a:pt x="276320" y="2923413"/>
                  </a:moveTo>
                  <a:lnTo>
                    <a:pt x="276320" y="2371439"/>
                  </a:lnTo>
                  <a:lnTo>
                    <a:pt x="291179" y="2371439"/>
                  </a:lnTo>
                  <a:cubicBezTo>
                    <a:pt x="413195" y="2371439"/>
                    <a:pt x="535305" y="2371439"/>
                    <a:pt x="657320" y="2371439"/>
                  </a:cubicBezTo>
                  <a:cubicBezTo>
                    <a:pt x="897065" y="2371439"/>
                    <a:pt x="1104233" y="2201704"/>
                    <a:pt x="1151192" y="1966817"/>
                  </a:cubicBezTo>
                  <a:cubicBezTo>
                    <a:pt x="1205770" y="1693736"/>
                    <a:pt x="1023557" y="1425607"/>
                    <a:pt x="749237" y="1376458"/>
                  </a:cubicBezTo>
                  <a:cubicBezTo>
                    <a:pt x="717995" y="1370838"/>
                    <a:pt x="685895" y="1367885"/>
                    <a:pt x="654177" y="1367790"/>
                  </a:cubicBezTo>
                  <a:cubicBezTo>
                    <a:pt x="441293" y="1367028"/>
                    <a:pt x="228314" y="1367409"/>
                    <a:pt x="15431" y="1367409"/>
                  </a:cubicBezTo>
                  <a:lnTo>
                    <a:pt x="0" y="1367409"/>
                  </a:lnTo>
                  <a:lnTo>
                    <a:pt x="0" y="0"/>
                  </a:lnTo>
                  <a:lnTo>
                    <a:pt x="551021" y="0"/>
                  </a:lnTo>
                  <a:cubicBezTo>
                    <a:pt x="551212" y="5144"/>
                    <a:pt x="551688" y="10287"/>
                    <a:pt x="551688" y="15431"/>
                  </a:cubicBezTo>
                  <a:cubicBezTo>
                    <a:pt x="551688" y="275082"/>
                    <a:pt x="551688" y="534734"/>
                    <a:pt x="551688" y="794290"/>
                  </a:cubicBezTo>
                  <a:cubicBezTo>
                    <a:pt x="551688" y="798100"/>
                    <a:pt x="551974" y="801910"/>
                    <a:pt x="551688" y="805720"/>
                  </a:cubicBezTo>
                  <a:cubicBezTo>
                    <a:pt x="551212" y="812102"/>
                    <a:pt x="553974" y="814483"/>
                    <a:pt x="560356" y="814388"/>
                  </a:cubicBezTo>
                  <a:cubicBezTo>
                    <a:pt x="575596" y="814102"/>
                    <a:pt x="590741" y="814388"/>
                    <a:pt x="605981" y="814388"/>
                  </a:cubicBezTo>
                  <a:cubicBezTo>
                    <a:pt x="672084" y="814388"/>
                    <a:pt x="738092" y="815626"/>
                    <a:pt x="803815" y="824675"/>
                  </a:cubicBezTo>
                  <a:cubicBezTo>
                    <a:pt x="912209" y="839629"/>
                    <a:pt x="1015746" y="870395"/>
                    <a:pt x="1114425" y="917638"/>
                  </a:cubicBezTo>
                  <a:cubicBezTo>
                    <a:pt x="1225868" y="970979"/>
                    <a:pt x="1325023" y="1041940"/>
                    <a:pt x="1411224" y="1130332"/>
                  </a:cubicBezTo>
                  <a:cubicBezTo>
                    <a:pt x="1562291" y="1285208"/>
                    <a:pt x="1660970" y="1468469"/>
                    <a:pt x="1696307" y="1682306"/>
                  </a:cubicBezTo>
                  <a:cubicBezTo>
                    <a:pt x="1753076" y="2026539"/>
                    <a:pt x="1665827" y="2330863"/>
                    <a:pt x="1429322" y="2588800"/>
                  </a:cubicBezTo>
                  <a:cubicBezTo>
                    <a:pt x="1276826" y="2755106"/>
                    <a:pt x="1087279" y="2858738"/>
                    <a:pt x="866204" y="2903887"/>
                  </a:cubicBezTo>
                  <a:cubicBezTo>
                    <a:pt x="801719" y="2917031"/>
                    <a:pt x="736378" y="2923699"/>
                    <a:pt x="670465" y="2923604"/>
                  </a:cubicBezTo>
                  <a:cubicBezTo>
                    <a:pt x="544259" y="2923413"/>
                    <a:pt x="418052" y="2923604"/>
                    <a:pt x="291751" y="2923604"/>
                  </a:cubicBezTo>
                  <a:lnTo>
                    <a:pt x="276416" y="292360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12" name="Freeform: Shape 6">
              <a:extLst>
                <a:ext uri="{FF2B5EF4-FFF2-40B4-BE49-F238E27FC236}">
                  <a16:creationId xmlns:a16="http://schemas.microsoft.com/office/drawing/2014/main" id="{3BAAD4F1-6465-4679-D0D1-872E956F3160}"/>
                </a:ext>
              </a:extLst>
            </p:cNvPr>
            <p:cNvSpPr/>
            <p:nvPr/>
          </p:nvSpPr>
          <p:spPr>
            <a:xfrm>
              <a:off x="5430204" y="2035874"/>
              <a:ext cx="551783" cy="2105311"/>
            </a:xfrm>
            <a:custGeom>
              <a:avLst/>
              <a:gdLst>
                <a:gd name="connsiteX0" fmla="*/ 551783 w 551783"/>
                <a:gd name="connsiteY0" fmla="*/ 0 h 2105310"/>
                <a:gd name="connsiteX1" fmla="*/ 551783 w 551783"/>
                <a:gd name="connsiteY1" fmla="*/ 2105311 h 2105310"/>
                <a:gd name="connsiteX2" fmla="*/ 0 w 551783"/>
                <a:gd name="connsiteY2" fmla="*/ 2105311 h 2105310"/>
                <a:gd name="connsiteX3" fmla="*/ 0 w 551783"/>
                <a:gd name="connsiteY3" fmla="*/ 0 h 2105310"/>
                <a:gd name="connsiteX4" fmla="*/ 551783 w 551783"/>
                <a:gd name="connsiteY4" fmla="*/ 0 h 210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1783" h="2105310">
                  <a:moveTo>
                    <a:pt x="551783" y="0"/>
                  </a:moveTo>
                  <a:lnTo>
                    <a:pt x="551783" y="2105311"/>
                  </a:lnTo>
                  <a:lnTo>
                    <a:pt x="0" y="2105311"/>
                  </a:lnTo>
                  <a:lnTo>
                    <a:pt x="0" y="0"/>
                  </a:lnTo>
                  <a:lnTo>
                    <a:pt x="5517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13" name="Freeform: Shape 9">
              <a:extLst>
                <a:ext uri="{FF2B5EF4-FFF2-40B4-BE49-F238E27FC236}">
                  <a16:creationId xmlns:a16="http://schemas.microsoft.com/office/drawing/2014/main" id="{CCB6C331-ACE9-2D0E-0406-559C2C80316F}"/>
                </a:ext>
              </a:extLst>
            </p:cNvPr>
            <p:cNvSpPr/>
            <p:nvPr/>
          </p:nvSpPr>
          <p:spPr>
            <a:xfrm>
              <a:off x="8225979" y="3593115"/>
              <a:ext cx="550735" cy="548068"/>
            </a:xfrm>
            <a:custGeom>
              <a:avLst/>
              <a:gdLst>
                <a:gd name="connsiteX0" fmla="*/ 0 w 550735"/>
                <a:gd name="connsiteY0" fmla="*/ 0 h 548068"/>
                <a:gd name="connsiteX1" fmla="*/ 550736 w 550735"/>
                <a:gd name="connsiteY1" fmla="*/ 0 h 548068"/>
                <a:gd name="connsiteX2" fmla="*/ 550736 w 550735"/>
                <a:gd name="connsiteY2" fmla="*/ 548068 h 548068"/>
                <a:gd name="connsiteX3" fmla="*/ 0 w 550735"/>
                <a:gd name="connsiteY3" fmla="*/ 548068 h 548068"/>
                <a:gd name="connsiteX4" fmla="*/ 0 w 550735"/>
                <a:gd name="connsiteY4" fmla="*/ 0 h 548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0735" h="548068">
                  <a:moveTo>
                    <a:pt x="0" y="0"/>
                  </a:moveTo>
                  <a:lnTo>
                    <a:pt x="550736" y="0"/>
                  </a:lnTo>
                  <a:lnTo>
                    <a:pt x="550736" y="548068"/>
                  </a:lnTo>
                  <a:lnTo>
                    <a:pt x="0" y="54806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120873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R] Name-Role-Contact-Right Image">
    <p:bg>
      <p:bgPr>
        <a:solidFill>
          <a:srgbClr val="DA29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1BE9E136-B0B0-B400-7494-E9E3E5235425}"/>
              </a:ext>
            </a:extLst>
          </p:cNvPr>
          <p:cNvSpPr txBox="1"/>
          <p:nvPr userDrawn="1"/>
        </p:nvSpPr>
        <p:spPr>
          <a:xfrm>
            <a:off x="249238" y="2720252"/>
            <a:ext cx="4231729" cy="608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60"/>
              </a:lnSpc>
            </a:pPr>
            <a:r>
              <a:rPr lang="en-US" sz="4000" dirty="0">
                <a:solidFill>
                  <a:schemeClr val="bg1"/>
                </a:solidFill>
                <a:latin typeface="Work Sans Light" pitchFamily="2" charset="0"/>
              </a:rPr>
              <a:t>Get in touch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BE889BA-EE9B-18FD-F857-5909C6DB63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2575" y="2001955"/>
            <a:ext cx="607099" cy="608385"/>
          </a:xfrm>
          <a:prstGeom prst="rect">
            <a:avLst/>
          </a:prstGeom>
        </p:spPr>
      </p:pic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34F4C400-C176-4E54-3901-F30319C7414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1572" y="3475306"/>
            <a:ext cx="3913187" cy="254000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Work Sans SemiBold" pitchFamily="2" charset="0"/>
              </a:defRPr>
            </a:lvl1pPr>
            <a:lvl5pPr>
              <a:defRPr/>
            </a:lvl5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E5B3673-6AD3-3A3C-C130-2E7CE6FBF40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1572" y="3733411"/>
            <a:ext cx="3913187" cy="254000"/>
          </a:xfrm>
        </p:spPr>
        <p:txBody>
          <a:bodyPr/>
          <a:lstStyle>
            <a:lvl1pPr>
              <a:defRPr sz="1600">
                <a:solidFill>
                  <a:schemeClr val="bg1">
                    <a:alpha val="50000"/>
                  </a:schemeClr>
                </a:solidFill>
                <a:latin typeface="Work Sans SemiBold" pitchFamily="2" charset="0"/>
              </a:defRPr>
            </a:lvl1pPr>
            <a:lvl5pPr>
              <a:defRPr/>
            </a:lvl5pPr>
          </a:lstStyle>
          <a:p>
            <a:pPr lvl="0"/>
            <a:r>
              <a:rPr lang="en-GB" dirty="0"/>
              <a:t>Role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43D82D-33C8-2C40-272B-3AC3525F83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37" r="13771"/>
          <a:stretch/>
        </p:blipFill>
        <p:spPr>
          <a:xfrm>
            <a:off x="5016500" y="0"/>
            <a:ext cx="7175499" cy="6858000"/>
          </a:xfrm>
          <a:prstGeom prst="rect">
            <a:avLst/>
          </a:prstGeom>
        </p:spPr>
      </p:pic>
      <p:sp>
        <p:nvSpPr>
          <p:cNvPr id="5" name="Picture Placeholder 23">
            <a:extLst>
              <a:ext uri="{FF2B5EF4-FFF2-40B4-BE49-F238E27FC236}">
                <a16:creationId xmlns:a16="http://schemas.microsoft.com/office/drawing/2014/main" id="{FA130F46-67B9-2D7B-2CB8-69FB98D692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16500" y="0"/>
            <a:ext cx="7175499" cy="6858000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pt-BR" dirty="0"/>
          </a:p>
          <a:p>
            <a:endParaRPr lang="pt-BR" dirty="0"/>
          </a:p>
          <a:p>
            <a:r>
              <a:rPr lang="pt-BR" dirty="0" err="1"/>
              <a:t>Insert</a:t>
            </a:r>
            <a:r>
              <a:rPr lang="pt-BR" dirty="0"/>
              <a:t> BG Picture</a:t>
            </a:r>
            <a:endParaRPr lang="en-GB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AE0DBF14-1645-28D2-C035-1255A9725E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572" y="4169390"/>
            <a:ext cx="3913187" cy="428010"/>
          </a:xfrm>
        </p:spPr>
        <p:txBody>
          <a:bodyPr/>
          <a:lstStyle>
            <a:lvl1pPr>
              <a:spcAft>
                <a:spcPts val="0"/>
              </a:spcAft>
              <a:defRPr sz="1200">
                <a:solidFill>
                  <a:schemeClr val="bg1"/>
                </a:solidFill>
                <a:latin typeface="Work Sans" pitchFamily="2" charset="0"/>
              </a:defRPr>
            </a:lvl1pPr>
            <a:lvl5pPr>
              <a:defRPr/>
            </a:lvl5pPr>
          </a:lstStyle>
          <a:p>
            <a:pPr lvl="0"/>
            <a:r>
              <a:rPr lang="en-GB" dirty="0"/>
              <a:t>+ 00 000 000-000</a:t>
            </a:r>
          </a:p>
          <a:p>
            <a:pPr lvl="0"/>
            <a:r>
              <a:rPr lang="en-GB" dirty="0"/>
              <a:t>name.surname@bip-group.com</a:t>
            </a:r>
          </a:p>
        </p:txBody>
      </p:sp>
      <p:grpSp>
        <p:nvGrpSpPr>
          <p:cNvPr id="25" name="Graphic 6">
            <a:extLst>
              <a:ext uri="{FF2B5EF4-FFF2-40B4-BE49-F238E27FC236}">
                <a16:creationId xmlns:a16="http://schemas.microsoft.com/office/drawing/2014/main" id="{696800F1-C844-A58C-B68E-AC940585740E}"/>
              </a:ext>
            </a:extLst>
          </p:cNvPr>
          <p:cNvGrpSpPr/>
          <p:nvPr userDrawn="1"/>
        </p:nvGrpSpPr>
        <p:grpSpPr>
          <a:xfrm>
            <a:off x="260195" y="300304"/>
            <a:ext cx="663812" cy="462832"/>
            <a:chOff x="3414712" y="1223962"/>
            <a:chExt cx="5362002" cy="3738562"/>
          </a:xfrm>
          <a:solidFill>
            <a:schemeClr val="bg1"/>
          </a:solidFill>
        </p:grpSpPr>
        <p:sp>
          <p:nvSpPr>
            <p:cNvPr id="26" name="Freeform: Shape 3">
              <a:extLst>
                <a:ext uri="{FF2B5EF4-FFF2-40B4-BE49-F238E27FC236}">
                  <a16:creationId xmlns:a16="http://schemas.microsoft.com/office/drawing/2014/main" id="{3CF9B179-A6BB-236A-906D-1D42B5444D45}"/>
                </a:ext>
              </a:extLst>
            </p:cNvPr>
            <p:cNvSpPr/>
            <p:nvPr/>
          </p:nvSpPr>
          <p:spPr>
            <a:xfrm>
              <a:off x="6326790" y="2037882"/>
              <a:ext cx="1714200" cy="2924642"/>
            </a:xfrm>
            <a:custGeom>
              <a:avLst/>
              <a:gdLst>
                <a:gd name="connsiteX0" fmla="*/ 0 w 1714200"/>
                <a:gd name="connsiteY0" fmla="*/ 1557424 h 2924642"/>
                <a:gd name="connsiteX1" fmla="*/ 16288 w 1714200"/>
                <a:gd name="connsiteY1" fmla="*/ 1557424 h 2924642"/>
                <a:gd name="connsiteX2" fmla="*/ 658463 w 1714200"/>
                <a:gd name="connsiteY2" fmla="*/ 1557424 h 2924642"/>
                <a:gd name="connsiteX3" fmla="*/ 1153477 w 1714200"/>
                <a:gd name="connsiteY3" fmla="*/ 1142229 h 2924642"/>
                <a:gd name="connsiteX4" fmla="*/ 750475 w 1714200"/>
                <a:gd name="connsiteY4" fmla="*/ 562538 h 2924642"/>
                <a:gd name="connsiteX5" fmla="*/ 653129 w 1714200"/>
                <a:gd name="connsiteY5" fmla="*/ 553775 h 2924642"/>
                <a:gd name="connsiteX6" fmla="*/ 292703 w 1714200"/>
                <a:gd name="connsiteY6" fmla="*/ 553394 h 2924642"/>
                <a:gd name="connsiteX7" fmla="*/ 277273 w 1714200"/>
                <a:gd name="connsiteY7" fmla="*/ 553394 h 2924642"/>
                <a:gd name="connsiteX8" fmla="*/ 277273 w 1714200"/>
                <a:gd name="connsiteY8" fmla="*/ 944 h 2924642"/>
                <a:gd name="connsiteX9" fmla="*/ 289655 w 1714200"/>
                <a:gd name="connsiteY9" fmla="*/ 372 h 2924642"/>
                <a:gd name="connsiteX10" fmla="*/ 658082 w 1714200"/>
                <a:gd name="connsiteY10" fmla="*/ 563 h 2924642"/>
                <a:gd name="connsiteX11" fmla="*/ 1383221 w 1714200"/>
                <a:gd name="connsiteY11" fmla="*/ 288694 h 2924642"/>
                <a:gd name="connsiteX12" fmla="*/ 1691164 w 1714200"/>
                <a:gd name="connsiteY12" fmla="*/ 835810 h 2924642"/>
                <a:gd name="connsiteX13" fmla="*/ 1712690 w 1714200"/>
                <a:gd name="connsiteY13" fmla="*/ 1107558 h 2924642"/>
                <a:gd name="connsiteX14" fmla="*/ 1424749 w 1714200"/>
                <a:gd name="connsiteY14" fmla="*/ 1780690 h 2924642"/>
                <a:gd name="connsiteX15" fmla="*/ 847915 w 1714200"/>
                <a:gd name="connsiteY15" fmla="*/ 2093205 h 2924642"/>
                <a:gd name="connsiteX16" fmla="*/ 631317 w 1714200"/>
                <a:gd name="connsiteY16" fmla="*/ 2109493 h 2924642"/>
                <a:gd name="connsiteX17" fmla="*/ 562927 w 1714200"/>
                <a:gd name="connsiteY17" fmla="*/ 2109302 h 2924642"/>
                <a:gd name="connsiteX18" fmla="*/ 552545 w 1714200"/>
                <a:gd name="connsiteY18" fmla="*/ 2119780 h 2924642"/>
                <a:gd name="connsiteX19" fmla="*/ 552545 w 1714200"/>
                <a:gd name="connsiteY19" fmla="*/ 2128924 h 2924642"/>
                <a:gd name="connsiteX20" fmla="*/ 552545 w 1714200"/>
                <a:gd name="connsiteY20" fmla="*/ 2907783 h 2924642"/>
                <a:gd name="connsiteX21" fmla="*/ 552545 w 1714200"/>
                <a:gd name="connsiteY21" fmla="*/ 2924642 h 2924642"/>
                <a:gd name="connsiteX22" fmla="*/ 95 w 1714200"/>
                <a:gd name="connsiteY22" fmla="*/ 2924642 h 2924642"/>
                <a:gd name="connsiteX23" fmla="*/ 95 w 1714200"/>
                <a:gd name="connsiteY23" fmla="*/ 1557424 h 292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14200" h="2924642">
                  <a:moveTo>
                    <a:pt x="0" y="1557424"/>
                  </a:moveTo>
                  <a:cubicBezTo>
                    <a:pt x="6477" y="1557424"/>
                    <a:pt x="11335" y="1557424"/>
                    <a:pt x="16288" y="1557424"/>
                  </a:cubicBezTo>
                  <a:cubicBezTo>
                    <a:pt x="230314" y="1557424"/>
                    <a:pt x="444341" y="1557424"/>
                    <a:pt x="658463" y="1557424"/>
                  </a:cubicBezTo>
                  <a:cubicBezTo>
                    <a:pt x="901922" y="1557424"/>
                    <a:pt x="1110901" y="1382069"/>
                    <a:pt x="1153477" y="1142229"/>
                  </a:cubicBezTo>
                  <a:cubicBezTo>
                    <a:pt x="1201388" y="872005"/>
                    <a:pt x="1019461" y="609782"/>
                    <a:pt x="750475" y="562538"/>
                  </a:cubicBezTo>
                  <a:cubicBezTo>
                    <a:pt x="718471" y="556918"/>
                    <a:pt x="685609" y="554060"/>
                    <a:pt x="653129" y="553775"/>
                  </a:cubicBezTo>
                  <a:cubicBezTo>
                    <a:pt x="533019" y="552727"/>
                    <a:pt x="412813" y="553394"/>
                    <a:pt x="292703" y="553394"/>
                  </a:cubicBezTo>
                  <a:lnTo>
                    <a:pt x="277273" y="553394"/>
                  </a:lnTo>
                  <a:lnTo>
                    <a:pt x="277273" y="944"/>
                  </a:lnTo>
                  <a:cubicBezTo>
                    <a:pt x="281559" y="753"/>
                    <a:pt x="285559" y="372"/>
                    <a:pt x="289655" y="372"/>
                  </a:cubicBezTo>
                  <a:cubicBezTo>
                    <a:pt x="412432" y="372"/>
                    <a:pt x="535305" y="-580"/>
                    <a:pt x="658082" y="563"/>
                  </a:cubicBezTo>
                  <a:cubicBezTo>
                    <a:pt x="936784" y="3134"/>
                    <a:pt x="1179862" y="97527"/>
                    <a:pt x="1383221" y="288694"/>
                  </a:cubicBezTo>
                  <a:cubicBezTo>
                    <a:pt x="1542669" y="438522"/>
                    <a:pt x="1645348" y="621402"/>
                    <a:pt x="1691164" y="835810"/>
                  </a:cubicBezTo>
                  <a:cubicBezTo>
                    <a:pt x="1710404" y="925440"/>
                    <a:pt x="1717643" y="1016213"/>
                    <a:pt x="1712690" y="1107558"/>
                  </a:cubicBezTo>
                  <a:cubicBezTo>
                    <a:pt x="1698593" y="1366733"/>
                    <a:pt x="1603248" y="1592095"/>
                    <a:pt x="1424749" y="1780690"/>
                  </a:cubicBezTo>
                  <a:cubicBezTo>
                    <a:pt x="1266920" y="1947473"/>
                    <a:pt x="1074134" y="2051676"/>
                    <a:pt x="847915" y="2093205"/>
                  </a:cubicBezTo>
                  <a:cubicBezTo>
                    <a:pt x="776288" y="2106350"/>
                    <a:pt x="703993" y="2110731"/>
                    <a:pt x="631317" y="2109493"/>
                  </a:cubicBezTo>
                  <a:cubicBezTo>
                    <a:pt x="608552" y="2109112"/>
                    <a:pt x="585692" y="2109683"/>
                    <a:pt x="562927" y="2109302"/>
                  </a:cubicBezTo>
                  <a:cubicBezTo>
                    <a:pt x="555022" y="2109207"/>
                    <a:pt x="551593" y="2111684"/>
                    <a:pt x="552545" y="2119780"/>
                  </a:cubicBezTo>
                  <a:cubicBezTo>
                    <a:pt x="552926" y="2122733"/>
                    <a:pt x="552545" y="2125876"/>
                    <a:pt x="552545" y="2128924"/>
                  </a:cubicBezTo>
                  <a:cubicBezTo>
                    <a:pt x="552545" y="2388575"/>
                    <a:pt x="552545" y="2648132"/>
                    <a:pt x="552545" y="2907783"/>
                  </a:cubicBezTo>
                  <a:cubicBezTo>
                    <a:pt x="552545" y="2913117"/>
                    <a:pt x="552545" y="2918356"/>
                    <a:pt x="552545" y="2924642"/>
                  </a:cubicBezTo>
                  <a:lnTo>
                    <a:pt x="95" y="2924642"/>
                  </a:lnTo>
                  <a:lnTo>
                    <a:pt x="95" y="15574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27" name="Freeform: Shape 5">
              <a:extLst>
                <a:ext uri="{FF2B5EF4-FFF2-40B4-BE49-F238E27FC236}">
                  <a16:creationId xmlns:a16="http://schemas.microsoft.com/office/drawing/2014/main" id="{A3BBD949-8850-E18F-DEF7-F8921E552613}"/>
                </a:ext>
              </a:extLst>
            </p:cNvPr>
            <p:cNvSpPr/>
            <p:nvPr/>
          </p:nvSpPr>
          <p:spPr>
            <a:xfrm>
              <a:off x="3414712" y="1223962"/>
              <a:ext cx="1713050" cy="2923604"/>
            </a:xfrm>
            <a:custGeom>
              <a:avLst/>
              <a:gdLst>
                <a:gd name="connsiteX0" fmla="*/ 276320 w 1713050"/>
                <a:gd name="connsiteY0" fmla="*/ 2923413 h 2923604"/>
                <a:gd name="connsiteX1" fmla="*/ 276320 w 1713050"/>
                <a:gd name="connsiteY1" fmla="*/ 2371439 h 2923604"/>
                <a:gd name="connsiteX2" fmla="*/ 291179 w 1713050"/>
                <a:gd name="connsiteY2" fmla="*/ 2371439 h 2923604"/>
                <a:gd name="connsiteX3" fmla="*/ 657320 w 1713050"/>
                <a:gd name="connsiteY3" fmla="*/ 2371439 h 2923604"/>
                <a:gd name="connsiteX4" fmla="*/ 1151192 w 1713050"/>
                <a:gd name="connsiteY4" fmla="*/ 1966817 h 2923604"/>
                <a:gd name="connsiteX5" fmla="*/ 749237 w 1713050"/>
                <a:gd name="connsiteY5" fmla="*/ 1376458 h 2923604"/>
                <a:gd name="connsiteX6" fmla="*/ 654177 w 1713050"/>
                <a:gd name="connsiteY6" fmla="*/ 1367790 h 2923604"/>
                <a:gd name="connsiteX7" fmla="*/ 15431 w 1713050"/>
                <a:gd name="connsiteY7" fmla="*/ 1367409 h 2923604"/>
                <a:gd name="connsiteX8" fmla="*/ 0 w 1713050"/>
                <a:gd name="connsiteY8" fmla="*/ 1367409 h 2923604"/>
                <a:gd name="connsiteX9" fmla="*/ 0 w 1713050"/>
                <a:gd name="connsiteY9" fmla="*/ 0 h 2923604"/>
                <a:gd name="connsiteX10" fmla="*/ 551021 w 1713050"/>
                <a:gd name="connsiteY10" fmla="*/ 0 h 2923604"/>
                <a:gd name="connsiteX11" fmla="*/ 551688 w 1713050"/>
                <a:gd name="connsiteY11" fmla="*/ 15431 h 2923604"/>
                <a:gd name="connsiteX12" fmla="*/ 551688 w 1713050"/>
                <a:gd name="connsiteY12" fmla="*/ 794290 h 2923604"/>
                <a:gd name="connsiteX13" fmla="*/ 551688 w 1713050"/>
                <a:gd name="connsiteY13" fmla="*/ 805720 h 2923604"/>
                <a:gd name="connsiteX14" fmla="*/ 560356 w 1713050"/>
                <a:gd name="connsiteY14" fmla="*/ 814388 h 2923604"/>
                <a:gd name="connsiteX15" fmla="*/ 605981 w 1713050"/>
                <a:gd name="connsiteY15" fmla="*/ 814388 h 2923604"/>
                <a:gd name="connsiteX16" fmla="*/ 803815 w 1713050"/>
                <a:gd name="connsiteY16" fmla="*/ 824675 h 2923604"/>
                <a:gd name="connsiteX17" fmla="*/ 1114425 w 1713050"/>
                <a:gd name="connsiteY17" fmla="*/ 917638 h 2923604"/>
                <a:gd name="connsiteX18" fmla="*/ 1411224 w 1713050"/>
                <a:gd name="connsiteY18" fmla="*/ 1130332 h 2923604"/>
                <a:gd name="connsiteX19" fmla="*/ 1696307 w 1713050"/>
                <a:gd name="connsiteY19" fmla="*/ 1682306 h 2923604"/>
                <a:gd name="connsiteX20" fmla="*/ 1429322 w 1713050"/>
                <a:gd name="connsiteY20" fmla="*/ 2588800 h 2923604"/>
                <a:gd name="connsiteX21" fmla="*/ 866204 w 1713050"/>
                <a:gd name="connsiteY21" fmla="*/ 2903887 h 2923604"/>
                <a:gd name="connsiteX22" fmla="*/ 670465 w 1713050"/>
                <a:gd name="connsiteY22" fmla="*/ 2923604 h 2923604"/>
                <a:gd name="connsiteX23" fmla="*/ 291751 w 1713050"/>
                <a:gd name="connsiteY23" fmla="*/ 2923604 h 2923604"/>
                <a:gd name="connsiteX24" fmla="*/ 276416 w 1713050"/>
                <a:gd name="connsiteY24" fmla="*/ 2923604 h 2923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13050" h="2923604">
                  <a:moveTo>
                    <a:pt x="276320" y="2923413"/>
                  </a:moveTo>
                  <a:lnTo>
                    <a:pt x="276320" y="2371439"/>
                  </a:lnTo>
                  <a:lnTo>
                    <a:pt x="291179" y="2371439"/>
                  </a:lnTo>
                  <a:cubicBezTo>
                    <a:pt x="413195" y="2371439"/>
                    <a:pt x="535305" y="2371439"/>
                    <a:pt x="657320" y="2371439"/>
                  </a:cubicBezTo>
                  <a:cubicBezTo>
                    <a:pt x="897065" y="2371439"/>
                    <a:pt x="1104233" y="2201704"/>
                    <a:pt x="1151192" y="1966817"/>
                  </a:cubicBezTo>
                  <a:cubicBezTo>
                    <a:pt x="1205770" y="1693736"/>
                    <a:pt x="1023557" y="1425607"/>
                    <a:pt x="749237" y="1376458"/>
                  </a:cubicBezTo>
                  <a:cubicBezTo>
                    <a:pt x="717995" y="1370838"/>
                    <a:pt x="685895" y="1367885"/>
                    <a:pt x="654177" y="1367790"/>
                  </a:cubicBezTo>
                  <a:cubicBezTo>
                    <a:pt x="441293" y="1367028"/>
                    <a:pt x="228314" y="1367409"/>
                    <a:pt x="15431" y="1367409"/>
                  </a:cubicBezTo>
                  <a:lnTo>
                    <a:pt x="0" y="1367409"/>
                  </a:lnTo>
                  <a:lnTo>
                    <a:pt x="0" y="0"/>
                  </a:lnTo>
                  <a:lnTo>
                    <a:pt x="551021" y="0"/>
                  </a:lnTo>
                  <a:cubicBezTo>
                    <a:pt x="551212" y="5144"/>
                    <a:pt x="551688" y="10287"/>
                    <a:pt x="551688" y="15431"/>
                  </a:cubicBezTo>
                  <a:cubicBezTo>
                    <a:pt x="551688" y="275082"/>
                    <a:pt x="551688" y="534734"/>
                    <a:pt x="551688" y="794290"/>
                  </a:cubicBezTo>
                  <a:cubicBezTo>
                    <a:pt x="551688" y="798100"/>
                    <a:pt x="551974" y="801910"/>
                    <a:pt x="551688" y="805720"/>
                  </a:cubicBezTo>
                  <a:cubicBezTo>
                    <a:pt x="551212" y="812102"/>
                    <a:pt x="553974" y="814483"/>
                    <a:pt x="560356" y="814388"/>
                  </a:cubicBezTo>
                  <a:cubicBezTo>
                    <a:pt x="575596" y="814102"/>
                    <a:pt x="590741" y="814388"/>
                    <a:pt x="605981" y="814388"/>
                  </a:cubicBezTo>
                  <a:cubicBezTo>
                    <a:pt x="672084" y="814388"/>
                    <a:pt x="738092" y="815626"/>
                    <a:pt x="803815" y="824675"/>
                  </a:cubicBezTo>
                  <a:cubicBezTo>
                    <a:pt x="912209" y="839629"/>
                    <a:pt x="1015746" y="870395"/>
                    <a:pt x="1114425" y="917638"/>
                  </a:cubicBezTo>
                  <a:cubicBezTo>
                    <a:pt x="1225868" y="970979"/>
                    <a:pt x="1325023" y="1041940"/>
                    <a:pt x="1411224" y="1130332"/>
                  </a:cubicBezTo>
                  <a:cubicBezTo>
                    <a:pt x="1562291" y="1285208"/>
                    <a:pt x="1660970" y="1468469"/>
                    <a:pt x="1696307" y="1682306"/>
                  </a:cubicBezTo>
                  <a:cubicBezTo>
                    <a:pt x="1753076" y="2026539"/>
                    <a:pt x="1665827" y="2330863"/>
                    <a:pt x="1429322" y="2588800"/>
                  </a:cubicBezTo>
                  <a:cubicBezTo>
                    <a:pt x="1276826" y="2755106"/>
                    <a:pt x="1087279" y="2858738"/>
                    <a:pt x="866204" y="2903887"/>
                  </a:cubicBezTo>
                  <a:cubicBezTo>
                    <a:pt x="801719" y="2917031"/>
                    <a:pt x="736378" y="2923699"/>
                    <a:pt x="670465" y="2923604"/>
                  </a:cubicBezTo>
                  <a:cubicBezTo>
                    <a:pt x="544259" y="2923413"/>
                    <a:pt x="418052" y="2923604"/>
                    <a:pt x="291751" y="2923604"/>
                  </a:cubicBezTo>
                  <a:lnTo>
                    <a:pt x="276416" y="292360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28" name="Freeform: Shape 6">
              <a:extLst>
                <a:ext uri="{FF2B5EF4-FFF2-40B4-BE49-F238E27FC236}">
                  <a16:creationId xmlns:a16="http://schemas.microsoft.com/office/drawing/2014/main" id="{F8A471BA-639E-CF1E-3303-FF33D8289DBC}"/>
                </a:ext>
              </a:extLst>
            </p:cNvPr>
            <p:cNvSpPr/>
            <p:nvPr/>
          </p:nvSpPr>
          <p:spPr>
            <a:xfrm>
              <a:off x="5430204" y="2035874"/>
              <a:ext cx="551783" cy="2105311"/>
            </a:xfrm>
            <a:custGeom>
              <a:avLst/>
              <a:gdLst>
                <a:gd name="connsiteX0" fmla="*/ 551783 w 551783"/>
                <a:gd name="connsiteY0" fmla="*/ 0 h 2105310"/>
                <a:gd name="connsiteX1" fmla="*/ 551783 w 551783"/>
                <a:gd name="connsiteY1" fmla="*/ 2105311 h 2105310"/>
                <a:gd name="connsiteX2" fmla="*/ 0 w 551783"/>
                <a:gd name="connsiteY2" fmla="*/ 2105311 h 2105310"/>
                <a:gd name="connsiteX3" fmla="*/ 0 w 551783"/>
                <a:gd name="connsiteY3" fmla="*/ 0 h 2105310"/>
                <a:gd name="connsiteX4" fmla="*/ 551783 w 551783"/>
                <a:gd name="connsiteY4" fmla="*/ 0 h 210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1783" h="2105310">
                  <a:moveTo>
                    <a:pt x="551783" y="0"/>
                  </a:moveTo>
                  <a:lnTo>
                    <a:pt x="551783" y="2105311"/>
                  </a:lnTo>
                  <a:lnTo>
                    <a:pt x="0" y="2105311"/>
                  </a:lnTo>
                  <a:lnTo>
                    <a:pt x="0" y="0"/>
                  </a:lnTo>
                  <a:lnTo>
                    <a:pt x="5517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29" name="Freeform: Shape 9">
              <a:extLst>
                <a:ext uri="{FF2B5EF4-FFF2-40B4-BE49-F238E27FC236}">
                  <a16:creationId xmlns:a16="http://schemas.microsoft.com/office/drawing/2014/main" id="{397C64DF-9F01-44D1-481D-4F86DD59051C}"/>
                </a:ext>
              </a:extLst>
            </p:cNvPr>
            <p:cNvSpPr/>
            <p:nvPr/>
          </p:nvSpPr>
          <p:spPr>
            <a:xfrm>
              <a:off x="8225979" y="3593115"/>
              <a:ext cx="550735" cy="548068"/>
            </a:xfrm>
            <a:custGeom>
              <a:avLst/>
              <a:gdLst>
                <a:gd name="connsiteX0" fmla="*/ 0 w 550735"/>
                <a:gd name="connsiteY0" fmla="*/ 0 h 548068"/>
                <a:gd name="connsiteX1" fmla="*/ 550736 w 550735"/>
                <a:gd name="connsiteY1" fmla="*/ 0 h 548068"/>
                <a:gd name="connsiteX2" fmla="*/ 550736 w 550735"/>
                <a:gd name="connsiteY2" fmla="*/ 548068 h 548068"/>
                <a:gd name="connsiteX3" fmla="*/ 0 w 550735"/>
                <a:gd name="connsiteY3" fmla="*/ 548068 h 548068"/>
                <a:gd name="connsiteX4" fmla="*/ 0 w 550735"/>
                <a:gd name="connsiteY4" fmla="*/ 0 h 548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0735" h="548068">
                  <a:moveTo>
                    <a:pt x="0" y="0"/>
                  </a:moveTo>
                  <a:lnTo>
                    <a:pt x="550736" y="0"/>
                  </a:lnTo>
                  <a:lnTo>
                    <a:pt x="550736" y="548068"/>
                  </a:lnTo>
                  <a:lnTo>
                    <a:pt x="0" y="54806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</p:grpSp>
      <p:sp>
        <p:nvSpPr>
          <p:cNvPr id="30" name="TextBox 14">
            <a:extLst>
              <a:ext uri="{FF2B5EF4-FFF2-40B4-BE49-F238E27FC236}">
                <a16:creationId xmlns:a16="http://schemas.microsoft.com/office/drawing/2014/main" id="{577819B6-DEC9-E7DC-73B1-262FB2BA0C17}"/>
              </a:ext>
            </a:extLst>
          </p:cNvPr>
          <p:cNvSpPr txBox="1"/>
          <p:nvPr userDrawn="1"/>
        </p:nvSpPr>
        <p:spPr>
          <a:xfrm>
            <a:off x="288351" y="6436057"/>
            <a:ext cx="1098003" cy="193548"/>
          </a:xfrm>
          <a:prstGeom prst="rect">
            <a:avLst/>
          </a:prstGeom>
          <a:ln>
            <a:noFill/>
          </a:ln>
        </p:spPr>
        <p:txBody>
          <a:bodyPr wrap="square" lIns="0" tIns="0" rIns="0" bIns="18000" rtlCol="0" anchor="t">
            <a:spAutoFit/>
          </a:bodyPr>
          <a:lstStyle/>
          <a:p>
            <a:pPr>
              <a:lnSpc>
                <a:spcPts val="1493"/>
              </a:lnSpc>
              <a:spcBef>
                <a:spcPct val="0"/>
              </a:spcBef>
            </a:pPr>
            <a:r>
              <a:rPr lang="en-US" sz="1000" dirty="0">
                <a:solidFill>
                  <a:schemeClr val="bg1"/>
                </a:solidFill>
                <a:latin typeface="Work Sans" pitchFamily="2" charset="0"/>
              </a:rPr>
              <a:t>bip-group.com</a:t>
            </a:r>
            <a:endParaRPr lang="it-IT" dirty="0">
              <a:solidFill>
                <a:schemeClr val="bg1"/>
              </a:solidFill>
              <a:latin typeface="Work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64875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W] Name-Role-Contact-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EECEA5B7-FA62-3096-DCB1-3AD5EDC0F07D}"/>
              </a:ext>
            </a:extLst>
          </p:cNvPr>
          <p:cNvSpPr txBox="1"/>
          <p:nvPr userDrawn="1"/>
        </p:nvSpPr>
        <p:spPr>
          <a:xfrm>
            <a:off x="263525" y="2720252"/>
            <a:ext cx="4231729" cy="608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60"/>
              </a:lnSpc>
            </a:pPr>
            <a:r>
              <a:rPr lang="en-US" sz="4000">
                <a:solidFill>
                  <a:srgbClr val="0C2340"/>
                </a:solidFill>
                <a:latin typeface="Work Sans Light" pitchFamily="2" charset="0"/>
              </a:rPr>
              <a:t>Get in touch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6E487FC-0FB3-CEA6-2ED2-DC8C095B64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700" y="2003238"/>
            <a:ext cx="607099" cy="605818"/>
          </a:xfrm>
          <a:prstGeom prst="rect">
            <a:avLst/>
          </a:prstGeom>
        </p:spPr>
      </p:pic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41EE07C-9A08-105A-9388-CCAE4B40E5C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1572" y="3475306"/>
            <a:ext cx="3913187" cy="254000"/>
          </a:xfrm>
        </p:spPr>
        <p:txBody>
          <a:bodyPr/>
          <a:lstStyle>
            <a:lvl1pPr>
              <a:defRPr sz="1600">
                <a:solidFill>
                  <a:srgbClr val="0C2340"/>
                </a:solidFill>
                <a:latin typeface="Work Sans SemiBold" pitchFamily="2" charset="0"/>
              </a:defRPr>
            </a:lvl1pPr>
            <a:lvl5pPr>
              <a:defRPr/>
            </a:lvl5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B60D6A2-9500-E669-A60D-DBD2DC13B7E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1572" y="3733411"/>
            <a:ext cx="3913187" cy="254000"/>
          </a:xfrm>
        </p:spPr>
        <p:txBody>
          <a:bodyPr/>
          <a:lstStyle>
            <a:lvl1pPr>
              <a:defRPr sz="1600">
                <a:solidFill>
                  <a:srgbClr val="0C2340"/>
                </a:solidFill>
                <a:latin typeface="Work Sans SemiBold" pitchFamily="2" charset="0"/>
              </a:defRPr>
            </a:lvl1pPr>
            <a:lvl5pPr>
              <a:defRPr/>
            </a:lvl5pPr>
          </a:lstStyle>
          <a:p>
            <a:pPr lvl="0"/>
            <a:r>
              <a:rPr lang="en-GB" dirty="0"/>
              <a:t>Role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00D00B76-00B8-3CDD-5F21-7078F1544F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572" y="4169390"/>
            <a:ext cx="3913187" cy="428010"/>
          </a:xfrm>
        </p:spPr>
        <p:txBody>
          <a:bodyPr/>
          <a:lstStyle>
            <a:lvl1pPr>
              <a:spcAft>
                <a:spcPts val="0"/>
              </a:spcAft>
              <a:defRPr sz="1200">
                <a:solidFill>
                  <a:srgbClr val="0C2340"/>
                </a:solidFill>
                <a:latin typeface="Work Sans" pitchFamily="2" charset="0"/>
              </a:defRPr>
            </a:lvl1pPr>
            <a:lvl5pPr>
              <a:defRPr/>
            </a:lvl5pPr>
          </a:lstStyle>
          <a:p>
            <a:pPr lvl="0"/>
            <a:r>
              <a:rPr lang="en-GB" dirty="0"/>
              <a:t>+ 00 000 000-000</a:t>
            </a:r>
          </a:p>
          <a:p>
            <a:pPr lvl="0"/>
            <a:r>
              <a:rPr lang="en-GB" dirty="0"/>
              <a:t>name.surname@bip-group.com</a:t>
            </a:r>
          </a:p>
        </p:txBody>
      </p:sp>
      <p:grpSp>
        <p:nvGrpSpPr>
          <p:cNvPr id="26" name="Graphic 6">
            <a:extLst>
              <a:ext uri="{FF2B5EF4-FFF2-40B4-BE49-F238E27FC236}">
                <a16:creationId xmlns:a16="http://schemas.microsoft.com/office/drawing/2014/main" id="{7995BA17-E7D8-4BAF-CCF8-79DAA2EC321E}"/>
              </a:ext>
            </a:extLst>
          </p:cNvPr>
          <p:cNvGrpSpPr/>
          <p:nvPr userDrawn="1"/>
        </p:nvGrpSpPr>
        <p:grpSpPr>
          <a:xfrm>
            <a:off x="260195" y="300304"/>
            <a:ext cx="663812" cy="462832"/>
            <a:chOff x="3414712" y="1223962"/>
            <a:chExt cx="5362002" cy="3738562"/>
          </a:xfrm>
          <a:solidFill>
            <a:srgbClr val="DA291C"/>
          </a:solidFill>
        </p:grpSpPr>
        <p:sp>
          <p:nvSpPr>
            <p:cNvPr id="27" name="Freeform: Shape 3">
              <a:extLst>
                <a:ext uri="{FF2B5EF4-FFF2-40B4-BE49-F238E27FC236}">
                  <a16:creationId xmlns:a16="http://schemas.microsoft.com/office/drawing/2014/main" id="{53C03444-4501-989A-9589-8315135D3D9C}"/>
                </a:ext>
              </a:extLst>
            </p:cNvPr>
            <p:cNvSpPr/>
            <p:nvPr/>
          </p:nvSpPr>
          <p:spPr>
            <a:xfrm>
              <a:off x="6326790" y="2037882"/>
              <a:ext cx="1714200" cy="2924642"/>
            </a:xfrm>
            <a:custGeom>
              <a:avLst/>
              <a:gdLst>
                <a:gd name="connsiteX0" fmla="*/ 0 w 1714200"/>
                <a:gd name="connsiteY0" fmla="*/ 1557424 h 2924642"/>
                <a:gd name="connsiteX1" fmla="*/ 16288 w 1714200"/>
                <a:gd name="connsiteY1" fmla="*/ 1557424 h 2924642"/>
                <a:gd name="connsiteX2" fmla="*/ 658463 w 1714200"/>
                <a:gd name="connsiteY2" fmla="*/ 1557424 h 2924642"/>
                <a:gd name="connsiteX3" fmla="*/ 1153477 w 1714200"/>
                <a:gd name="connsiteY3" fmla="*/ 1142229 h 2924642"/>
                <a:gd name="connsiteX4" fmla="*/ 750475 w 1714200"/>
                <a:gd name="connsiteY4" fmla="*/ 562538 h 2924642"/>
                <a:gd name="connsiteX5" fmla="*/ 653129 w 1714200"/>
                <a:gd name="connsiteY5" fmla="*/ 553775 h 2924642"/>
                <a:gd name="connsiteX6" fmla="*/ 292703 w 1714200"/>
                <a:gd name="connsiteY6" fmla="*/ 553394 h 2924642"/>
                <a:gd name="connsiteX7" fmla="*/ 277273 w 1714200"/>
                <a:gd name="connsiteY7" fmla="*/ 553394 h 2924642"/>
                <a:gd name="connsiteX8" fmla="*/ 277273 w 1714200"/>
                <a:gd name="connsiteY8" fmla="*/ 944 h 2924642"/>
                <a:gd name="connsiteX9" fmla="*/ 289655 w 1714200"/>
                <a:gd name="connsiteY9" fmla="*/ 372 h 2924642"/>
                <a:gd name="connsiteX10" fmla="*/ 658082 w 1714200"/>
                <a:gd name="connsiteY10" fmla="*/ 563 h 2924642"/>
                <a:gd name="connsiteX11" fmla="*/ 1383221 w 1714200"/>
                <a:gd name="connsiteY11" fmla="*/ 288694 h 2924642"/>
                <a:gd name="connsiteX12" fmla="*/ 1691164 w 1714200"/>
                <a:gd name="connsiteY12" fmla="*/ 835810 h 2924642"/>
                <a:gd name="connsiteX13" fmla="*/ 1712690 w 1714200"/>
                <a:gd name="connsiteY13" fmla="*/ 1107558 h 2924642"/>
                <a:gd name="connsiteX14" fmla="*/ 1424749 w 1714200"/>
                <a:gd name="connsiteY14" fmla="*/ 1780690 h 2924642"/>
                <a:gd name="connsiteX15" fmla="*/ 847915 w 1714200"/>
                <a:gd name="connsiteY15" fmla="*/ 2093205 h 2924642"/>
                <a:gd name="connsiteX16" fmla="*/ 631317 w 1714200"/>
                <a:gd name="connsiteY16" fmla="*/ 2109493 h 2924642"/>
                <a:gd name="connsiteX17" fmla="*/ 562927 w 1714200"/>
                <a:gd name="connsiteY17" fmla="*/ 2109302 h 2924642"/>
                <a:gd name="connsiteX18" fmla="*/ 552545 w 1714200"/>
                <a:gd name="connsiteY18" fmla="*/ 2119780 h 2924642"/>
                <a:gd name="connsiteX19" fmla="*/ 552545 w 1714200"/>
                <a:gd name="connsiteY19" fmla="*/ 2128924 h 2924642"/>
                <a:gd name="connsiteX20" fmla="*/ 552545 w 1714200"/>
                <a:gd name="connsiteY20" fmla="*/ 2907783 h 2924642"/>
                <a:gd name="connsiteX21" fmla="*/ 552545 w 1714200"/>
                <a:gd name="connsiteY21" fmla="*/ 2924642 h 2924642"/>
                <a:gd name="connsiteX22" fmla="*/ 95 w 1714200"/>
                <a:gd name="connsiteY22" fmla="*/ 2924642 h 2924642"/>
                <a:gd name="connsiteX23" fmla="*/ 95 w 1714200"/>
                <a:gd name="connsiteY23" fmla="*/ 1557424 h 292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14200" h="2924642">
                  <a:moveTo>
                    <a:pt x="0" y="1557424"/>
                  </a:moveTo>
                  <a:cubicBezTo>
                    <a:pt x="6477" y="1557424"/>
                    <a:pt x="11335" y="1557424"/>
                    <a:pt x="16288" y="1557424"/>
                  </a:cubicBezTo>
                  <a:cubicBezTo>
                    <a:pt x="230314" y="1557424"/>
                    <a:pt x="444341" y="1557424"/>
                    <a:pt x="658463" y="1557424"/>
                  </a:cubicBezTo>
                  <a:cubicBezTo>
                    <a:pt x="901922" y="1557424"/>
                    <a:pt x="1110901" y="1382069"/>
                    <a:pt x="1153477" y="1142229"/>
                  </a:cubicBezTo>
                  <a:cubicBezTo>
                    <a:pt x="1201388" y="872005"/>
                    <a:pt x="1019461" y="609782"/>
                    <a:pt x="750475" y="562538"/>
                  </a:cubicBezTo>
                  <a:cubicBezTo>
                    <a:pt x="718471" y="556918"/>
                    <a:pt x="685609" y="554060"/>
                    <a:pt x="653129" y="553775"/>
                  </a:cubicBezTo>
                  <a:cubicBezTo>
                    <a:pt x="533019" y="552727"/>
                    <a:pt x="412813" y="553394"/>
                    <a:pt x="292703" y="553394"/>
                  </a:cubicBezTo>
                  <a:lnTo>
                    <a:pt x="277273" y="553394"/>
                  </a:lnTo>
                  <a:lnTo>
                    <a:pt x="277273" y="944"/>
                  </a:lnTo>
                  <a:cubicBezTo>
                    <a:pt x="281559" y="753"/>
                    <a:pt x="285559" y="372"/>
                    <a:pt x="289655" y="372"/>
                  </a:cubicBezTo>
                  <a:cubicBezTo>
                    <a:pt x="412432" y="372"/>
                    <a:pt x="535305" y="-580"/>
                    <a:pt x="658082" y="563"/>
                  </a:cubicBezTo>
                  <a:cubicBezTo>
                    <a:pt x="936784" y="3134"/>
                    <a:pt x="1179862" y="97527"/>
                    <a:pt x="1383221" y="288694"/>
                  </a:cubicBezTo>
                  <a:cubicBezTo>
                    <a:pt x="1542669" y="438522"/>
                    <a:pt x="1645348" y="621402"/>
                    <a:pt x="1691164" y="835810"/>
                  </a:cubicBezTo>
                  <a:cubicBezTo>
                    <a:pt x="1710404" y="925440"/>
                    <a:pt x="1717643" y="1016213"/>
                    <a:pt x="1712690" y="1107558"/>
                  </a:cubicBezTo>
                  <a:cubicBezTo>
                    <a:pt x="1698593" y="1366733"/>
                    <a:pt x="1603248" y="1592095"/>
                    <a:pt x="1424749" y="1780690"/>
                  </a:cubicBezTo>
                  <a:cubicBezTo>
                    <a:pt x="1266920" y="1947473"/>
                    <a:pt x="1074134" y="2051676"/>
                    <a:pt x="847915" y="2093205"/>
                  </a:cubicBezTo>
                  <a:cubicBezTo>
                    <a:pt x="776288" y="2106350"/>
                    <a:pt x="703993" y="2110731"/>
                    <a:pt x="631317" y="2109493"/>
                  </a:cubicBezTo>
                  <a:cubicBezTo>
                    <a:pt x="608552" y="2109112"/>
                    <a:pt x="585692" y="2109683"/>
                    <a:pt x="562927" y="2109302"/>
                  </a:cubicBezTo>
                  <a:cubicBezTo>
                    <a:pt x="555022" y="2109207"/>
                    <a:pt x="551593" y="2111684"/>
                    <a:pt x="552545" y="2119780"/>
                  </a:cubicBezTo>
                  <a:cubicBezTo>
                    <a:pt x="552926" y="2122733"/>
                    <a:pt x="552545" y="2125876"/>
                    <a:pt x="552545" y="2128924"/>
                  </a:cubicBezTo>
                  <a:cubicBezTo>
                    <a:pt x="552545" y="2388575"/>
                    <a:pt x="552545" y="2648132"/>
                    <a:pt x="552545" y="2907783"/>
                  </a:cubicBezTo>
                  <a:cubicBezTo>
                    <a:pt x="552545" y="2913117"/>
                    <a:pt x="552545" y="2918356"/>
                    <a:pt x="552545" y="2924642"/>
                  </a:cubicBezTo>
                  <a:lnTo>
                    <a:pt x="95" y="2924642"/>
                  </a:lnTo>
                  <a:lnTo>
                    <a:pt x="95" y="15574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28" name="Freeform: Shape 5">
              <a:extLst>
                <a:ext uri="{FF2B5EF4-FFF2-40B4-BE49-F238E27FC236}">
                  <a16:creationId xmlns:a16="http://schemas.microsoft.com/office/drawing/2014/main" id="{DBAC4000-AC91-671D-DF3D-FB8B45D71BEC}"/>
                </a:ext>
              </a:extLst>
            </p:cNvPr>
            <p:cNvSpPr/>
            <p:nvPr/>
          </p:nvSpPr>
          <p:spPr>
            <a:xfrm>
              <a:off x="3414712" y="1223962"/>
              <a:ext cx="1713050" cy="2923604"/>
            </a:xfrm>
            <a:custGeom>
              <a:avLst/>
              <a:gdLst>
                <a:gd name="connsiteX0" fmla="*/ 276320 w 1713050"/>
                <a:gd name="connsiteY0" fmla="*/ 2923413 h 2923604"/>
                <a:gd name="connsiteX1" fmla="*/ 276320 w 1713050"/>
                <a:gd name="connsiteY1" fmla="*/ 2371439 h 2923604"/>
                <a:gd name="connsiteX2" fmla="*/ 291179 w 1713050"/>
                <a:gd name="connsiteY2" fmla="*/ 2371439 h 2923604"/>
                <a:gd name="connsiteX3" fmla="*/ 657320 w 1713050"/>
                <a:gd name="connsiteY3" fmla="*/ 2371439 h 2923604"/>
                <a:gd name="connsiteX4" fmla="*/ 1151192 w 1713050"/>
                <a:gd name="connsiteY4" fmla="*/ 1966817 h 2923604"/>
                <a:gd name="connsiteX5" fmla="*/ 749237 w 1713050"/>
                <a:gd name="connsiteY5" fmla="*/ 1376458 h 2923604"/>
                <a:gd name="connsiteX6" fmla="*/ 654177 w 1713050"/>
                <a:gd name="connsiteY6" fmla="*/ 1367790 h 2923604"/>
                <a:gd name="connsiteX7" fmla="*/ 15431 w 1713050"/>
                <a:gd name="connsiteY7" fmla="*/ 1367409 h 2923604"/>
                <a:gd name="connsiteX8" fmla="*/ 0 w 1713050"/>
                <a:gd name="connsiteY8" fmla="*/ 1367409 h 2923604"/>
                <a:gd name="connsiteX9" fmla="*/ 0 w 1713050"/>
                <a:gd name="connsiteY9" fmla="*/ 0 h 2923604"/>
                <a:gd name="connsiteX10" fmla="*/ 551021 w 1713050"/>
                <a:gd name="connsiteY10" fmla="*/ 0 h 2923604"/>
                <a:gd name="connsiteX11" fmla="*/ 551688 w 1713050"/>
                <a:gd name="connsiteY11" fmla="*/ 15431 h 2923604"/>
                <a:gd name="connsiteX12" fmla="*/ 551688 w 1713050"/>
                <a:gd name="connsiteY12" fmla="*/ 794290 h 2923604"/>
                <a:gd name="connsiteX13" fmla="*/ 551688 w 1713050"/>
                <a:gd name="connsiteY13" fmla="*/ 805720 h 2923604"/>
                <a:gd name="connsiteX14" fmla="*/ 560356 w 1713050"/>
                <a:gd name="connsiteY14" fmla="*/ 814388 h 2923604"/>
                <a:gd name="connsiteX15" fmla="*/ 605981 w 1713050"/>
                <a:gd name="connsiteY15" fmla="*/ 814388 h 2923604"/>
                <a:gd name="connsiteX16" fmla="*/ 803815 w 1713050"/>
                <a:gd name="connsiteY16" fmla="*/ 824675 h 2923604"/>
                <a:gd name="connsiteX17" fmla="*/ 1114425 w 1713050"/>
                <a:gd name="connsiteY17" fmla="*/ 917638 h 2923604"/>
                <a:gd name="connsiteX18" fmla="*/ 1411224 w 1713050"/>
                <a:gd name="connsiteY18" fmla="*/ 1130332 h 2923604"/>
                <a:gd name="connsiteX19" fmla="*/ 1696307 w 1713050"/>
                <a:gd name="connsiteY19" fmla="*/ 1682306 h 2923604"/>
                <a:gd name="connsiteX20" fmla="*/ 1429322 w 1713050"/>
                <a:gd name="connsiteY20" fmla="*/ 2588800 h 2923604"/>
                <a:gd name="connsiteX21" fmla="*/ 866204 w 1713050"/>
                <a:gd name="connsiteY21" fmla="*/ 2903887 h 2923604"/>
                <a:gd name="connsiteX22" fmla="*/ 670465 w 1713050"/>
                <a:gd name="connsiteY22" fmla="*/ 2923604 h 2923604"/>
                <a:gd name="connsiteX23" fmla="*/ 291751 w 1713050"/>
                <a:gd name="connsiteY23" fmla="*/ 2923604 h 2923604"/>
                <a:gd name="connsiteX24" fmla="*/ 276416 w 1713050"/>
                <a:gd name="connsiteY24" fmla="*/ 2923604 h 2923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13050" h="2923604">
                  <a:moveTo>
                    <a:pt x="276320" y="2923413"/>
                  </a:moveTo>
                  <a:lnTo>
                    <a:pt x="276320" y="2371439"/>
                  </a:lnTo>
                  <a:lnTo>
                    <a:pt x="291179" y="2371439"/>
                  </a:lnTo>
                  <a:cubicBezTo>
                    <a:pt x="413195" y="2371439"/>
                    <a:pt x="535305" y="2371439"/>
                    <a:pt x="657320" y="2371439"/>
                  </a:cubicBezTo>
                  <a:cubicBezTo>
                    <a:pt x="897065" y="2371439"/>
                    <a:pt x="1104233" y="2201704"/>
                    <a:pt x="1151192" y="1966817"/>
                  </a:cubicBezTo>
                  <a:cubicBezTo>
                    <a:pt x="1205770" y="1693736"/>
                    <a:pt x="1023557" y="1425607"/>
                    <a:pt x="749237" y="1376458"/>
                  </a:cubicBezTo>
                  <a:cubicBezTo>
                    <a:pt x="717995" y="1370838"/>
                    <a:pt x="685895" y="1367885"/>
                    <a:pt x="654177" y="1367790"/>
                  </a:cubicBezTo>
                  <a:cubicBezTo>
                    <a:pt x="441293" y="1367028"/>
                    <a:pt x="228314" y="1367409"/>
                    <a:pt x="15431" y="1367409"/>
                  </a:cubicBezTo>
                  <a:lnTo>
                    <a:pt x="0" y="1367409"/>
                  </a:lnTo>
                  <a:lnTo>
                    <a:pt x="0" y="0"/>
                  </a:lnTo>
                  <a:lnTo>
                    <a:pt x="551021" y="0"/>
                  </a:lnTo>
                  <a:cubicBezTo>
                    <a:pt x="551212" y="5144"/>
                    <a:pt x="551688" y="10287"/>
                    <a:pt x="551688" y="15431"/>
                  </a:cubicBezTo>
                  <a:cubicBezTo>
                    <a:pt x="551688" y="275082"/>
                    <a:pt x="551688" y="534734"/>
                    <a:pt x="551688" y="794290"/>
                  </a:cubicBezTo>
                  <a:cubicBezTo>
                    <a:pt x="551688" y="798100"/>
                    <a:pt x="551974" y="801910"/>
                    <a:pt x="551688" y="805720"/>
                  </a:cubicBezTo>
                  <a:cubicBezTo>
                    <a:pt x="551212" y="812102"/>
                    <a:pt x="553974" y="814483"/>
                    <a:pt x="560356" y="814388"/>
                  </a:cubicBezTo>
                  <a:cubicBezTo>
                    <a:pt x="575596" y="814102"/>
                    <a:pt x="590741" y="814388"/>
                    <a:pt x="605981" y="814388"/>
                  </a:cubicBezTo>
                  <a:cubicBezTo>
                    <a:pt x="672084" y="814388"/>
                    <a:pt x="738092" y="815626"/>
                    <a:pt x="803815" y="824675"/>
                  </a:cubicBezTo>
                  <a:cubicBezTo>
                    <a:pt x="912209" y="839629"/>
                    <a:pt x="1015746" y="870395"/>
                    <a:pt x="1114425" y="917638"/>
                  </a:cubicBezTo>
                  <a:cubicBezTo>
                    <a:pt x="1225868" y="970979"/>
                    <a:pt x="1325023" y="1041940"/>
                    <a:pt x="1411224" y="1130332"/>
                  </a:cubicBezTo>
                  <a:cubicBezTo>
                    <a:pt x="1562291" y="1285208"/>
                    <a:pt x="1660970" y="1468469"/>
                    <a:pt x="1696307" y="1682306"/>
                  </a:cubicBezTo>
                  <a:cubicBezTo>
                    <a:pt x="1753076" y="2026539"/>
                    <a:pt x="1665827" y="2330863"/>
                    <a:pt x="1429322" y="2588800"/>
                  </a:cubicBezTo>
                  <a:cubicBezTo>
                    <a:pt x="1276826" y="2755106"/>
                    <a:pt x="1087279" y="2858738"/>
                    <a:pt x="866204" y="2903887"/>
                  </a:cubicBezTo>
                  <a:cubicBezTo>
                    <a:pt x="801719" y="2917031"/>
                    <a:pt x="736378" y="2923699"/>
                    <a:pt x="670465" y="2923604"/>
                  </a:cubicBezTo>
                  <a:cubicBezTo>
                    <a:pt x="544259" y="2923413"/>
                    <a:pt x="418052" y="2923604"/>
                    <a:pt x="291751" y="2923604"/>
                  </a:cubicBezTo>
                  <a:lnTo>
                    <a:pt x="276416" y="292360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29" name="Freeform: Shape 6">
              <a:extLst>
                <a:ext uri="{FF2B5EF4-FFF2-40B4-BE49-F238E27FC236}">
                  <a16:creationId xmlns:a16="http://schemas.microsoft.com/office/drawing/2014/main" id="{D4A77A8D-A613-7114-A077-75B3D19174BE}"/>
                </a:ext>
              </a:extLst>
            </p:cNvPr>
            <p:cNvSpPr/>
            <p:nvPr/>
          </p:nvSpPr>
          <p:spPr>
            <a:xfrm>
              <a:off x="5430204" y="2035874"/>
              <a:ext cx="551783" cy="2105311"/>
            </a:xfrm>
            <a:custGeom>
              <a:avLst/>
              <a:gdLst>
                <a:gd name="connsiteX0" fmla="*/ 551783 w 551783"/>
                <a:gd name="connsiteY0" fmla="*/ 0 h 2105310"/>
                <a:gd name="connsiteX1" fmla="*/ 551783 w 551783"/>
                <a:gd name="connsiteY1" fmla="*/ 2105311 h 2105310"/>
                <a:gd name="connsiteX2" fmla="*/ 0 w 551783"/>
                <a:gd name="connsiteY2" fmla="*/ 2105311 h 2105310"/>
                <a:gd name="connsiteX3" fmla="*/ 0 w 551783"/>
                <a:gd name="connsiteY3" fmla="*/ 0 h 2105310"/>
                <a:gd name="connsiteX4" fmla="*/ 551783 w 551783"/>
                <a:gd name="connsiteY4" fmla="*/ 0 h 210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1783" h="2105310">
                  <a:moveTo>
                    <a:pt x="551783" y="0"/>
                  </a:moveTo>
                  <a:lnTo>
                    <a:pt x="551783" y="2105311"/>
                  </a:lnTo>
                  <a:lnTo>
                    <a:pt x="0" y="2105311"/>
                  </a:lnTo>
                  <a:lnTo>
                    <a:pt x="0" y="0"/>
                  </a:lnTo>
                  <a:lnTo>
                    <a:pt x="5517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30" name="Freeform: Shape 9">
              <a:extLst>
                <a:ext uri="{FF2B5EF4-FFF2-40B4-BE49-F238E27FC236}">
                  <a16:creationId xmlns:a16="http://schemas.microsoft.com/office/drawing/2014/main" id="{F03D51BC-8A5F-41D5-F877-FEEA348ACFA4}"/>
                </a:ext>
              </a:extLst>
            </p:cNvPr>
            <p:cNvSpPr/>
            <p:nvPr/>
          </p:nvSpPr>
          <p:spPr>
            <a:xfrm>
              <a:off x="8225979" y="3593115"/>
              <a:ext cx="550735" cy="548068"/>
            </a:xfrm>
            <a:custGeom>
              <a:avLst/>
              <a:gdLst>
                <a:gd name="connsiteX0" fmla="*/ 0 w 550735"/>
                <a:gd name="connsiteY0" fmla="*/ 0 h 548068"/>
                <a:gd name="connsiteX1" fmla="*/ 550736 w 550735"/>
                <a:gd name="connsiteY1" fmla="*/ 0 h 548068"/>
                <a:gd name="connsiteX2" fmla="*/ 550736 w 550735"/>
                <a:gd name="connsiteY2" fmla="*/ 548068 h 548068"/>
                <a:gd name="connsiteX3" fmla="*/ 0 w 550735"/>
                <a:gd name="connsiteY3" fmla="*/ 548068 h 548068"/>
                <a:gd name="connsiteX4" fmla="*/ 0 w 550735"/>
                <a:gd name="connsiteY4" fmla="*/ 0 h 548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0735" h="548068">
                  <a:moveTo>
                    <a:pt x="0" y="0"/>
                  </a:moveTo>
                  <a:lnTo>
                    <a:pt x="550736" y="0"/>
                  </a:lnTo>
                  <a:lnTo>
                    <a:pt x="550736" y="548068"/>
                  </a:lnTo>
                  <a:lnTo>
                    <a:pt x="0" y="54806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</p:grpSp>
      <p:sp>
        <p:nvSpPr>
          <p:cNvPr id="31" name="TextBox 14">
            <a:extLst>
              <a:ext uri="{FF2B5EF4-FFF2-40B4-BE49-F238E27FC236}">
                <a16:creationId xmlns:a16="http://schemas.microsoft.com/office/drawing/2014/main" id="{AD38D54E-D661-AEA3-8E5A-673E3C2A7420}"/>
              </a:ext>
            </a:extLst>
          </p:cNvPr>
          <p:cNvSpPr txBox="1"/>
          <p:nvPr userDrawn="1"/>
        </p:nvSpPr>
        <p:spPr>
          <a:xfrm>
            <a:off x="288351" y="6436057"/>
            <a:ext cx="1098003" cy="193548"/>
          </a:xfrm>
          <a:prstGeom prst="rect">
            <a:avLst/>
          </a:prstGeom>
          <a:ln>
            <a:noFill/>
          </a:ln>
        </p:spPr>
        <p:txBody>
          <a:bodyPr wrap="square" lIns="0" tIns="0" rIns="0" bIns="18000" rtlCol="0" anchor="t">
            <a:spAutoFit/>
          </a:bodyPr>
          <a:lstStyle/>
          <a:p>
            <a:pPr>
              <a:lnSpc>
                <a:spcPts val="1493"/>
              </a:lnSpc>
              <a:spcBef>
                <a:spcPct val="0"/>
              </a:spcBef>
            </a:pPr>
            <a:r>
              <a:rPr lang="en-US" sz="1000" dirty="0">
                <a:solidFill>
                  <a:srgbClr val="0C2340"/>
                </a:solidFill>
                <a:latin typeface="Work Sans" pitchFamily="2" charset="0"/>
              </a:rPr>
              <a:t>bip-group.com</a:t>
            </a:r>
            <a:endParaRPr lang="it-IT" dirty="0">
              <a:solidFill>
                <a:srgbClr val="0C2340"/>
              </a:solidFill>
              <a:latin typeface="Work Sans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05E4F2-35D2-473D-BFA7-1965DFB5179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73" r="20573"/>
          <a:stretch/>
        </p:blipFill>
        <p:spPr>
          <a:xfrm>
            <a:off x="5016500" y="0"/>
            <a:ext cx="7175499" cy="6858000"/>
          </a:xfrm>
          <a:prstGeom prst="rect">
            <a:avLst/>
          </a:prstGeom>
        </p:spPr>
      </p:pic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CCB340CB-73C7-7149-8478-7C872A92A6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16500" y="0"/>
            <a:ext cx="7175499" cy="6858000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pt-BR" dirty="0"/>
          </a:p>
          <a:p>
            <a:endParaRPr lang="pt-BR" dirty="0"/>
          </a:p>
          <a:p>
            <a:r>
              <a:rPr lang="pt-BR" dirty="0" err="1"/>
              <a:t>Insert</a:t>
            </a:r>
            <a:r>
              <a:rPr lang="pt-BR" dirty="0"/>
              <a:t> BG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08793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B] Profile Picture-Name-Role-Contact-Right Image"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-up of a spiral&#10;&#10;Description automatically generated">
            <a:extLst>
              <a:ext uri="{FF2B5EF4-FFF2-40B4-BE49-F238E27FC236}">
                <a16:creationId xmlns:a16="http://schemas.microsoft.com/office/drawing/2014/main" id="{CDBFA4E5-EE47-5479-1C18-4CD653CD6C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97" r="13595"/>
          <a:stretch/>
        </p:blipFill>
        <p:spPr>
          <a:xfrm>
            <a:off x="5016500" y="0"/>
            <a:ext cx="7175499" cy="6858000"/>
          </a:xfrm>
          <a:prstGeom prst="rect">
            <a:avLst/>
          </a:prstGeom>
        </p:spPr>
      </p:pic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10102192-1049-598A-831B-E68794098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16500" y="0"/>
            <a:ext cx="7175499" cy="6858000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pt-BR" dirty="0"/>
          </a:p>
          <a:p>
            <a:endParaRPr lang="pt-BR" dirty="0"/>
          </a:p>
          <a:p>
            <a:r>
              <a:rPr lang="pt-BR" dirty="0" err="1"/>
              <a:t>Insert</a:t>
            </a:r>
            <a:r>
              <a:rPr lang="pt-BR" dirty="0"/>
              <a:t> BG Picture</a:t>
            </a:r>
            <a:endParaRPr lang="en-GB" dirty="0"/>
          </a:p>
        </p:txBody>
      </p:sp>
      <p:sp>
        <p:nvSpPr>
          <p:cNvPr id="6" name="TextBox 14">
            <a:extLst>
              <a:ext uri="{FF2B5EF4-FFF2-40B4-BE49-F238E27FC236}">
                <a16:creationId xmlns:a16="http://schemas.microsoft.com/office/drawing/2014/main" id="{8304AAE2-A5FF-F691-94EE-C383A97247E8}"/>
              </a:ext>
            </a:extLst>
          </p:cNvPr>
          <p:cNvSpPr txBox="1"/>
          <p:nvPr userDrawn="1"/>
        </p:nvSpPr>
        <p:spPr>
          <a:xfrm>
            <a:off x="288351" y="6436057"/>
            <a:ext cx="1098003" cy="193548"/>
          </a:xfrm>
          <a:prstGeom prst="rect">
            <a:avLst/>
          </a:prstGeom>
          <a:ln>
            <a:noFill/>
          </a:ln>
        </p:spPr>
        <p:txBody>
          <a:bodyPr wrap="square" lIns="0" tIns="0" rIns="0" bIns="18000" rtlCol="0" anchor="t">
            <a:spAutoFit/>
          </a:bodyPr>
          <a:lstStyle/>
          <a:p>
            <a:pPr>
              <a:lnSpc>
                <a:spcPts val="1493"/>
              </a:lnSpc>
              <a:spcBef>
                <a:spcPct val="0"/>
              </a:spcBef>
            </a:pPr>
            <a:r>
              <a:rPr lang="en-US" sz="1000" dirty="0">
                <a:solidFill>
                  <a:schemeClr val="bg1"/>
                </a:solidFill>
                <a:latin typeface="Work Sans" pitchFamily="2" charset="0"/>
              </a:rPr>
              <a:t>bip-group.com</a:t>
            </a:r>
            <a:endParaRPr lang="it-IT" dirty="0">
              <a:solidFill>
                <a:schemeClr val="bg1"/>
              </a:solidFill>
              <a:latin typeface="Work Sans" pitchFamily="2" charset="0"/>
            </a:endParaRPr>
          </a:p>
        </p:txBody>
      </p:sp>
      <p:grpSp>
        <p:nvGrpSpPr>
          <p:cNvPr id="2" name="Graphic 6">
            <a:extLst>
              <a:ext uri="{FF2B5EF4-FFF2-40B4-BE49-F238E27FC236}">
                <a16:creationId xmlns:a16="http://schemas.microsoft.com/office/drawing/2014/main" id="{FCA1E647-356C-6075-49B8-C85759F123B7}"/>
              </a:ext>
            </a:extLst>
          </p:cNvPr>
          <p:cNvGrpSpPr/>
          <p:nvPr userDrawn="1"/>
        </p:nvGrpSpPr>
        <p:grpSpPr>
          <a:xfrm>
            <a:off x="260195" y="300304"/>
            <a:ext cx="663812" cy="462832"/>
            <a:chOff x="3414712" y="1223962"/>
            <a:chExt cx="5362002" cy="3738562"/>
          </a:xfrm>
          <a:solidFill>
            <a:srgbClr val="DA291C"/>
          </a:solidFill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3BB7E94C-31EC-E106-17D8-B0BA64ECA7D4}"/>
                </a:ext>
              </a:extLst>
            </p:cNvPr>
            <p:cNvSpPr/>
            <p:nvPr/>
          </p:nvSpPr>
          <p:spPr>
            <a:xfrm>
              <a:off x="6326790" y="2037882"/>
              <a:ext cx="1714200" cy="2924642"/>
            </a:xfrm>
            <a:custGeom>
              <a:avLst/>
              <a:gdLst>
                <a:gd name="connsiteX0" fmla="*/ 0 w 1714200"/>
                <a:gd name="connsiteY0" fmla="*/ 1557424 h 2924642"/>
                <a:gd name="connsiteX1" fmla="*/ 16288 w 1714200"/>
                <a:gd name="connsiteY1" fmla="*/ 1557424 h 2924642"/>
                <a:gd name="connsiteX2" fmla="*/ 658463 w 1714200"/>
                <a:gd name="connsiteY2" fmla="*/ 1557424 h 2924642"/>
                <a:gd name="connsiteX3" fmla="*/ 1153477 w 1714200"/>
                <a:gd name="connsiteY3" fmla="*/ 1142229 h 2924642"/>
                <a:gd name="connsiteX4" fmla="*/ 750475 w 1714200"/>
                <a:gd name="connsiteY4" fmla="*/ 562538 h 2924642"/>
                <a:gd name="connsiteX5" fmla="*/ 653129 w 1714200"/>
                <a:gd name="connsiteY5" fmla="*/ 553775 h 2924642"/>
                <a:gd name="connsiteX6" fmla="*/ 292703 w 1714200"/>
                <a:gd name="connsiteY6" fmla="*/ 553394 h 2924642"/>
                <a:gd name="connsiteX7" fmla="*/ 277273 w 1714200"/>
                <a:gd name="connsiteY7" fmla="*/ 553394 h 2924642"/>
                <a:gd name="connsiteX8" fmla="*/ 277273 w 1714200"/>
                <a:gd name="connsiteY8" fmla="*/ 944 h 2924642"/>
                <a:gd name="connsiteX9" fmla="*/ 289655 w 1714200"/>
                <a:gd name="connsiteY9" fmla="*/ 372 h 2924642"/>
                <a:gd name="connsiteX10" fmla="*/ 658082 w 1714200"/>
                <a:gd name="connsiteY10" fmla="*/ 563 h 2924642"/>
                <a:gd name="connsiteX11" fmla="*/ 1383221 w 1714200"/>
                <a:gd name="connsiteY11" fmla="*/ 288694 h 2924642"/>
                <a:gd name="connsiteX12" fmla="*/ 1691164 w 1714200"/>
                <a:gd name="connsiteY12" fmla="*/ 835810 h 2924642"/>
                <a:gd name="connsiteX13" fmla="*/ 1712690 w 1714200"/>
                <a:gd name="connsiteY13" fmla="*/ 1107558 h 2924642"/>
                <a:gd name="connsiteX14" fmla="*/ 1424749 w 1714200"/>
                <a:gd name="connsiteY14" fmla="*/ 1780690 h 2924642"/>
                <a:gd name="connsiteX15" fmla="*/ 847915 w 1714200"/>
                <a:gd name="connsiteY15" fmla="*/ 2093205 h 2924642"/>
                <a:gd name="connsiteX16" fmla="*/ 631317 w 1714200"/>
                <a:gd name="connsiteY16" fmla="*/ 2109493 h 2924642"/>
                <a:gd name="connsiteX17" fmla="*/ 562927 w 1714200"/>
                <a:gd name="connsiteY17" fmla="*/ 2109302 h 2924642"/>
                <a:gd name="connsiteX18" fmla="*/ 552545 w 1714200"/>
                <a:gd name="connsiteY18" fmla="*/ 2119780 h 2924642"/>
                <a:gd name="connsiteX19" fmla="*/ 552545 w 1714200"/>
                <a:gd name="connsiteY19" fmla="*/ 2128924 h 2924642"/>
                <a:gd name="connsiteX20" fmla="*/ 552545 w 1714200"/>
                <a:gd name="connsiteY20" fmla="*/ 2907783 h 2924642"/>
                <a:gd name="connsiteX21" fmla="*/ 552545 w 1714200"/>
                <a:gd name="connsiteY21" fmla="*/ 2924642 h 2924642"/>
                <a:gd name="connsiteX22" fmla="*/ 95 w 1714200"/>
                <a:gd name="connsiteY22" fmla="*/ 2924642 h 2924642"/>
                <a:gd name="connsiteX23" fmla="*/ 95 w 1714200"/>
                <a:gd name="connsiteY23" fmla="*/ 1557424 h 292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14200" h="2924642">
                  <a:moveTo>
                    <a:pt x="0" y="1557424"/>
                  </a:moveTo>
                  <a:cubicBezTo>
                    <a:pt x="6477" y="1557424"/>
                    <a:pt x="11335" y="1557424"/>
                    <a:pt x="16288" y="1557424"/>
                  </a:cubicBezTo>
                  <a:cubicBezTo>
                    <a:pt x="230314" y="1557424"/>
                    <a:pt x="444341" y="1557424"/>
                    <a:pt x="658463" y="1557424"/>
                  </a:cubicBezTo>
                  <a:cubicBezTo>
                    <a:pt x="901922" y="1557424"/>
                    <a:pt x="1110901" y="1382069"/>
                    <a:pt x="1153477" y="1142229"/>
                  </a:cubicBezTo>
                  <a:cubicBezTo>
                    <a:pt x="1201388" y="872005"/>
                    <a:pt x="1019461" y="609782"/>
                    <a:pt x="750475" y="562538"/>
                  </a:cubicBezTo>
                  <a:cubicBezTo>
                    <a:pt x="718471" y="556918"/>
                    <a:pt x="685609" y="554060"/>
                    <a:pt x="653129" y="553775"/>
                  </a:cubicBezTo>
                  <a:cubicBezTo>
                    <a:pt x="533019" y="552727"/>
                    <a:pt x="412813" y="553394"/>
                    <a:pt x="292703" y="553394"/>
                  </a:cubicBezTo>
                  <a:lnTo>
                    <a:pt x="277273" y="553394"/>
                  </a:lnTo>
                  <a:lnTo>
                    <a:pt x="277273" y="944"/>
                  </a:lnTo>
                  <a:cubicBezTo>
                    <a:pt x="281559" y="753"/>
                    <a:pt x="285559" y="372"/>
                    <a:pt x="289655" y="372"/>
                  </a:cubicBezTo>
                  <a:cubicBezTo>
                    <a:pt x="412432" y="372"/>
                    <a:pt x="535305" y="-580"/>
                    <a:pt x="658082" y="563"/>
                  </a:cubicBezTo>
                  <a:cubicBezTo>
                    <a:pt x="936784" y="3134"/>
                    <a:pt x="1179862" y="97527"/>
                    <a:pt x="1383221" y="288694"/>
                  </a:cubicBezTo>
                  <a:cubicBezTo>
                    <a:pt x="1542669" y="438522"/>
                    <a:pt x="1645348" y="621402"/>
                    <a:pt x="1691164" y="835810"/>
                  </a:cubicBezTo>
                  <a:cubicBezTo>
                    <a:pt x="1710404" y="925440"/>
                    <a:pt x="1717643" y="1016213"/>
                    <a:pt x="1712690" y="1107558"/>
                  </a:cubicBezTo>
                  <a:cubicBezTo>
                    <a:pt x="1698593" y="1366733"/>
                    <a:pt x="1603248" y="1592095"/>
                    <a:pt x="1424749" y="1780690"/>
                  </a:cubicBezTo>
                  <a:cubicBezTo>
                    <a:pt x="1266920" y="1947473"/>
                    <a:pt x="1074134" y="2051676"/>
                    <a:pt x="847915" y="2093205"/>
                  </a:cubicBezTo>
                  <a:cubicBezTo>
                    <a:pt x="776288" y="2106350"/>
                    <a:pt x="703993" y="2110731"/>
                    <a:pt x="631317" y="2109493"/>
                  </a:cubicBezTo>
                  <a:cubicBezTo>
                    <a:pt x="608552" y="2109112"/>
                    <a:pt x="585692" y="2109683"/>
                    <a:pt x="562927" y="2109302"/>
                  </a:cubicBezTo>
                  <a:cubicBezTo>
                    <a:pt x="555022" y="2109207"/>
                    <a:pt x="551593" y="2111684"/>
                    <a:pt x="552545" y="2119780"/>
                  </a:cubicBezTo>
                  <a:cubicBezTo>
                    <a:pt x="552926" y="2122733"/>
                    <a:pt x="552545" y="2125876"/>
                    <a:pt x="552545" y="2128924"/>
                  </a:cubicBezTo>
                  <a:cubicBezTo>
                    <a:pt x="552545" y="2388575"/>
                    <a:pt x="552545" y="2648132"/>
                    <a:pt x="552545" y="2907783"/>
                  </a:cubicBezTo>
                  <a:cubicBezTo>
                    <a:pt x="552545" y="2913117"/>
                    <a:pt x="552545" y="2918356"/>
                    <a:pt x="552545" y="2924642"/>
                  </a:cubicBezTo>
                  <a:lnTo>
                    <a:pt x="95" y="2924642"/>
                  </a:lnTo>
                  <a:lnTo>
                    <a:pt x="95" y="15574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5" name="Freeform: Shape 5">
              <a:extLst>
                <a:ext uri="{FF2B5EF4-FFF2-40B4-BE49-F238E27FC236}">
                  <a16:creationId xmlns:a16="http://schemas.microsoft.com/office/drawing/2014/main" id="{CA7F9AD5-F47C-DCBA-9E78-CCACBB6E446D}"/>
                </a:ext>
              </a:extLst>
            </p:cNvPr>
            <p:cNvSpPr/>
            <p:nvPr/>
          </p:nvSpPr>
          <p:spPr>
            <a:xfrm>
              <a:off x="3414712" y="1223962"/>
              <a:ext cx="1713050" cy="2923604"/>
            </a:xfrm>
            <a:custGeom>
              <a:avLst/>
              <a:gdLst>
                <a:gd name="connsiteX0" fmla="*/ 276320 w 1713050"/>
                <a:gd name="connsiteY0" fmla="*/ 2923413 h 2923604"/>
                <a:gd name="connsiteX1" fmla="*/ 276320 w 1713050"/>
                <a:gd name="connsiteY1" fmla="*/ 2371439 h 2923604"/>
                <a:gd name="connsiteX2" fmla="*/ 291179 w 1713050"/>
                <a:gd name="connsiteY2" fmla="*/ 2371439 h 2923604"/>
                <a:gd name="connsiteX3" fmla="*/ 657320 w 1713050"/>
                <a:gd name="connsiteY3" fmla="*/ 2371439 h 2923604"/>
                <a:gd name="connsiteX4" fmla="*/ 1151192 w 1713050"/>
                <a:gd name="connsiteY4" fmla="*/ 1966817 h 2923604"/>
                <a:gd name="connsiteX5" fmla="*/ 749237 w 1713050"/>
                <a:gd name="connsiteY5" fmla="*/ 1376458 h 2923604"/>
                <a:gd name="connsiteX6" fmla="*/ 654177 w 1713050"/>
                <a:gd name="connsiteY6" fmla="*/ 1367790 h 2923604"/>
                <a:gd name="connsiteX7" fmla="*/ 15431 w 1713050"/>
                <a:gd name="connsiteY7" fmla="*/ 1367409 h 2923604"/>
                <a:gd name="connsiteX8" fmla="*/ 0 w 1713050"/>
                <a:gd name="connsiteY8" fmla="*/ 1367409 h 2923604"/>
                <a:gd name="connsiteX9" fmla="*/ 0 w 1713050"/>
                <a:gd name="connsiteY9" fmla="*/ 0 h 2923604"/>
                <a:gd name="connsiteX10" fmla="*/ 551021 w 1713050"/>
                <a:gd name="connsiteY10" fmla="*/ 0 h 2923604"/>
                <a:gd name="connsiteX11" fmla="*/ 551688 w 1713050"/>
                <a:gd name="connsiteY11" fmla="*/ 15431 h 2923604"/>
                <a:gd name="connsiteX12" fmla="*/ 551688 w 1713050"/>
                <a:gd name="connsiteY12" fmla="*/ 794290 h 2923604"/>
                <a:gd name="connsiteX13" fmla="*/ 551688 w 1713050"/>
                <a:gd name="connsiteY13" fmla="*/ 805720 h 2923604"/>
                <a:gd name="connsiteX14" fmla="*/ 560356 w 1713050"/>
                <a:gd name="connsiteY14" fmla="*/ 814388 h 2923604"/>
                <a:gd name="connsiteX15" fmla="*/ 605981 w 1713050"/>
                <a:gd name="connsiteY15" fmla="*/ 814388 h 2923604"/>
                <a:gd name="connsiteX16" fmla="*/ 803815 w 1713050"/>
                <a:gd name="connsiteY16" fmla="*/ 824675 h 2923604"/>
                <a:gd name="connsiteX17" fmla="*/ 1114425 w 1713050"/>
                <a:gd name="connsiteY17" fmla="*/ 917638 h 2923604"/>
                <a:gd name="connsiteX18" fmla="*/ 1411224 w 1713050"/>
                <a:gd name="connsiteY18" fmla="*/ 1130332 h 2923604"/>
                <a:gd name="connsiteX19" fmla="*/ 1696307 w 1713050"/>
                <a:gd name="connsiteY19" fmla="*/ 1682306 h 2923604"/>
                <a:gd name="connsiteX20" fmla="*/ 1429322 w 1713050"/>
                <a:gd name="connsiteY20" fmla="*/ 2588800 h 2923604"/>
                <a:gd name="connsiteX21" fmla="*/ 866204 w 1713050"/>
                <a:gd name="connsiteY21" fmla="*/ 2903887 h 2923604"/>
                <a:gd name="connsiteX22" fmla="*/ 670465 w 1713050"/>
                <a:gd name="connsiteY22" fmla="*/ 2923604 h 2923604"/>
                <a:gd name="connsiteX23" fmla="*/ 291751 w 1713050"/>
                <a:gd name="connsiteY23" fmla="*/ 2923604 h 2923604"/>
                <a:gd name="connsiteX24" fmla="*/ 276416 w 1713050"/>
                <a:gd name="connsiteY24" fmla="*/ 2923604 h 2923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13050" h="2923604">
                  <a:moveTo>
                    <a:pt x="276320" y="2923413"/>
                  </a:moveTo>
                  <a:lnTo>
                    <a:pt x="276320" y="2371439"/>
                  </a:lnTo>
                  <a:lnTo>
                    <a:pt x="291179" y="2371439"/>
                  </a:lnTo>
                  <a:cubicBezTo>
                    <a:pt x="413195" y="2371439"/>
                    <a:pt x="535305" y="2371439"/>
                    <a:pt x="657320" y="2371439"/>
                  </a:cubicBezTo>
                  <a:cubicBezTo>
                    <a:pt x="897065" y="2371439"/>
                    <a:pt x="1104233" y="2201704"/>
                    <a:pt x="1151192" y="1966817"/>
                  </a:cubicBezTo>
                  <a:cubicBezTo>
                    <a:pt x="1205770" y="1693736"/>
                    <a:pt x="1023557" y="1425607"/>
                    <a:pt x="749237" y="1376458"/>
                  </a:cubicBezTo>
                  <a:cubicBezTo>
                    <a:pt x="717995" y="1370838"/>
                    <a:pt x="685895" y="1367885"/>
                    <a:pt x="654177" y="1367790"/>
                  </a:cubicBezTo>
                  <a:cubicBezTo>
                    <a:pt x="441293" y="1367028"/>
                    <a:pt x="228314" y="1367409"/>
                    <a:pt x="15431" y="1367409"/>
                  </a:cubicBezTo>
                  <a:lnTo>
                    <a:pt x="0" y="1367409"/>
                  </a:lnTo>
                  <a:lnTo>
                    <a:pt x="0" y="0"/>
                  </a:lnTo>
                  <a:lnTo>
                    <a:pt x="551021" y="0"/>
                  </a:lnTo>
                  <a:cubicBezTo>
                    <a:pt x="551212" y="5144"/>
                    <a:pt x="551688" y="10287"/>
                    <a:pt x="551688" y="15431"/>
                  </a:cubicBezTo>
                  <a:cubicBezTo>
                    <a:pt x="551688" y="275082"/>
                    <a:pt x="551688" y="534734"/>
                    <a:pt x="551688" y="794290"/>
                  </a:cubicBezTo>
                  <a:cubicBezTo>
                    <a:pt x="551688" y="798100"/>
                    <a:pt x="551974" y="801910"/>
                    <a:pt x="551688" y="805720"/>
                  </a:cubicBezTo>
                  <a:cubicBezTo>
                    <a:pt x="551212" y="812102"/>
                    <a:pt x="553974" y="814483"/>
                    <a:pt x="560356" y="814388"/>
                  </a:cubicBezTo>
                  <a:cubicBezTo>
                    <a:pt x="575596" y="814102"/>
                    <a:pt x="590741" y="814388"/>
                    <a:pt x="605981" y="814388"/>
                  </a:cubicBezTo>
                  <a:cubicBezTo>
                    <a:pt x="672084" y="814388"/>
                    <a:pt x="738092" y="815626"/>
                    <a:pt x="803815" y="824675"/>
                  </a:cubicBezTo>
                  <a:cubicBezTo>
                    <a:pt x="912209" y="839629"/>
                    <a:pt x="1015746" y="870395"/>
                    <a:pt x="1114425" y="917638"/>
                  </a:cubicBezTo>
                  <a:cubicBezTo>
                    <a:pt x="1225868" y="970979"/>
                    <a:pt x="1325023" y="1041940"/>
                    <a:pt x="1411224" y="1130332"/>
                  </a:cubicBezTo>
                  <a:cubicBezTo>
                    <a:pt x="1562291" y="1285208"/>
                    <a:pt x="1660970" y="1468469"/>
                    <a:pt x="1696307" y="1682306"/>
                  </a:cubicBezTo>
                  <a:cubicBezTo>
                    <a:pt x="1753076" y="2026539"/>
                    <a:pt x="1665827" y="2330863"/>
                    <a:pt x="1429322" y="2588800"/>
                  </a:cubicBezTo>
                  <a:cubicBezTo>
                    <a:pt x="1276826" y="2755106"/>
                    <a:pt x="1087279" y="2858738"/>
                    <a:pt x="866204" y="2903887"/>
                  </a:cubicBezTo>
                  <a:cubicBezTo>
                    <a:pt x="801719" y="2917031"/>
                    <a:pt x="736378" y="2923699"/>
                    <a:pt x="670465" y="2923604"/>
                  </a:cubicBezTo>
                  <a:cubicBezTo>
                    <a:pt x="544259" y="2923413"/>
                    <a:pt x="418052" y="2923604"/>
                    <a:pt x="291751" y="2923604"/>
                  </a:cubicBezTo>
                  <a:lnTo>
                    <a:pt x="276416" y="292360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12" name="Freeform: Shape 6">
              <a:extLst>
                <a:ext uri="{FF2B5EF4-FFF2-40B4-BE49-F238E27FC236}">
                  <a16:creationId xmlns:a16="http://schemas.microsoft.com/office/drawing/2014/main" id="{3BAAD4F1-6465-4679-D0D1-872E956F3160}"/>
                </a:ext>
              </a:extLst>
            </p:cNvPr>
            <p:cNvSpPr/>
            <p:nvPr/>
          </p:nvSpPr>
          <p:spPr>
            <a:xfrm>
              <a:off x="5430204" y="2035874"/>
              <a:ext cx="551783" cy="2105311"/>
            </a:xfrm>
            <a:custGeom>
              <a:avLst/>
              <a:gdLst>
                <a:gd name="connsiteX0" fmla="*/ 551783 w 551783"/>
                <a:gd name="connsiteY0" fmla="*/ 0 h 2105310"/>
                <a:gd name="connsiteX1" fmla="*/ 551783 w 551783"/>
                <a:gd name="connsiteY1" fmla="*/ 2105311 h 2105310"/>
                <a:gd name="connsiteX2" fmla="*/ 0 w 551783"/>
                <a:gd name="connsiteY2" fmla="*/ 2105311 h 2105310"/>
                <a:gd name="connsiteX3" fmla="*/ 0 w 551783"/>
                <a:gd name="connsiteY3" fmla="*/ 0 h 2105310"/>
                <a:gd name="connsiteX4" fmla="*/ 551783 w 551783"/>
                <a:gd name="connsiteY4" fmla="*/ 0 h 210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1783" h="2105310">
                  <a:moveTo>
                    <a:pt x="551783" y="0"/>
                  </a:moveTo>
                  <a:lnTo>
                    <a:pt x="551783" y="2105311"/>
                  </a:lnTo>
                  <a:lnTo>
                    <a:pt x="0" y="2105311"/>
                  </a:lnTo>
                  <a:lnTo>
                    <a:pt x="0" y="0"/>
                  </a:lnTo>
                  <a:lnTo>
                    <a:pt x="5517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13" name="Freeform: Shape 9">
              <a:extLst>
                <a:ext uri="{FF2B5EF4-FFF2-40B4-BE49-F238E27FC236}">
                  <a16:creationId xmlns:a16="http://schemas.microsoft.com/office/drawing/2014/main" id="{CCB6C331-ACE9-2D0E-0406-559C2C80316F}"/>
                </a:ext>
              </a:extLst>
            </p:cNvPr>
            <p:cNvSpPr/>
            <p:nvPr/>
          </p:nvSpPr>
          <p:spPr>
            <a:xfrm>
              <a:off x="8225979" y="3593115"/>
              <a:ext cx="550735" cy="548068"/>
            </a:xfrm>
            <a:custGeom>
              <a:avLst/>
              <a:gdLst>
                <a:gd name="connsiteX0" fmla="*/ 0 w 550735"/>
                <a:gd name="connsiteY0" fmla="*/ 0 h 548068"/>
                <a:gd name="connsiteX1" fmla="*/ 550736 w 550735"/>
                <a:gd name="connsiteY1" fmla="*/ 0 h 548068"/>
                <a:gd name="connsiteX2" fmla="*/ 550736 w 550735"/>
                <a:gd name="connsiteY2" fmla="*/ 548068 h 548068"/>
                <a:gd name="connsiteX3" fmla="*/ 0 w 550735"/>
                <a:gd name="connsiteY3" fmla="*/ 548068 h 548068"/>
                <a:gd name="connsiteX4" fmla="*/ 0 w 550735"/>
                <a:gd name="connsiteY4" fmla="*/ 0 h 548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0735" h="548068">
                  <a:moveTo>
                    <a:pt x="0" y="0"/>
                  </a:moveTo>
                  <a:lnTo>
                    <a:pt x="550736" y="0"/>
                  </a:lnTo>
                  <a:lnTo>
                    <a:pt x="550736" y="548068"/>
                  </a:lnTo>
                  <a:lnTo>
                    <a:pt x="0" y="54806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</p:grp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9A2230E0-BBD2-A570-0E30-2AB0B45716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1572" y="3459937"/>
            <a:ext cx="3913187" cy="447174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Work Sans Light" pitchFamily="2" charset="0"/>
              </a:defRPr>
            </a:lvl1pPr>
            <a:lvl5pPr>
              <a:defRPr/>
            </a:lvl5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B532667E-73DF-441D-B5D0-3A1A177891A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1572" y="4054536"/>
            <a:ext cx="3913187" cy="254000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Work Sans SemiBold" pitchFamily="2" charset="0"/>
              </a:defRPr>
            </a:lvl1pPr>
            <a:lvl5pPr>
              <a:defRPr/>
            </a:lvl5pPr>
          </a:lstStyle>
          <a:p>
            <a:pPr lvl="0"/>
            <a:r>
              <a:rPr lang="en-GB" dirty="0"/>
              <a:t>Role | Area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D3798797-E088-8899-9E9F-35F842B9B89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572" y="4563080"/>
            <a:ext cx="3913187" cy="428010"/>
          </a:xfrm>
        </p:spPr>
        <p:txBody>
          <a:bodyPr/>
          <a:lstStyle>
            <a:lvl1pPr>
              <a:spcAft>
                <a:spcPts val="0"/>
              </a:spcAft>
              <a:defRPr sz="1200">
                <a:solidFill>
                  <a:schemeClr val="bg1"/>
                </a:solidFill>
                <a:latin typeface="Work Sans" pitchFamily="2" charset="0"/>
              </a:defRPr>
            </a:lvl1pPr>
            <a:lvl5pPr>
              <a:defRPr/>
            </a:lvl5pPr>
          </a:lstStyle>
          <a:p>
            <a:pPr lvl="0"/>
            <a:r>
              <a:rPr lang="en-GB" dirty="0"/>
              <a:t>+ 00 000 000-000</a:t>
            </a:r>
          </a:p>
          <a:p>
            <a:pPr lvl="0"/>
            <a:r>
              <a:rPr lang="en-GB" dirty="0"/>
              <a:t>name.surname@bip-group.com</a:t>
            </a:r>
          </a:p>
        </p:txBody>
      </p:sp>
      <p:sp>
        <p:nvSpPr>
          <p:cNvPr id="11" name="Picture Placeholder 20">
            <a:extLst>
              <a:ext uri="{FF2B5EF4-FFF2-40B4-BE49-F238E27FC236}">
                <a16:creationId xmlns:a16="http://schemas.microsoft.com/office/drawing/2014/main" id="{C83DEED3-B27A-55FF-5C11-3ED3FE486F3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71673" y="1592263"/>
            <a:ext cx="1701141" cy="172024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pt-BR" dirty="0"/>
          </a:p>
          <a:p>
            <a:endParaRPr lang="pt-BR" dirty="0"/>
          </a:p>
          <a:p>
            <a:r>
              <a:rPr lang="pt-BR" dirty="0" err="1"/>
              <a:t>Your</a:t>
            </a:r>
            <a:r>
              <a:rPr lang="pt-BR" dirty="0"/>
              <a:t> </a:t>
            </a:r>
            <a:r>
              <a:rPr lang="pt-BR" dirty="0" err="1"/>
              <a:t>best</a:t>
            </a:r>
            <a:r>
              <a:rPr lang="pt-BR" dirty="0"/>
              <a:t> profile </a:t>
            </a:r>
            <a:r>
              <a:rPr lang="pt-BR" dirty="0" err="1"/>
              <a:t>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67803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R] Profile Picture-Name-Role-Contact-Right Image">
    <p:bg>
      <p:bgPr>
        <a:solidFill>
          <a:srgbClr val="DA29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43D82D-33C8-2C40-272B-3AC3525F83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37" r="13771"/>
          <a:stretch/>
        </p:blipFill>
        <p:spPr>
          <a:xfrm>
            <a:off x="5016500" y="0"/>
            <a:ext cx="7175499" cy="6858000"/>
          </a:xfrm>
          <a:prstGeom prst="rect">
            <a:avLst/>
          </a:prstGeom>
        </p:spPr>
      </p:pic>
      <p:sp>
        <p:nvSpPr>
          <p:cNvPr id="5" name="Picture Placeholder 23">
            <a:extLst>
              <a:ext uri="{FF2B5EF4-FFF2-40B4-BE49-F238E27FC236}">
                <a16:creationId xmlns:a16="http://schemas.microsoft.com/office/drawing/2014/main" id="{FA130F46-67B9-2D7B-2CB8-69FB98D692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16500" y="0"/>
            <a:ext cx="7175499" cy="6858000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pt-BR" dirty="0"/>
          </a:p>
          <a:p>
            <a:endParaRPr lang="pt-BR" dirty="0"/>
          </a:p>
          <a:p>
            <a:r>
              <a:rPr lang="pt-BR" dirty="0" err="1"/>
              <a:t>Insert</a:t>
            </a:r>
            <a:r>
              <a:rPr lang="pt-BR" dirty="0"/>
              <a:t> BG Picture</a:t>
            </a:r>
            <a:endParaRPr lang="en-GB" dirty="0"/>
          </a:p>
        </p:txBody>
      </p:sp>
      <p:grpSp>
        <p:nvGrpSpPr>
          <p:cNvPr id="25" name="Graphic 6">
            <a:extLst>
              <a:ext uri="{FF2B5EF4-FFF2-40B4-BE49-F238E27FC236}">
                <a16:creationId xmlns:a16="http://schemas.microsoft.com/office/drawing/2014/main" id="{696800F1-C844-A58C-B68E-AC940585740E}"/>
              </a:ext>
            </a:extLst>
          </p:cNvPr>
          <p:cNvGrpSpPr/>
          <p:nvPr userDrawn="1"/>
        </p:nvGrpSpPr>
        <p:grpSpPr>
          <a:xfrm>
            <a:off x="260195" y="300304"/>
            <a:ext cx="663812" cy="462832"/>
            <a:chOff x="3414712" y="1223962"/>
            <a:chExt cx="5362002" cy="3738562"/>
          </a:xfrm>
          <a:solidFill>
            <a:schemeClr val="bg1"/>
          </a:solidFill>
        </p:grpSpPr>
        <p:sp>
          <p:nvSpPr>
            <p:cNvPr id="26" name="Freeform: Shape 3">
              <a:extLst>
                <a:ext uri="{FF2B5EF4-FFF2-40B4-BE49-F238E27FC236}">
                  <a16:creationId xmlns:a16="http://schemas.microsoft.com/office/drawing/2014/main" id="{3CF9B179-A6BB-236A-906D-1D42B5444D45}"/>
                </a:ext>
              </a:extLst>
            </p:cNvPr>
            <p:cNvSpPr/>
            <p:nvPr/>
          </p:nvSpPr>
          <p:spPr>
            <a:xfrm>
              <a:off x="6326790" y="2037882"/>
              <a:ext cx="1714200" cy="2924642"/>
            </a:xfrm>
            <a:custGeom>
              <a:avLst/>
              <a:gdLst>
                <a:gd name="connsiteX0" fmla="*/ 0 w 1714200"/>
                <a:gd name="connsiteY0" fmla="*/ 1557424 h 2924642"/>
                <a:gd name="connsiteX1" fmla="*/ 16288 w 1714200"/>
                <a:gd name="connsiteY1" fmla="*/ 1557424 h 2924642"/>
                <a:gd name="connsiteX2" fmla="*/ 658463 w 1714200"/>
                <a:gd name="connsiteY2" fmla="*/ 1557424 h 2924642"/>
                <a:gd name="connsiteX3" fmla="*/ 1153477 w 1714200"/>
                <a:gd name="connsiteY3" fmla="*/ 1142229 h 2924642"/>
                <a:gd name="connsiteX4" fmla="*/ 750475 w 1714200"/>
                <a:gd name="connsiteY4" fmla="*/ 562538 h 2924642"/>
                <a:gd name="connsiteX5" fmla="*/ 653129 w 1714200"/>
                <a:gd name="connsiteY5" fmla="*/ 553775 h 2924642"/>
                <a:gd name="connsiteX6" fmla="*/ 292703 w 1714200"/>
                <a:gd name="connsiteY6" fmla="*/ 553394 h 2924642"/>
                <a:gd name="connsiteX7" fmla="*/ 277273 w 1714200"/>
                <a:gd name="connsiteY7" fmla="*/ 553394 h 2924642"/>
                <a:gd name="connsiteX8" fmla="*/ 277273 w 1714200"/>
                <a:gd name="connsiteY8" fmla="*/ 944 h 2924642"/>
                <a:gd name="connsiteX9" fmla="*/ 289655 w 1714200"/>
                <a:gd name="connsiteY9" fmla="*/ 372 h 2924642"/>
                <a:gd name="connsiteX10" fmla="*/ 658082 w 1714200"/>
                <a:gd name="connsiteY10" fmla="*/ 563 h 2924642"/>
                <a:gd name="connsiteX11" fmla="*/ 1383221 w 1714200"/>
                <a:gd name="connsiteY11" fmla="*/ 288694 h 2924642"/>
                <a:gd name="connsiteX12" fmla="*/ 1691164 w 1714200"/>
                <a:gd name="connsiteY12" fmla="*/ 835810 h 2924642"/>
                <a:gd name="connsiteX13" fmla="*/ 1712690 w 1714200"/>
                <a:gd name="connsiteY13" fmla="*/ 1107558 h 2924642"/>
                <a:gd name="connsiteX14" fmla="*/ 1424749 w 1714200"/>
                <a:gd name="connsiteY14" fmla="*/ 1780690 h 2924642"/>
                <a:gd name="connsiteX15" fmla="*/ 847915 w 1714200"/>
                <a:gd name="connsiteY15" fmla="*/ 2093205 h 2924642"/>
                <a:gd name="connsiteX16" fmla="*/ 631317 w 1714200"/>
                <a:gd name="connsiteY16" fmla="*/ 2109493 h 2924642"/>
                <a:gd name="connsiteX17" fmla="*/ 562927 w 1714200"/>
                <a:gd name="connsiteY17" fmla="*/ 2109302 h 2924642"/>
                <a:gd name="connsiteX18" fmla="*/ 552545 w 1714200"/>
                <a:gd name="connsiteY18" fmla="*/ 2119780 h 2924642"/>
                <a:gd name="connsiteX19" fmla="*/ 552545 w 1714200"/>
                <a:gd name="connsiteY19" fmla="*/ 2128924 h 2924642"/>
                <a:gd name="connsiteX20" fmla="*/ 552545 w 1714200"/>
                <a:gd name="connsiteY20" fmla="*/ 2907783 h 2924642"/>
                <a:gd name="connsiteX21" fmla="*/ 552545 w 1714200"/>
                <a:gd name="connsiteY21" fmla="*/ 2924642 h 2924642"/>
                <a:gd name="connsiteX22" fmla="*/ 95 w 1714200"/>
                <a:gd name="connsiteY22" fmla="*/ 2924642 h 2924642"/>
                <a:gd name="connsiteX23" fmla="*/ 95 w 1714200"/>
                <a:gd name="connsiteY23" fmla="*/ 1557424 h 292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14200" h="2924642">
                  <a:moveTo>
                    <a:pt x="0" y="1557424"/>
                  </a:moveTo>
                  <a:cubicBezTo>
                    <a:pt x="6477" y="1557424"/>
                    <a:pt x="11335" y="1557424"/>
                    <a:pt x="16288" y="1557424"/>
                  </a:cubicBezTo>
                  <a:cubicBezTo>
                    <a:pt x="230314" y="1557424"/>
                    <a:pt x="444341" y="1557424"/>
                    <a:pt x="658463" y="1557424"/>
                  </a:cubicBezTo>
                  <a:cubicBezTo>
                    <a:pt x="901922" y="1557424"/>
                    <a:pt x="1110901" y="1382069"/>
                    <a:pt x="1153477" y="1142229"/>
                  </a:cubicBezTo>
                  <a:cubicBezTo>
                    <a:pt x="1201388" y="872005"/>
                    <a:pt x="1019461" y="609782"/>
                    <a:pt x="750475" y="562538"/>
                  </a:cubicBezTo>
                  <a:cubicBezTo>
                    <a:pt x="718471" y="556918"/>
                    <a:pt x="685609" y="554060"/>
                    <a:pt x="653129" y="553775"/>
                  </a:cubicBezTo>
                  <a:cubicBezTo>
                    <a:pt x="533019" y="552727"/>
                    <a:pt x="412813" y="553394"/>
                    <a:pt x="292703" y="553394"/>
                  </a:cubicBezTo>
                  <a:lnTo>
                    <a:pt x="277273" y="553394"/>
                  </a:lnTo>
                  <a:lnTo>
                    <a:pt x="277273" y="944"/>
                  </a:lnTo>
                  <a:cubicBezTo>
                    <a:pt x="281559" y="753"/>
                    <a:pt x="285559" y="372"/>
                    <a:pt x="289655" y="372"/>
                  </a:cubicBezTo>
                  <a:cubicBezTo>
                    <a:pt x="412432" y="372"/>
                    <a:pt x="535305" y="-580"/>
                    <a:pt x="658082" y="563"/>
                  </a:cubicBezTo>
                  <a:cubicBezTo>
                    <a:pt x="936784" y="3134"/>
                    <a:pt x="1179862" y="97527"/>
                    <a:pt x="1383221" y="288694"/>
                  </a:cubicBezTo>
                  <a:cubicBezTo>
                    <a:pt x="1542669" y="438522"/>
                    <a:pt x="1645348" y="621402"/>
                    <a:pt x="1691164" y="835810"/>
                  </a:cubicBezTo>
                  <a:cubicBezTo>
                    <a:pt x="1710404" y="925440"/>
                    <a:pt x="1717643" y="1016213"/>
                    <a:pt x="1712690" y="1107558"/>
                  </a:cubicBezTo>
                  <a:cubicBezTo>
                    <a:pt x="1698593" y="1366733"/>
                    <a:pt x="1603248" y="1592095"/>
                    <a:pt x="1424749" y="1780690"/>
                  </a:cubicBezTo>
                  <a:cubicBezTo>
                    <a:pt x="1266920" y="1947473"/>
                    <a:pt x="1074134" y="2051676"/>
                    <a:pt x="847915" y="2093205"/>
                  </a:cubicBezTo>
                  <a:cubicBezTo>
                    <a:pt x="776288" y="2106350"/>
                    <a:pt x="703993" y="2110731"/>
                    <a:pt x="631317" y="2109493"/>
                  </a:cubicBezTo>
                  <a:cubicBezTo>
                    <a:pt x="608552" y="2109112"/>
                    <a:pt x="585692" y="2109683"/>
                    <a:pt x="562927" y="2109302"/>
                  </a:cubicBezTo>
                  <a:cubicBezTo>
                    <a:pt x="555022" y="2109207"/>
                    <a:pt x="551593" y="2111684"/>
                    <a:pt x="552545" y="2119780"/>
                  </a:cubicBezTo>
                  <a:cubicBezTo>
                    <a:pt x="552926" y="2122733"/>
                    <a:pt x="552545" y="2125876"/>
                    <a:pt x="552545" y="2128924"/>
                  </a:cubicBezTo>
                  <a:cubicBezTo>
                    <a:pt x="552545" y="2388575"/>
                    <a:pt x="552545" y="2648132"/>
                    <a:pt x="552545" y="2907783"/>
                  </a:cubicBezTo>
                  <a:cubicBezTo>
                    <a:pt x="552545" y="2913117"/>
                    <a:pt x="552545" y="2918356"/>
                    <a:pt x="552545" y="2924642"/>
                  </a:cubicBezTo>
                  <a:lnTo>
                    <a:pt x="95" y="2924642"/>
                  </a:lnTo>
                  <a:lnTo>
                    <a:pt x="95" y="15574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27" name="Freeform: Shape 5">
              <a:extLst>
                <a:ext uri="{FF2B5EF4-FFF2-40B4-BE49-F238E27FC236}">
                  <a16:creationId xmlns:a16="http://schemas.microsoft.com/office/drawing/2014/main" id="{A3BBD949-8850-E18F-DEF7-F8921E552613}"/>
                </a:ext>
              </a:extLst>
            </p:cNvPr>
            <p:cNvSpPr/>
            <p:nvPr/>
          </p:nvSpPr>
          <p:spPr>
            <a:xfrm>
              <a:off x="3414712" y="1223962"/>
              <a:ext cx="1713050" cy="2923604"/>
            </a:xfrm>
            <a:custGeom>
              <a:avLst/>
              <a:gdLst>
                <a:gd name="connsiteX0" fmla="*/ 276320 w 1713050"/>
                <a:gd name="connsiteY0" fmla="*/ 2923413 h 2923604"/>
                <a:gd name="connsiteX1" fmla="*/ 276320 w 1713050"/>
                <a:gd name="connsiteY1" fmla="*/ 2371439 h 2923604"/>
                <a:gd name="connsiteX2" fmla="*/ 291179 w 1713050"/>
                <a:gd name="connsiteY2" fmla="*/ 2371439 h 2923604"/>
                <a:gd name="connsiteX3" fmla="*/ 657320 w 1713050"/>
                <a:gd name="connsiteY3" fmla="*/ 2371439 h 2923604"/>
                <a:gd name="connsiteX4" fmla="*/ 1151192 w 1713050"/>
                <a:gd name="connsiteY4" fmla="*/ 1966817 h 2923604"/>
                <a:gd name="connsiteX5" fmla="*/ 749237 w 1713050"/>
                <a:gd name="connsiteY5" fmla="*/ 1376458 h 2923604"/>
                <a:gd name="connsiteX6" fmla="*/ 654177 w 1713050"/>
                <a:gd name="connsiteY6" fmla="*/ 1367790 h 2923604"/>
                <a:gd name="connsiteX7" fmla="*/ 15431 w 1713050"/>
                <a:gd name="connsiteY7" fmla="*/ 1367409 h 2923604"/>
                <a:gd name="connsiteX8" fmla="*/ 0 w 1713050"/>
                <a:gd name="connsiteY8" fmla="*/ 1367409 h 2923604"/>
                <a:gd name="connsiteX9" fmla="*/ 0 w 1713050"/>
                <a:gd name="connsiteY9" fmla="*/ 0 h 2923604"/>
                <a:gd name="connsiteX10" fmla="*/ 551021 w 1713050"/>
                <a:gd name="connsiteY10" fmla="*/ 0 h 2923604"/>
                <a:gd name="connsiteX11" fmla="*/ 551688 w 1713050"/>
                <a:gd name="connsiteY11" fmla="*/ 15431 h 2923604"/>
                <a:gd name="connsiteX12" fmla="*/ 551688 w 1713050"/>
                <a:gd name="connsiteY12" fmla="*/ 794290 h 2923604"/>
                <a:gd name="connsiteX13" fmla="*/ 551688 w 1713050"/>
                <a:gd name="connsiteY13" fmla="*/ 805720 h 2923604"/>
                <a:gd name="connsiteX14" fmla="*/ 560356 w 1713050"/>
                <a:gd name="connsiteY14" fmla="*/ 814388 h 2923604"/>
                <a:gd name="connsiteX15" fmla="*/ 605981 w 1713050"/>
                <a:gd name="connsiteY15" fmla="*/ 814388 h 2923604"/>
                <a:gd name="connsiteX16" fmla="*/ 803815 w 1713050"/>
                <a:gd name="connsiteY16" fmla="*/ 824675 h 2923604"/>
                <a:gd name="connsiteX17" fmla="*/ 1114425 w 1713050"/>
                <a:gd name="connsiteY17" fmla="*/ 917638 h 2923604"/>
                <a:gd name="connsiteX18" fmla="*/ 1411224 w 1713050"/>
                <a:gd name="connsiteY18" fmla="*/ 1130332 h 2923604"/>
                <a:gd name="connsiteX19" fmla="*/ 1696307 w 1713050"/>
                <a:gd name="connsiteY19" fmla="*/ 1682306 h 2923604"/>
                <a:gd name="connsiteX20" fmla="*/ 1429322 w 1713050"/>
                <a:gd name="connsiteY20" fmla="*/ 2588800 h 2923604"/>
                <a:gd name="connsiteX21" fmla="*/ 866204 w 1713050"/>
                <a:gd name="connsiteY21" fmla="*/ 2903887 h 2923604"/>
                <a:gd name="connsiteX22" fmla="*/ 670465 w 1713050"/>
                <a:gd name="connsiteY22" fmla="*/ 2923604 h 2923604"/>
                <a:gd name="connsiteX23" fmla="*/ 291751 w 1713050"/>
                <a:gd name="connsiteY23" fmla="*/ 2923604 h 2923604"/>
                <a:gd name="connsiteX24" fmla="*/ 276416 w 1713050"/>
                <a:gd name="connsiteY24" fmla="*/ 2923604 h 2923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13050" h="2923604">
                  <a:moveTo>
                    <a:pt x="276320" y="2923413"/>
                  </a:moveTo>
                  <a:lnTo>
                    <a:pt x="276320" y="2371439"/>
                  </a:lnTo>
                  <a:lnTo>
                    <a:pt x="291179" y="2371439"/>
                  </a:lnTo>
                  <a:cubicBezTo>
                    <a:pt x="413195" y="2371439"/>
                    <a:pt x="535305" y="2371439"/>
                    <a:pt x="657320" y="2371439"/>
                  </a:cubicBezTo>
                  <a:cubicBezTo>
                    <a:pt x="897065" y="2371439"/>
                    <a:pt x="1104233" y="2201704"/>
                    <a:pt x="1151192" y="1966817"/>
                  </a:cubicBezTo>
                  <a:cubicBezTo>
                    <a:pt x="1205770" y="1693736"/>
                    <a:pt x="1023557" y="1425607"/>
                    <a:pt x="749237" y="1376458"/>
                  </a:cubicBezTo>
                  <a:cubicBezTo>
                    <a:pt x="717995" y="1370838"/>
                    <a:pt x="685895" y="1367885"/>
                    <a:pt x="654177" y="1367790"/>
                  </a:cubicBezTo>
                  <a:cubicBezTo>
                    <a:pt x="441293" y="1367028"/>
                    <a:pt x="228314" y="1367409"/>
                    <a:pt x="15431" y="1367409"/>
                  </a:cubicBezTo>
                  <a:lnTo>
                    <a:pt x="0" y="1367409"/>
                  </a:lnTo>
                  <a:lnTo>
                    <a:pt x="0" y="0"/>
                  </a:lnTo>
                  <a:lnTo>
                    <a:pt x="551021" y="0"/>
                  </a:lnTo>
                  <a:cubicBezTo>
                    <a:pt x="551212" y="5144"/>
                    <a:pt x="551688" y="10287"/>
                    <a:pt x="551688" y="15431"/>
                  </a:cubicBezTo>
                  <a:cubicBezTo>
                    <a:pt x="551688" y="275082"/>
                    <a:pt x="551688" y="534734"/>
                    <a:pt x="551688" y="794290"/>
                  </a:cubicBezTo>
                  <a:cubicBezTo>
                    <a:pt x="551688" y="798100"/>
                    <a:pt x="551974" y="801910"/>
                    <a:pt x="551688" y="805720"/>
                  </a:cubicBezTo>
                  <a:cubicBezTo>
                    <a:pt x="551212" y="812102"/>
                    <a:pt x="553974" y="814483"/>
                    <a:pt x="560356" y="814388"/>
                  </a:cubicBezTo>
                  <a:cubicBezTo>
                    <a:pt x="575596" y="814102"/>
                    <a:pt x="590741" y="814388"/>
                    <a:pt x="605981" y="814388"/>
                  </a:cubicBezTo>
                  <a:cubicBezTo>
                    <a:pt x="672084" y="814388"/>
                    <a:pt x="738092" y="815626"/>
                    <a:pt x="803815" y="824675"/>
                  </a:cubicBezTo>
                  <a:cubicBezTo>
                    <a:pt x="912209" y="839629"/>
                    <a:pt x="1015746" y="870395"/>
                    <a:pt x="1114425" y="917638"/>
                  </a:cubicBezTo>
                  <a:cubicBezTo>
                    <a:pt x="1225868" y="970979"/>
                    <a:pt x="1325023" y="1041940"/>
                    <a:pt x="1411224" y="1130332"/>
                  </a:cubicBezTo>
                  <a:cubicBezTo>
                    <a:pt x="1562291" y="1285208"/>
                    <a:pt x="1660970" y="1468469"/>
                    <a:pt x="1696307" y="1682306"/>
                  </a:cubicBezTo>
                  <a:cubicBezTo>
                    <a:pt x="1753076" y="2026539"/>
                    <a:pt x="1665827" y="2330863"/>
                    <a:pt x="1429322" y="2588800"/>
                  </a:cubicBezTo>
                  <a:cubicBezTo>
                    <a:pt x="1276826" y="2755106"/>
                    <a:pt x="1087279" y="2858738"/>
                    <a:pt x="866204" y="2903887"/>
                  </a:cubicBezTo>
                  <a:cubicBezTo>
                    <a:pt x="801719" y="2917031"/>
                    <a:pt x="736378" y="2923699"/>
                    <a:pt x="670465" y="2923604"/>
                  </a:cubicBezTo>
                  <a:cubicBezTo>
                    <a:pt x="544259" y="2923413"/>
                    <a:pt x="418052" y="2923604"/>
                    <a:pt x="291751" y="2923604"/>
                  </a:cubicBezTo>
                  <a:lnTo>
                    <a:pt x="276416" y="292360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28" name="Freeform: Shape 6">
              <a:extLst>
                <a:ext uri="{FF2B5EF4-FFF2-40B4-BE49-F238E27FC236}">
                  <a16:creationId xmlns:a16="http://schemas.microsoft.com/office/drawing/2014/main" id="{F8A471BA-639E-CF1E-3303-FF33D8289DBC}"/>
                </a:ext>
              </a:extLst>
            </p:cNvPr>
            <p:cNvSpPr/>
            <p:nvPr/>
          </p:nvSpPr>
          <p:spPr>
            <a:xfrm>
              <a:off x="5430204" y="2035874"/>
              <a:ext cx="551783" cy="2105311"/>
            </a:xfrm>
            <a:custGeom>
              <a:avLst/>
              <a:gdLst>
                <a:gd name="connsiteX0" fmla="*/ 551783 w 551783"/>
                <a:gd name="connsiteY0" fmla="*/ 0 h 2105310"/>
                <a:gd name="connsiteX1" fmla="*/ 551783 w 551783"/>
                <a:gd name="connsiteY1" fmla="*/ 2105311 h 2105310"/>
                <a:gd name="connsiteX2" fmla="*/ 0 w 551783"/>
                <a:gd name="connsiteY2" fmla="*/ 2105311 h 2105310"/>
                <a:gd name="connsiteX3" fmla="*/ 0 w 551783"/>
                <a:gd name="connsiteY3" fmla="*/ 0 h 2105310"/>
                <a:gd name="connsiteX4" fmla="*/ 551783 w 551783"/>
                <a:gd name="connsiteY4" fmla="*/ 0 h 210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1783" h="2105310">
                  <a:moveTo>
                    <a:pt x="551783" y="0"/>
                  </a:moveTo>
                  <a:lnTo>
                    <a:pt x="551783" y="2105311"/>
                  </a:lnTo>
                  <a:lnTo>
                    <a:pt x="0" y="2105311"/>
                  </a:lnTo>
                  <a:lnTo>
                    <a:pt x="0" y="0"/>
                  </a:lnTo>
                  <a:lnTo>
                    <a:pt x="5517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29" name="Freeform: Shape 9">
              <a:extLst>
                <a:ext uri="{FF2B5EF4-FFF2-40B4-BE49-F238E27FC236}">
                  <a16:creationId xmlns:a16="http://schemas.microsoft.com/office/drawing/2014/main" id="{397C64DF-9F01-44D1-481D-4F86DD59051C}"/>
                </a:ext>
              </a:extLst>
            </p:cNvPr>
            <p:cNvSpPr/>
            <p:nvPr/>
          </p:nvSpPr>
          <p:spPr>
            <a:xfrm>
              <a:off x="8225979" y="3593115"/>
              <a:ext cx="550735" cy="548068"/>
            </a:xfrm>
            <a:custGeom>
              <a:avLst/>
              <a:gdLst>
                <a:gd name="connsiteX0" fmla="*/ 0 w 550735"/>
                <a:gd name="connsiteY0" fmla="*/ 0 h 548068"/>
                <a:gd name="connsiteX1" fmla="*/ 550736 w 550735"/>
                <a:gd name="connsiteY1" fmla="*/ 0 h 548068"/>
                <a:gd name="connsiteX2" fmla="*/ 550736 w 550735"/>
                <a:gd name="connsiteY2" fmla="*/ 548068 h 548068"/>
                <a:gd name="connsiteX3" fmla="*/ 0 w 550735"/>
                <a:gd name="connsiteY3" fmla="*/ 548068 h 548068"/>
                <a:gd name="connsiteX4" fmla="*/ 0 w 550735"/>
                <a:gd name="connsiteY4" fmla="*/ 0 h 548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0735" h="548068">
                  <a:moveTo>
                    <a:pt x="0" y="0"/>
                  </a:moveTo>
                  <a:lnTo>
                    <a:pt x="550736" y="0"/>
                  </a:lnTo>
                  <a:lnTo>
                    <a:pt x="550736" y="548068"/>
                  </a:lnTo>
                  <a:lnTo>
                    <a:pt x="0" y="54806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</p:grpSp>
      <p:sp>
        <p:nvSpPr>
          <p:cNvPr id="30" name="TextBox 14">
            <a:extLst>
              <a:ext uri="{FF2B5EF4-FFF2-40B4-BE49-F238E27FC236}">
                <a16:creationId xmlns:a16="http://schemas.microsoft.com/office/drawing/2014/main" id="{577819B6-DEC9-E7DC-73B1-262FB2BA0C17}"/>
              </a:ext>
            </a:extLst>
          </p:cNvPr>
          <p:cNvSpPr txBox="1"/>
          <p:nvPr userDrawn="1"/>
        </p:nvSpPr>
        <p:spPr>
          <a:xfrm>
            <a:off x="288351" y="6436057"/>
            <a:ext cx="1098003" cy="193548"/>
          </a:xfrm>
          <a:prstGeom prst="rect">
            <a:avLst/>
          </a:prstGeom>
          <a:ln>
            <a:noFill/>
          </a:ln>
        </p:spPr>
        <p:txBody>
          <a:bodyPr wrap="square" lIns="0" tIns="0" rIns="0" bIns="18000" rtlCol="0" anchor="t">
            <a:spAutoFit/>
          </a:bodyPr>
          <a:lstStyle/>
          <a:p>
            <a:pPr>
              <a:lnSpc>
                <a:spcPts val="1493"/>
              </a:lnSpc>
              <a:spcBef>
                <a:spcPct val="0"/>
              </a:spcBef>
            </a:pPr>
            <a:r>
              <a:rPr lang="en-US" sz="1000" dirty="0">
                <a:solidFill>
                  <a:schemeClr val="bg1"/>
                </a:solidFill>
                <a:latin typeface="Work Sans" pitchFamily="2" charset="0"/>
              </a:rPr>
              <a:t>bip-group.com</a:t>
            </a:r>
            <a:endParaRPr lang="it-IT" dirty="0">
              <a:solidFill>
                <a:schemeClr val="bg1"/>
              </a:solidFill>
              <a:latin typeface="Work Sans" pitchFamily="2" charset="0"/>
            </a:endParaRPr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265E1767-1154-7B8A-FE8D-D2E1581D5D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1572" y="3459937"/>
            <a:ext cx="3913187" cy="447174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Work Sans Light" pitchFamily="2" charset="0"/>
              </a:defRPr>
            </a:lvl1pPr>
            <a:lvl5pPr>
              <a:defRPr/>
            </a:lvl5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6C8A683A-5FAF-91E0-D509-B2E14AF714A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1572" y="4054536"/>
            <a:ext cx="3913187" cy="254000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Work Sans SemiBold" pitchFamily="2" charset="0"/>
              </a:defRPr>
            </a:lvl1pPr>
            <a:lvl5pPr>
              <a:defRPr/>
            </a:lvl5pPr>
          </a:lstStyle>
          <a:p>
            <a:pPr lvl="0"/>
            <a:r>
              <a:rPr lang="en-GB" dirty="0"/>
              <a:t>Role | Area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0B613276-372A-CA63-8810-4B7FB52740B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572" y="4563080"/>
            <a:ext cx="3913187" cy="428010"/>
          </a:xfrm>
        </p:spPr>
        <p:txBody>
          <a:bodyPr/>
          <a:lstStyle>
            <a:lvl1pPr>
              <a:spcAft>
                <a:spcPts val="0"/>
              </a:spcAft>
              <a:defRPr sz="1200">
                <a:solidFill>
                  <a:schemeClr val="bg1"/>
                </a:solidFill>
                <a:latin typeface="Work Sans" pitchFamily="2" charset="0"/>
              </a:defRPr>
            </a:lvl1pPr>
            <a:lvl5pPr>
              <a:defRPr/>
            </a:lvl5pPr>
          </a:lstStyle>
          <a:p>
            <a:pPr lvl="0"/>
            <a:r>
              <a:rPr lang="en-GB" dirty="0"/>
              <a:t>+ 00 000 000-000</a:t>
            </a:r>
          </a:p>
          <a:p>
            <a:pPr lvl="0"/>
            <a:r>
              <a:rPr lang="en-GB" dirty="0"/>
              <a:t>name.surname@bip-group.com</a:t>
            </a:r>
          </a:p>
        </p:txBody>
      </p:sp>
      <p:sp>
        <p:nvSpPr>
          <p:cNvPr id="7" name="Picture Placeholder 20">
            <a:extLst>
              <a:ext uri="{FF2B5EF4-FFF2-40B4-BE49-F238E27FC236}">
                <a16:creationId xmlns:a16="http://schemas.microsoft.com/office/drawing/2014/main" id="{AF7E4CD6-8901-01BE-47AB-A8922E24CA1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71673" y="1592263"/>
            <a:ext cx="1701141" cy="172024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pt-BR" dirty="0"/>
          </a:p>
          <a:p>
            <a:endParaRPr lang="pt-BR" dirty="0"/>
          </a:p>
          <a:p>
            <a:r>
              <a:rPr lang="pt-BR" dirty="0" err="1"/>
              <a:t>Your</a:t>
            </a:r>
            <a:r>
              <a:rPr lang="pt-BR" dirty="0"/>
              <a:t> </a:t>
            </a:r>
            <a:r>
              <a:rPr lang="pt-BR" dirty="0" err="1"/>
              <a:t>best</a:t>
            </a:r>
            <a:r>
              <a:rPr lang="pt-BR" dirty="0"/>
              <a:t> profile </a:t>
            </a:r>
            <a:r>
              <a:rPr lang="pt-BR" dirty="0" err="1"/>
              <a:t>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83635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W] Profile Picture-Name-Role-Contact-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aphic 6">
            <a:extLst>
              <a:ext uri="{FF2B5EF4-FFF2-40B4-BE49-F238E27FC236}">
                <a16:creationId xmlns:a16="http://schemas.microsoft.com/office/drawing/2014/main" id="{7995BA17-E7D8-4BAF-CCF8-79DAA2EC321E}"/>
              </a:ext>
            </a:extLst>
          </p:cNvPr>
          <p:cNvGrpSpPr/>
          <p:nvPr userDrawn="1"/>
        </p:nvGrpSpPr>
        <p:grpSpPr>
          <a:xfrm>
            <a:off x="260195" y="300304"/>
            <a:ext cx="663812" cy="462832"/>
            <a:chOff x="3414712" y="1223962"/>
            <a:chExt cx="5362002" cy="3738562"/>
          </a:xfrm>
          <a:solidFill>
            <a:srgbClr val="DA291C"/>
          </a:solidFill>
        </p:grpSpPr>
        <p:sp>
          <p:nvSpPr>
            <p:cNvPr id="27" name="Freeform: Shape 3">
              <a:extLst>
                <a:ext uri="{FF2B5EF4-FFF2-40B4-BE49-F238E27FC236}">
                  <a16:creationId xmlns:a16="http://schemas.microsoft.com/office/drawing/2014/main" id="{53C03444-4501-989A-9589-8315135D3D9C}"/>
                </a:ext>
              </a:extLst>
            </p:cNvPr>
            <p:cNvSpPr/>
            <p:nvPr/>
          </p:nvSpPr>
          <p:spPr>
            <a:xfrm>
              <a:off x="6326790" y="2037882"/>
              <a:ext cx="1714200" cy="2924642"/>
            </a:xfrm>
            <a:custGeom>
              <a:avLst/>
              <a:gdLst>
                <a:gd name="connsiteX0" fmla="*/ 0 w 1714200"/>
                <a:gd name="connsiteY0" fmla="*/ 1557424 h 2924642"/>
                <a:gd name="connsiteX1" fmla="*/ 16288 w 1714200"/>
                <a:gd name="connsiteY1" fmla="*/ 1557424 h 2924642"/>
                <a:gd name="connsiteX2" fmla="*/ 658463 w 1714200"/>
                <a:gd name="connsiteY2" fmla="*/ 1557424 h 2924642"/>
                <a:gd name="connsiteX3" fmla="*/ 1153477 w 1714200"/>
                <a:gd name="connsiteY3" fmla="*/ 1142229 h 2924642"/>
                <a:gd name="connsiteX4" fmla="*/ 750475 w 1714200"/>
                <a:gd name="connsiteY4" fmla="*/ 562538 h 2924642"/>
                <a:gd name="connsiteX5" fmla="*/ 653129 w 1714200"/>
                <a:gd name="connsiteY5" fmla="*/ 553775 h 2924642"/>
                <a:gd name="connsiteX6" fmla="*/ 292703 w 1714200"/>
                <a:gd name="connsiteY6" fmla="*/ 553394 h 2924642"/>
                <a:gd name="connsiteX7" fmla="*/ 277273 w 1714200"/>
                <a:gd name="connsiteY7" fmla="*/ 553394 h 2924642"/>
                <a:gd name="connsiteX8" fmla="*/ 277273 w 1714200"/>
                <a:gd name="connsiteY8" fmla="*/ 944 h 2924642"/>
                <a:gd name="connsiteX9" fmla="*/ 289655 w 1714200"/>
                <a:gd name="connsiteY9" fmla="*/ 372 h 2924642"/>
                <a:gd name="connsiteX10" fmla="*/ 658082 w 1714200"/>
                <a:gd name="connsiteY10" fmla="*/ 563 h 2924642"/>
                <a:gd name="connsiteX11" fmla="*/ 1383221 w 1714200"/>
                <a:gd name="connsiteY11" fmla="*/ 288694 h 2924642"/>
                <a:gd name="connsiteX12" fmla="*/ 1691164 w 1714200"/>
                <a:gd name="connsiteY12" fmla="*/ 835810 h 2924642"/>
                <a:gd name="connsiteX13" fmla="*/ 1712690 w 1714200"/>
                <a:gd name="connsiteY13" fmla="*/ 1107558 h 2924642"/>
                <a:gd name="connsiteX14" fmla="*/ 1424749 w 1714200"/>
                <a:gd name="connsiteY14" fmla="*/ 1780690 h 2924642"/>
                <a:gd name="connsiteX15" fmla="*/ 847915 w 1714200"/>
                <a:gd name="connsiteY15" fmla="*/ 2093205 h 2924642"/>
                <a:gd name="connsiteX16" fmla="*/ 631317 w 1714200"/>
                <a:gd name="connsiteY16" fmla="*/ 2109493 h 2924642"/>
                <a:gd name="connsiteX17" fmla="*/ 562927 w 1714200"/>
                <a:gd name="connsiteY17" fmla="*/ 2109302 h 2924642"/>
                <a:gd name="connsiteX18" fmla="*/ 552545 w 1714200"/>
                <a:gd name="connsiteY18" fmla="*/ 2119780 h 2924642"/>
                <a:gd name="connsiteX19" fmla="*/ 552545 w 1714200"/>
                <a:gd name="connsiteY19" fmla="*/ 2128924 h 2924642"/>
                <a:gd name="connsiteX20" fmla="*/ 552545 w 1714200"/>
                <a:gd name="connsiteY20" fmla="*/ 2907783 h 2924642"/>
                <a:gd name="connsiteX21" fmla="*/ 552545 w 1714200"/>
                <a:gd name="connsiteY21" fmla="*/ 2924642 h 2924642"/>
                <a:gd name="connsiteX22" fmla="*/ 95 w 1714200"/>
                <a:gd name="connsiteY22" fmla="*/ 2924642 h 2924642"/>
                <a:gd name="connsiteX23" fmla="*/ 95 w 1714200"/>
                <a:gd name="connsiteY23" fmla="*/ 1557424 h 292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14200" h="2924642">
                  <a:moveTo>
                    <a:pt x="0" y="1557424"/>
                  </a:moveTo>
                  <a:cubicBezTo>
                    <a:pt x="6477" y="1557424"/>
                    <a:pt x="11335" y="1557424"/>
                    <a:pt x="16288" y="1557424"/>
                  </a:cubicBezTo>
                  <a:cubicBezTo>
                    <a:pt x="230314" y="1557424"/>
                    <a:pt x="444341" y="1557424"/>
                    <a:pt x="658463" y="1557424"/>
                  </a:cubicBezTo>
                  <a:cubicBezTo>
                    <a:pt x="901922" y="1557424"/>
                    <a:pt x="1110901" y="1382069"/>
                    <a:pt x="1153477" y="1142229"/>
                  </a:cubicBezTo>
                  <a:cubicBezTo>
                    <a:pt x="1201388" y="872005"/>
                    <a:pt x="1019461" y="609782"/>
                    <a:pt x="750475" y="562538"/>
                  </a:cubicBezTo>
                  <a:cubicBezTo>
                    <a:pt x="718471" y="556918"/>
                    <a:pt x="685609" y="554060"/>
                    <a:pt x="653129" y="553775"/>
                  </a:cubicBezTo>
                  <a:cubicBezTo>
                    <a:pt x="533019" y="552727"/>
                    <a:pt x="412813" y="553394"/>
                    <a:pt x="292703" y="553394"/>
                  </a:cubicBezTo>
                  <a:lnTo>
                    <a:pt x="277273" y="553394"/>
                  </a:lnTo>
                  <a:lnTo>
                    <a:pt x="277273" y="944"/>
                  </a:lnTo>
                  <a:cubicBezTo>
                    <a:pt x="281559" y="753"/>
                    <a:pt x="285559" y="372"/>
                    <a:pt x="289655" y="372"/>
                  </a:cubicBezTo>
                  <a:cubicBezTo>
                    <a:pt x="412432" y="372"/>
                    <a:pt x="535305" y="-580"/>
                    <a:pt x="658082" y="563"/>
                  </a:cubicBezTo>
                  <a:cubicBezTo>
                    <a:pt x="936784" y="3134"/>
                    <a:pt x="1179862" y="97527"/>
                    <a:pt x="1383221" y="288694"/>
                  </a:cubicBezTo>
                  <a:cubicBezTo>
                    <a:pt x="1542669" y="438522"/>
                    <a:pt x="1645348" y="621402"/>
                    <a:pt x="1691164" y="835810"/>
                  </a:cubicBezTo>
                  <a:cubicBezTo>
                    <a:pt x="1710404" y="925440"/>
                    <a:pt x="1717643" y="1016213"/>
                    <a:pt x="1712690" y="1107558"/>
                  </a:cubicBezTo>
                  <a:cubicBezTo>
                    <a:pt x="1698593" y="1366733"/>
                    <a:pt x="1603248" y="1592095"/>
                    <a:pt x="1424749" y="1780690"/>
                  </a:cubicBezTo>
                  <a:cubicBezTo>
                    <a:pt x="1266920" y="1947473"/>
                    <a:pt x="1074134" y="2051676"/>
                    <a:pt x="847915" y="2093205"/>
                  </a:cubicBezTo>
                  <a:cubicBezTo>
                    <a:pt x="776288" y="2106350"/>
                    <a:pt x="703993" y="2110731"/>
                    <a:pt x="631317" y="2109493"/>
                  </a:cubicBezTo>
                  <a:cubicBezTo>
                    <a:pt x="608552" y="2109112"/>
                    <a:pt x="585692" y="2109683"/>
                    <a:pt x="562927" y="2109302"/>
                  </a:cubicBezTo>
                  <a:cubicBezTo>
                    <a:pt x="555022" y="2109207"/>
                    <a:pt x="551593" y="2111684"/>
                    <a:pt x="552545" y="2119780"/>
                  </a:cubicBezTo>
                  <a:cubicBezTo>
                    <a:pt x="552926" y="2122733"/>
                    <a:pt x="552545" y="2125876"/>
                    <a:pt x="552545" y="2128924"/>
                  </a:cubicBezTo>
                  <a:cubicBezTo>
                    <a:pt x="552545" y="2388575"/>
                    <a:pt x="552545" y="2648132"/>
                    <a:pt x="552545" y="2907783"/>
                  </a:cubicBezTo>
                  <a:cubicBezTo>
                    <a:pt x="552545" y="2913117"/>
                    <a:pt x="552545" y="2918356"/>
                    <a:pt x="552545" y="2924642"/>
                  </a:cubicBezTo>
                  <a:lnTo>
                    <a:pt x="95" y="2924642"/>
                  </a:lnTo>
                  <a:lnTo>
                    <a:pt x="95" y="15574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28" name="Freeform: Shape 5">
              <a:extLst>
                <a:ext uri="{FF2B5EF4-FFF2-40B4-BE49-F238E27FC236}">
                  <a16:creationId xmlns:a16="http://schemas.microsoft.com/office/drawing/2014/main" id="{DBAC4000-AC91-671D-DF3D-FB8B45D71BEC}"/>
                </a:ext>
              </a:extLst>
            </p:cNvPr>
            <p:cNvSpPr/>
            <p:nvPr/>
          </p:nvSpPr>
          <p:spPr>
            <a:xfrm>
              <a:off x="3414712" y="1223962"/>
              <a:ext cx="1713050" cy="2923604"/>
            </a:xfrm>
            <a:custGeom>
              <a:avLst/>
              <a:gdLst>
                <a:gd name="connsiteX0" fmla="*/ 276320 w 1713050"/>
                <a:gd name="connsiteY0" fmla="*/ 2923413 h 2923604"/>
                <a:gd name="connsiteX1" fmla="*/ 276320 w 1713050"/>
                <a:gd name="connsiteY1" fmla="*/ 2371439 h 2923604"/>
                <a:gd name="connsiteX2" fmla="*/ 291179 w 1713050"/>
                <a:gd name="connsiteY2" fmla="*/ 2371439 h 2923604"/>
                <a:gd name="connsiteX3" fmla="*/ 657320 w 1713050"/>
                <a:gd name="connsiteY3" fmla="*/ 2371439 h 2923604"/>
                <a:gd name="connsiteX4" fmla="*/ 1151192 w 1713050"/>
                <a:gd name="connsiteY4" fmla="*/ 1966817 h 2923604"/>
                <a:gd name="connsiteX5" fmla="*/ 749237 w 1713050"/>
                <a:gd name="connsiteY5" fmla="*/ 1376458 h 2923604"/>
                <a:gd name="connsiteX6" fmla="*/ 654177 w 1713050"/>
                <a:gd name="connsiteY6" fmla="*/ 1367790 h 2923604"/>
                <a:gd name="connsiteX7" fmla="*/ 15431 w 1713050"/>
                <a:gd name="connsiteY7" fmla="*/ 1367409 h 2923604"/>
                <a:gd name="connsiteX8" fmla="*/ 0 w 1713050"/>
                <a:gd name="connsiteY8" fmla="*/ 1367409 h 2923604"/>
                <a:gd name="connsiteX9" fmla="*/ 0 w 1713050"/>
                <a:gd name="connsiteY9" fmla="*/ 0 h 2923604"/>
                <a:gd name="connsiteX10" fmla="*/ 551021 w 1713050"/>
                <a:gd name="connsiteY10" fmla="*/ 0 h 2923604"/>
                <a:gd name="connsiteX11" fmla="*/ 551688 w 1713050"/>
                <a:gd name="connsiteY11" fmla="*/ 15431 h 2923604"/>
                <a:gd name="connsiteX12" fmla="*/ 551688 w 1713050"/>
                <a:gd name="connsiteY12" fmla="*/ 794290 h 2923604"/>
                <a:gd name="connsiteX13" fmla="*/ 551688 w 1713050"/>
                <a:gd name="connsiteY13" fmla="*/ 805720 h 2923604"/>
                <a:gd name="connsiteX14" fmla="*/ 560356 w 1713050"/>
                <a:gd name="connsiteY14" fmla="*/ 814388 h 2923604"/>
                <a:gd name="connsiteX15" fmla="*/ 605981 w 1713050"/>
                <a:gd name="connsiteY15" fmla="*/ 814388 h 2923604"/>
                <a:gd name="connsiteX16" fmla="*/ 803815 w 1713050"/>
                <a:gd name="connsiteY16" fmla="*/ 824675 h 2923604"/>
                <a:gd name="connsiteX17" fmla="*/ 1114425 w 1713050"/>
                <a:gd name="connsiteY17" fmla="*/ 917638 h 2923604"/>
                <a:gd name="connsiteX18" fmla="*/ 1411224 w 1713050"/>
                <a:gd name="connsiteY18" fmla="*/ 1130332 h 2923604"/>
                <a:gd name="connsiteX19" fmla="*/ 1696307 w 1713050"/>
                <a:gd name="connsiteY19" fmla="*/ 1682306 h 2923604"/>
                <a:gd name="connsiteX20" fmla="*/ 1429322 w 1713050"/>
                <a:gd name="connsiteY20" fmla="*/ 2588800 h 2923604"/>
                <a:gd name="connsiteX21" fmla="*/ 866204 w 1713050"/>
                <a:gd name="connsiteY21" fmla="*/ 2903887 h 2923604"/>
                <a:gd name="connsiteX22" fmla="*/ 670465 w 1713050"/>
                <a:gd name="connsiteY22" fmla="*/ 2923604 h 2923604"/>
                <a:gd name="connsiteX23" fmla="*/ 291751 w 1713050"/>
                <a:gd name="connsiteY23" fmla="*/ 2923604 h 2923604"/>
                <a:gd name="connsiteX24" fmla="*/ 276416 w 1713050"/>
                <a:gd name="connsiteY24" fmla="*/ 2923604 h 2923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13050" h="2923604">
                  <a:moveTo>
                    <a:pt x="276320" y="2923413"/>
                  </a:moveTo>
                  <a:lnTo>
                    <a:pt x="276320" y="2371439"/>
                  </a:lnTo>
                  <a:lnTo>
                    <a:pt x="291179" y="2371439"/>
                  </a:lnTo>
                  <a:cubicBezTo>
                    <a:pt x="413195" y="2371439"/>
                    <a:pt x="535305" y="2371439"/>
                    <a:pt x="657320" y="2371439"/>
                  </a:cubicBezTo>
                  <a:cubicBezTo>
                    <a:pt x="897065" y="2371439"/>
                    <a:pt x="1104233" y="2201704"/>
                    <a:pt x="1151192" y="1966817"/>
                  </a:cubicBezTo>
                  <a:cubicBezTo>
                    <a:pt x="1205770" y="1693736"/>
                    <a:pt x="1023557" y="1425607"/>
                    <a:pt x="749237" y="1376458"/>
                  </a:cubicBezTo>
                  <a:cubicBezTo>
                    <a:pt x="717995" y="1370838"/>
                    <a:pt x="685895" y="1367885"/>
                    <a:pt x="654177" y="1367790"/>
                  </a:cubicBezTo>
                  <a:cubicBezTo>
                    <a:pt x="441293" y="1367028"/>
                    <a:pt x="228314" y="1367409"/>
                    <a:pt x="15431" y="1367409"/>
                  </a:cubicBezTo>
                  <a:lnTo>
                    <a:pt x="0" y="1367409"/>
                  </a:lnTo>
                  <a:lnTo>
                    <a:pt x="0" y="0"/>
                  </a:lnTo>
                  <a:lnTo>
                    <a:pt x="551021" y="0"/>
                  </a:lnTo>
                  <a:cubicBezTo>
                    <a:pt x="551212" y="5144"/>
                    <a:pt x="551688" y="10287"/>
                    <a:pt x="551688" y="15431"/>
                  </a:cubicBezTo>
                  <a:cubicBezTo>
                    <a:pt x="551688" y="275082"/>
                    <a:pt x="551688" y="534734"/>
                    <a:pt x="551688" y="794290"/>
                  </a:cubicBezTo>
                  <a:cubicBezTo>
                    <a:pt x="551688" y="798100"/>
                    <a:pt x="551974" y="801910"/>
                    <a:pt x="551688" y="805720"/>
                  </a:cubicBezTo>
                  <a:cubicBezTo>
                    <a:pt x="551212" y="812102"/>
                    <a:pt x="553974" y="814483"/>
                    <a:pt x="560356" y="814388"/>
                  </a:cubicBezTo>
                  <a:cubicBezTo>
                    <a:pt x="575596" y="814102"/>
                    <a:pt x="590741" y="814388"/>
                    <a:pt x="605981" y="814388"/>
                  </a:cubicBezTo>
                  <a:cubicBezTo>
                    <a:pt x="672084" y="814388"/>
                    <a:pt x="738092" y="815626"/>
                    <a:pt x="803815" y="824675"/>
                  </a:cubicBezTo>
                  <a:cubicBezTo>
                    <a:pt x="912209" y="839629"/>
                    <a:pt x="1015746" y="870395"/>
                    <a:pt x="1114425" y="917638"/>
                  </a:cubicBezTo>
                  <a:cubicBezTo>
                    <a:pt x="1225868" y="970979"/>
                    <a:pt x="1325023" y="1041940"/>
                    <a:pt x="1411224" y="1130332"/>
                  </a:cubicBezTo>
                  <a:cubicBezTo>
                    <a:pt x="1562291" y="1285208"/>
                    <a:pt x="1660970" y="1468469"/>
                    <a:pt x="1696307" y="1682306"/>
                  </a:cubicBezTo>
                  <a:cubicBezTo>
                    <a:pt x="1753076" y="2026539"/>
                    <a:pt x="1665827" y="2330863"/>
                    <a:pt x="1429322" y="2588800"/>
                  </a:cubicBezTo>
                  <a:cubicBezTo>
                    <a:pt x="1276826" y="2755106"/>
                    <a:pt x="1087279" y="2858738"/>
                    <a:pt x="866204" y="2903887"/>
                  </a:cubicBezTo>
                  <a:cubicBezTo>
                    <a:pt x="801719" y="2917031"/>
                    <a:pt x="736378" y="2923699"/>
                    <a:pt x="670465" y="2923604"/>
                  </a:cubicBezTo>
                  <a:cubicBezTo>
                    <a:pt x="544259" y="2923413"/>
                    <a:pt x="418052" y="2923604"/>
                    <a:pt x="291751" y="2923604"/>
                  </a:cubicBezTo>
                  <a:lnTo>
                    <a:pt x="276416" y="292360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29" name="Freeform: Shape 6">
              <a:extLst>
                <a:ext uri="{FF2B5EF4-FFF2-40B4-BE49-F238E27FC236}">
                  <a16:creationId xmlns:a16="http://schemas.microsoft.com/office/drawing/2014/main" id="{D4A77A8D-A613-7114-A077-75B3D19174BE}"/>
                </a:ext>
              </a:extLst>
            </p:cNvPr>
            <p:cNvSpPr/>
            <p:nvPr/>
          </p:nvSpPr>
          <p:spPr>
            <a:xfrm>
              <a:off x="5430204" y="2035874"/>
              <a:ext cx="551783" cy="2105311"/>
            </a:xfrm>
            <a:custGeom>
              <a:avLst/>
              <a:gdLst>
                <a:gd name="connsiteX0" fmla="*/ 551783 w 551783"/>
                <a:gd name="connsiteY0" fmla="*/ 0 h 2105310"/>
                <a:gd name="connsiteX1" fmla="*/ 551783 w 551783"/>
                <a:gd name="connsiteY1" fmla="*/ 2105311 h 2105310"/>
                <a:gd name="connsiteX2" fmla="*/ 0 w 551783"/>
                <a:gd name="connsiteY2" fmla="*/ 2105311 h 2105310"/>
                <a:gd name="connsiteX3" fmla="*/ 0 w 551783"/>
                <a:gd name="connsiteY3" fmla="*/ 0 h 2105310"/>
                <a:gd name="connsiteX4" fmla="*/ 551783 w 551783"/>
                <a:gd name="connsiteY4" fmla="*/ 0 h 210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1783" h="2105310">
                  <a:moveTo>
                    <a:pt x="551783" y="0"/>
                  </a:moveTo>
                  <a:lnTo>
                    <a:pt x="551783" y="2105311"/>
                  </a:lnTo>
                  <a:lnTo>
                    <a:pt x="0" y="2105311"/>
                  </a:lnTo>
                  <a:lnTo>
                    <a:pt x="0" y="0"/>
                  </a:lnTo>
                  <a:lnTo>
                    <a:pt x="5517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30" name="Freeform: Shape 9">
              <a:extLst>
                <a:ext uri="{FF2B5EF4-FFF2-40B4-BE49-F238E27FC236}">
                  <a16:creationId xmlns:a16="http://schemas.microsoft.com/office/drawing/2014/main" id="{F03D51BC-8A5F-41D5-F877-FEEA348ACFA4}"/>
                </a:ext>
              </a:extLst>
            </p:cNvPr>
            <p:cNvSpPr/>
            <p:nvPr/>
          </p:nvSpPr>
          <p:spPr>
            <a:xfrm>
              <a:off x="8225979" y="3593115"/>
              <a:ext cx="550735" cy="548068"/>
            </a:xfrm>
            <a:custGeom>
              <a:avLst/>
              <a:gdLst>
                <a:gd name="connsiteX0" fmla="*/ 0 w 550735"/>
                <a:gd name="connsiteY0" fmla="*/ 0 h 548068"/>
                <a:gd name="connsiteX1" fmla="*/ 550736 w 550735"/>
                <a:gd name="connsiteY1" fmla="*/ 0 h 548068"/>
                <a:gd name="connsiteX2" fmla="*/ 550736 w 550735"/>
                <a:gd name="connsiteY2" fmla="*/ 548068 h 548068"/>
                <a:gd name="connsiteX3" fmla="*/ 0 w 550735"/>
                <a:gd name="connsiteY3" fmla="*/ 548068 h 548068"/>
                <a:gd name="connsiteX4" fmla="*/ 0 w 550735"/>
                <a:gd name="connsiteY4" fmla="*/ 0 h 548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0735" h="548068">
                  <a:moveTo>
                    <a:pt x="0" y="0"/>
                  </a:moveTo>
                  <a:lnTo>
                    <a:pt x="550736" y="0"/>
                  </a:lnTo>
                  <a:lnTo>
                    <a:pt x="550736" y="548068"/>
                  </a:lnTo>
                  <a:lnTo>
                    <a:pt x="0" y="54806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</p:grpSp>
      <p:sp>
        <p:nvSpPr>
          <p:cNvPr id="31" name="TextBox 14">
            <a:extLst>
              <a:ext uri="{FF2B5EF4-FFF2-40B4-BE49-F238E27FC236}">
                <a16:creationId xmlns:a16="http://schemas.microsoft.com/office/drawing/2014/main" id="{AD38D54E-D661-AEA3-8E5A-673E3C2A7420}"/>
              </a:ext>
            </a:extLst>
          </p:cNvPr>
          <p:cNvSpPr txBox="1"/>
          <p:nvPr userDrawn="1"/>
        </p:nvSpPr>
        <p:spPr>
          <a:xfrm>
            <a:off x="288351" y="6436057"/>
            <a:ext cx="1098003" cy="193548"/>
          </a:xfrm>
          <a:prstGeom prst="rect">
            <a:avLst/>
          </a:prstGeom>
          <a:ln>
            <a:noFill/>
          </a:ln>
        </p:spPr>
        <p:txBody>
          <a:bodyPr wrap="square" lIns="0" tIns="0" rIns="0" bIns="18000" rtlCol="0" anchor="t">
            <a:spAutoFit/>
          </a:bodyPr>
          <a:lstStyle/>
          <a:p>
            <a:pPr>
              <a:lnSpc>
                <a:spcPts val="1493"/>
              </a:lnSpc>
              <a:spcBef>
                <a:spcPct val="0"/>
              </a:spcBef>
            </a:pPr>
            <a:r>
              <a:rPr lang="en-US" sz="1000" dirty="0">
                <a:solidFill>
                  <a:srgbClr val="0C2340"/>
                </a:solidFill>
                <a:latin typeface="Work Sans" pitchFamily="2" charset="0"/>
              </a:rPr>
              <a:t>bip-group.com</a:t>
            </a:r>
            <a:endParaRPr lang="it-IT" dirty="0">
              <a:solidFill>
                <a:srgbClr val="0C2340"/>
              </a:solidFill>
              <a:latin typeface="Work Sans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05E4F2-35D2-473D-BFA7-1965DFB5179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73" r="20573"/>
          <a:stretch/>
        </p:blipFill>
        <p:spPr>
          <a:xfrm>
            <a:off x="5016500" y="0"/>
            <a:ext cx="7175499" cy="6858000"/>
          </a:xfrm>
          <a:prstGeom prst="rect">
            <a:avLst/>
          </a:prstGeom>
        </p:spPr>
      </p:pic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CCB340CB-73C7-7149-8478-7C872A92A6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16500" y="0"/>
            <a:ext cx="7175499" cy="6858000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pt-BR" dirty="0"/>
          </a:p>
          <a:p>
            <a:endParaRPr lang="pt-BR" dirty="0"/>
          </a:p>
          <a:p>
            <a:r>
              <a:rPr lang="pt-BR" dirty="0" err="1"/>
              <a:t>Insert</a:t>
            </a:r>
            <a:r>
              <a:rPr lang="pt-BR" dirty="0"/>
              <a:t> BG Picture</a:t>
            </a:r>
            <a:endParaRPr lang="en-GB" dirty="0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7DD5361F-F8E8-09F8-37BF-6DD8FBBE3F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1572" y="3459937"/>
            <a:ext cx="3913187" cy="447174"/>
          </a:xfrm>
        </p:spPr>
        <p:txBody>
          <a:bodyPr/>
          <a:lstStyle>
            <a:lvl1pPr>
              <a:defRPr sz="3600">
                <a:solidFill>
                  <a:srgbClr val="0C2340"/>
                </a:solidFill>
                <a:latin typeface="Work Sans Light" pitchFamily="2" charset="0"/>
              </a:defRPr>
            </a:lvl1pPr>
            <a:lvl5pPr>
              <a:defRPr/>
            </a:lvl5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34BCCF81-4141-00DA-481C-7DAE3D83F3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1572" y="4054536"/>
            <a:ext cx="3913187" cy="254000"/>
          </a:xfrm>
        </p:spPr>
        <p:txBody>
          <a:bodyPr/>
          <a:lstStyle>
            <a:lvl1pPr>
              <a:defRPr sz="1600">
                <a:solidFill>
                  <a:srgbClr val="0C2340"/>
                </a:solidFill>
                <a:latin typeface="Work Sans SemiBold" pitchFamily="2" charset="0"/>
              </a:defRPr>
            </a:lvl1pPr>
            <a:lvl5pPr>
              <a:defRPr/>
            </a:lvl5pPr>
          </a:lstStyle>
          <a:p>
            <a:pPr lvl="0"/>
            <a:r>
              <a:rPr lang="en-GB" dirty="0"/>
              <a:t>Role | Area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3AE96E0D-469F-545D-D67A-06E3663BBF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572" y="4563080"/>
            <a:ext cx="3913187" cy="428010"/>
          </a:xfrm>
        </p:spPr>
        <p:txBody>
          <a:bodyPr/>
          <a:lstStyle>
            <a:lvl1pPr>
              <a:spcAft>
                <a:spcPts val="0"/>
              </a:spcAft>
              <a:defRPr sz="1200">
                <a:solidFill>
                  <a:srgbClr val="0C2340"/>
                </a:solidFill>
                <a:latin typeface="Work Sans" pitchFamily="2" charset="0"/>
              </a:defRPr>
            </a:lvl1pPr>
            <a:lvl5pPr>
              <a:defRPr/>
            </a:lvl5pPr>
          </a:lstStyle>
          <a:p>
            <a:pPr lvl="0"/>
            <a:r>
              <a:rPr lang="en-GB" dirty="0"/>
              <a:t>+ 00 000 000-000</a:t>
            </a:r>
          </a:p>
          <a:p>
            <a:pPr lvl="0"/>
            <a:r>
              <a:rPr lang="en-GB" dirty="0"/>
              <a:t>name.surname@bip-group.com</a:t>
            </a:r>
          </a:p>
        </p:txBody>
      </p:sp>
      <p:sp>
        <p:nvSpPr>
          <p:cNvPr id="19" name="Picture Placeholder 20">
            <a:extLst>
              <a:ext uri="{FF2B5EF4-FFF2-40B4-BE49-F238E27FC236}">
                <a16:creationId xmlns:a16="http://schemas.microsoft.com/office/drawing/2014/main" id="{F5786B4D-20F1-DCA3-29A4-7F09A311A1D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71673" y="1592263"/>
            <a:ext cx="1701141" cy="172024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rgbClr val="0C2340"/>
                </a:solidFill>
              </a:defRPr>
            </a:lvl1pPr>
          </a:lstStyle>
          <a:p>
            <a:endParaRPr lang="pt-BR" dirty="0"/>
          </a:p>
          <a:p>
            <a:endParaRPr lang="pt-BR" dirty="0"/>
          </a:p>
          <a:p>
            <a:r>
              <a:rPr lang="pt-BR" dirty="0" err="1"/>
              <a:t>Your</a:t>
            </a:r>
            <a:r>
              <a:rPr lang="pt-BR" dirty="0"/>
              <a:t> </a:t>
            </a:r>
            <a:r>
              <a:rPr lang="pt-BR" dirty="0" err="1"/>
              <a:t>best</a:t>
            </a:r>
            <a:r>
              <a:rPr lang="pt-BR" dirty="0"/>
              <a:t> profile </a:t>
            </a:r>
            <a:r>
              <a:rPr lang="pt-BR" dirty="0" err="1"/>
              <a:t>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14186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B] Pattern-Thanks"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white and blue geometric pattern&#10;&#10;Description automatically generated">
            <a:extLst>
              <a:ext uri="{FF2B5EF4-FFF2-40B4-BE49-F238E27FC236}">
                <a16:creationId xmlns:a16="http://schemas.microsoft.com/office/drawing/2014/main" id="{5F767649-99D7-7A29-8280-692BD3C3E7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934"/>
          <a:stretch/>
        </p:blipFill>
        <p:spPr>
          <a:xfrm>
            <a:off x="0" y="0"/>
            <a:ext cx="12192000" cy="3778349"/>
          </a:xfrm>
          <a:prstGeom prst="rect">
            <a:avLst/>
          </a:prstGeom>
        </p:spPr>
      </p:pic>
      <p:sp>
        <p:nvSpPr>
          <p:cNvPr id="7" name="CaixaDeTexto 10">
            <a:extLst>
              <a:ext uri="{FF2B5EF4-FFF2-40B4-BE49-F238E27FC236}">
                <a16:creationId xmlns:a16="http://schemas.microsoft.com/office/drawing/2014/main" id="{AA162E3C-5987-5279-C4E8-62D9D327B14E}"/>
              </a:ext>
            </a:extLst>
          </p:cNvPr>
          <p:cNvSpPr txBox="1"/>
          <p:nvPr userDrawn="1"/>
        </p:nvSpPr>
        <p:spPr>
          <a:xfrm>
            <a:off x="245819" y="5481414"/>
            <a:ext cx="4914156" cy="73866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800" dirty="0">
                <a:solidFill>
                  <a:schemeClr val="bg1"/>
                </a:solidFill>
                <a:latin typeface="Work Sans Light" pitchFamily="2" charset="0"/>
              </a:rPr>
              <a:t>Thank You</a:t>
            </a:r>
          </a:p>
        </p:txBody>
      </p:sp>
      <p:grpSp>
        <p:nvGrpSpPr>
          <p:cNvPr id="8" name="Graphic 6">
            <a:extLst>
              <a:ext uri="{FF2B5EF4-FFF2-40B4-BE49-F238E27FC236}">
                <a16:creationId xmlns:a16="http://schemas.microsoft.com/office/drawing/2014/main" id="{E3207FAF-21D2-0269-F047-80C5BE740B28}"/>
              </a:ext>
            </a:extLst>
          </p:cNvPr>
          <p:cNvGrpSpPr/>
          <p:nvPr userDrawn="1"/>
        </p:nvGrpSpPr>
        <p:grpSpPr>
          <a:xfrm>
            <a:off x="9676435" y="4804999"/>
            <a:ext cx="2261053" cy="1576482"/>
            <a:chOff x="3414712" y="1223962"/>
            <a:chExt cx="5362002" cy="3738562"/>
          </a:xfrm>
          <a:solidFill>
            <a:srgbClr val="DA291C"/>
          </a:solidFill>
        </p:grpSpPr>
        <p:sp>
          <p:nvSpPr>
            <p:cNvPr id="10" name="Freeform: Shape 3">
              <a:extLst>
                <a:ext uri="{FF2B5EF4-FFF2-40B4-BE49-F238E27FC236}">
                  <a16:creationId xmlns:a16="http://schemas.microsoft.com/office/drawing/2014/main" id="{74B920F4-4EC8-3F69-8CE8-67D1A7E2628E}"/>
                </a:ext>
              </a:extLst>
            </p:cNvPr>
            <p:cNvSpPr/>
            <p:nvPr/>
          </p:nvSpPr>
          <p:spPr>
            <a:xfrm>
              <a:off x="6326790" y="2037882"/>
              <a:ext cx="1714200" cy="2924642"/>
            </a:xfrm>
            <a:custGeom>
              <a:avLst/>
              <a:gdLst>
                <a:gd name="connsiteX0" fmla="*/ 0 w 1714200"/>
                <a:gd name="connsiteY0" fmla="*/ 1557424 h 2924642"/>
                <a:gd name="connsiteX1" fmla="*/ 16288 w 1714200"/>
                <a:gd name="connsiteY1" fmla="*/ 1557424 h 2924642"/>
                <a:gd name="connsiteX2" fmla="*/ 658463 w 1714200"/>
                <a:gd name="connsiteY2" fmla="*/ 1557424 h 2924642"/>
                <a:gd name="connsiteX3" fmla="*/ 1153477 w 1714200"/>
                <a:gd name="connsiteY3" fmla="*/ 1142229 h 2924642"/>
                <a:gd name="connsiteX4" fmla="*/ 750475 w 1714200"/>
                <a:gd name="connsiteY4" fmla="*/ 562538 h 2924642"/>
                <a:gd name="connsiteX5" fmla="*/ 653129 w 1714200"/>
                <a:gd name="connsiteY5" fmla="*/ 553775 h 2924642"/>
                <a:gd name="connsiteX6" fmla="*/ 292703 w 1714200"/>
                <a:gd name="connsiteY6" fmla="*/ 553394 h 2924642"/>
                <a:gd name="connsiteX7" fmla="*/ 277273 w 1714200"/>
                <a:gd name="connsiteY7" fmla="*/ 553394 h 2924642"/>
                <a:gd name="connsiteX8" fmla="*/ 277273 w 1714200"/>
                <a:gd name="connsiteY8" fmla="*/ 944 h 2924642"/>
                <a:gd name="connsiteX9" fmla="*/ 289655 w 1714200"/>
                <a:gd name="connsiteY9" fmla="*/ 372 h 2924642"/>
                <a:gd name="connsiteX10" fmla="*/ 658082 w 1714200"/>
                <a:gd name="connsiteY10" fmla="*/ 563 h 2924642"/>
                <a:gd name="connsiteX11" fmla="*/ 1383221 w 1714200"/>
                <a:gd name="connsiteY11" fmla="*/ 288694 h 2924642"/>
                <a:gd name="connsiteX12" fmla="*/ 1691164 w 1714200"/>
                <a:gd name="connsiteY12" fmla="*/ 835810 h 2924642"/>
                <a:gd name="connsiteX13" fmla="*/ 1712690 w 1714200"/>
                <a:gd name="connsiteY13" fmla="*/ 1107558 h 2924642"/>
                <a:gd name="connsiteX14" fmla="*/ 1424749 w 1714200"/>
                <a:gd name="connsiteY14" fmla="*/ 1780690 h 2924642"/>
                <a:gd name="connsiteX15" fmla="*/ 847915 w 1714200"/>
                <a:gd name="connsiteY15" fmla="*/ 2093205 h 2924642"/>
                <a:gd name="connsiteX16" fmla="*/ 631317 w 1714200"/>
                <a:gd name="connsiteY16" fmla="*/ 2109493 h 2924642"/>
                <a:gd name="connsiteX17" fmla="*/ 562927 w 1714200"/>
                <a:gd name="connsiteY17" fmla="*/ 2109302 h 2924642"/>
                <a:gd name="connsiteX18" fmla="*/ 552545 w 1714200"/>
                <a:gd name="connsiteY18" fmla="*/ 2119780 h 2924642"/>
                <a:gd name="connsiteX19" fmla="*/ 552545 w 1714200"/>
                <a:gd name="connsiteY19" fmla="*/ 2128924 h 2924642"/>
                <a:gd name="connsiteX20" fmla="*/ 552545 w 1714200"/>
                <a:gd name="connsiteY20" fmla="*/ 2907783 h 2924642"/>
                <a:gd name="connsiteX21" fmla="*/ 552545 w 1714200"/>
                <a:gd name="connsiteY21" fmla="*/ 2924642 h 2924642"/>
                <a:gd name="connsiteX22" fmla="*/ 95 w 1714200"/>
                <a:gd name="connsiteY22" fmla="*/ 2924642 h 2924642"/>
                <a:gd name="connsiteX23" fmla="*/ 95 w 1714200"/>
                <a:gd name="connsiteY23" fmla="*/ 1557424 h 292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14200" h="2924642">
                  <a:moveTo>
                    <a:pt x="0" y="1557424"/>
                  </a:moveTo>
                  <a:cubicBezTo>
                    <a:pt x="6477" y="1557424"/>
                    <a:pt x="11335" y="1557424"/>
                    <a:pt x="16288" y="1557424"/>
                  </a:cubicBezTo>
                  <a:cubicBezTo>
                    <a:pt x="230314" y="1557424"/>
                    <a:pt x="444341" y="1557424"/>
                    <a:pt x="658463" y="1557424"/>
                  </a:cubicBezTo>
                  <a:cubicBezTo>
                    <a:pt x="901922" y="1557424"/>
                    <a:pt x="1110901" y="1382069"/>
                    <a:pt x="1153477" y="1142229"/>
                  </a:cubicBezTo>
                  <a:cubicBezTo>
                    <a:pt x="1201388" y="872005"/>
                    <a:pt x="1019461" y="609782"/>
                    <a:pt x="750475" y="562538"/>
                  </a:cubicBezTo>
                  <a:cubicBezTo>
                    <a:pt x="718471" y="556918"/>
                    <a:pt x="685609" y="554060"/>
                    <a:pt x="653129" y="553775"/>
                  </a:cubicBezTo>
                  <a:cubicBezTo>
                    <a:pt x="533019" y="552727"/>
                    <a:pt x="412813" y="553394"/>
                    <a:pt x="292703" y="553394"/>
                  </a:cubicBezTo>
                  <a:lnTo>
                    <a:pt x="277273" y="553394"/>
                  </a:lnTo>
                  <a:lnTo>
                    <a:pt x="277273" y="944"/>
                  </a:lnTo>
                  <a:cubicBezTo>
                    <a:pt x="281559" y="753"/>
                    <a:pt x="285559" y="372"/>
                    <a:pt x="289655" y="372"/>
                  </a:cubicBezTo>
                  <a:cubicBezTo>
                    <a:pt x="412432" y="372"/>
                    <a:pt x="535305" y="-580"/>
                    <a:pt x="658082" y="563"/>
                  </a:cubicBezTo>
                  <a:cubicBezTo>
                    <a:pt x="936784" y="3134"/>
                    <a:pt x="1179862" y="97527"/>
                    <a:pt x="1383221" y="288694"/>
                  </a:cubicBezTo>
                  <a:cubicBezTo>
                    <a:pt x="1542669" y="438522"/>
                    <a:pt x="1645348" y="621402"/>
                    <a:pt x="1691164" y="835810"/>
                  </a:cubicBezTo>
                  <a:cubicBezTo>
                    <a:pt x="1710404" y="925440"/>
                    <a:pt x="1717643" y="1016213"/>
                    <a:pt x="1712690" y="1107558"/>
                  </a:cubicBezTo>
                  <a:cubicBezTo>
                    <a:pt x="1698593" y="1366733"/>
                    <a:pt x="1603248" y="1592095"/>
                    <a:pt x="1424749" y="1780690"/>
                  </a:cubicBezTo>
                  <a:cubicBezTo>
                    <a:pt x="1266920" y="1947473"/>
                    <a:pt x="1074134" y="2051676"/>
                    <a:pt x="847915" y="2093205"/>
                  </a:cubicBezTo>
                  <a:cubicBezTo>
                    <a:pt x="776288" y="2106350"/>
                    <a:pt x="703993" y="2110731"/>
                    <a:pt x="631317" y="2109493"/>
                  </a:cubicBezTo>
                  <a:cubicBezTo>
                    <a:pt x="608552" y="2109112"/>
                    <a:pt x="585692" y="2109683"/>
                    <a:pt x="562927" y="2109302"/>
                  </a:cubicBezTo>
                  <a:cubicBezTo>
                    <a:pt x="555022" y="2109207"/>
                    <a:pt x="551593" y="2111684"/>
                    <a:pt x="552545" y="2119780"/>
                  </a:cubicBezTo>
                  <a:cubicBezTo>
                    <a:pt x="552926" y="2122733"/>
                    <a:pt x="552545" y="2125876"/>
                    <a:pt x="552545" y="2128924"/>
                  </a:cubicBezTo>
                  <a:cubicBezTo>
                    <a:pt x="552545" y="2388575"/>
                    <a:pt x="552545" y="2648132"/>
                    <a:pt x="552545" y="2907783"/>
                  </a:cubicBezTo>
                  <a:cubicBezTo>
                    <a:pt x="552545" y="2913117"/>
                    <a:pt x="552545" y="2918356"/>
                    <a:pt x="552545" y="2924642"/>
                  </a:cubicBezTo>
                  <a:lnTo>
                    <a:pt x="95" y="2924642"/>
                  </a:lnTo>
                  <a:lnTo>
                    <a:pt x="95" y="15574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11" name="Freeform: Shape 5">
              <a:extLst>
                <a:ext uri="{FF2B5EF4-FFF2-40B4-BE49-F238E27FC236}">
                  <a16:creationId xmlns:a16="http://schemas.microsoft.com/office/drawing/2014/main" id="{B26CC4F3-7C5C-7935-65AF-FAC41CFFA5CA}"/>
                </a:ext>
              </a:extLst>
            </p:cNvPr>
            <p:cNvSpPr/>
            <p:nvPr/>
          </p:nvSpPr>
          <p:spPr>
            <a:xfrm>
              <a:off x="3414712" y="1223962"/>
              <a:ext cx="1713050" cy="2923604"/>
            </a:xfrm>
            <a:custGeom>
              <a:avLst/>
              <a:gdLst>
                <a:gd name="connsiteX0" fmla="*/ 276320 w 1713050"/>
                <a:gd name="connsiteY0" fmla="*/ 2923413 h 2923604"/>
                <a:gd name="connsiteX1" fmla="*/ 276320 w 1713050"/>
                <a:gd name="connsiteY1" fmla="*/ 2371439 h 2923604"/>
                <a:gd name="connsiteX2" fmla="*/ 291179 w 1713050"/>
                <a:gd name="connsiteY2" fmla="*/ 2371439 h 2923604"/>
                <a:gd name="connsiteX3" fmla="*/ 657320 w 1713050"/>
                <a:gd name="connsiteY3" fmla="*/ 2371439 h 2923604"/>
                <a:gd name="connsiteX4" fmla="*/ 1151192 w 1713050"/>
                <a:gd name="connsiteY4" fmla="*/ 1966817 h 2923604"/>
                <a:gd name="connsiteX5" fmla="*/ 749237 w 1713050"/>
                <a:gd name="connsiteY5" fmla="*/ 1376458 h 2923604"/>
                <a:gd name="connsiteX6" fmla="*/ 654177 w 1713050"/>
                <a:gd name="connsiteY6" fmla="*/ 1367790 h 2923604"/>
                <a:gd name="connsiteX7" fmla="*/ 15431 w 1713050"/>
                <a:gd name="connsiteY7" fmla="*/ 1367409 h 2923604"/>
                <a:gd name="connsiteX8" fmla="*/ 0 w 1713050"/>
                <a:gd name="connsiteY8" fmla="*/ 1367409 h 2923604"/>
                <a:gd name="connsiteX9" fmla="*/ 0 w 1713050"/>
                <a:gd name="connsiteY9" fmla="*/ 0 h 2923604"/>
                <a:gd name="connsiteX10" fmla="*/ 551021 w 1713050"/>
                <a:gd name="connsiteY10" fmla="*/ 0 h 2923604"/>
                <a:gd name="connsiteX11" fmla="*/ 551688 w 1713050"/>
                <a:gd name="connsiteY11" fmla="*/ 15431 h 2923604"/>
                <a:gd name="connsiteX12" fmla="*/ 551688 w 1713050"/>
                <a:gd name="connsiteY12" fmla="*/ 794290 h 2923604"/>
                <a:gd name="connsiteX13" fmla="*/ 551688 w 1713050"/>
                <a:gd name="connsiteY13" fmla="*/ 805720 h 2923604"/>
                <a:gd name="connsiteX14" fmla="*/ 560356 w 1713050"/>
                <a:gd name="connsiteY14" fmla="*/ 814388 h 2923604"/>
                <a:gd name="connsiteX15" fmla="*/ 605981 w 1713050"/>
                <a:gd name="connsiteY15" fmla="*/ 814388 h 2923604"/>
                <a:gd name="connsiteX16" fmla="*/ 803815 w 1713050"/>
                <a:gd name="connsiteY16" fmla="*/ 824675 h 2923604"/>
                <a:gd name="connsiteX17" fmla="*/ 1114425 w 1713050"/>
                <a:gd name="connsiteY17" fmla="*/ 917638 h 2923604"/>
                <a:gd name="connsiteX18" fmla="*/ 1411224 w 1713050"/>
                <a:gd name="connsiteY18" fmla="*/ 1130332 h 2923604"/>
                <a:gd name="connsiteX19" fmla="*/ 1696307 w 1713050"/>
                <a:gd name="connsiteY19" fmla="*/ 1682306 h 2923604"/>
                <a:gd name="connsiteX20" fmla="*/ 1429322 w 1713050"/>
                <a:gd name="connsiteY20" fmla="*/ 2588800 h 2923604"/>
                <a:gd name="connsiteX21" fmla="*/ 866204 w 1713050"/>
                <a:gd name="connsiteY21" fmla="*/ 2903887 h 2923604"/>
                <a:gd name="connsiteX22" fmla="*/ 670465 w 1713050"/>
                <a:gd name="connsiteY22" fmla="*/ 2923604 h 2923604"/>
                <a:gd name="connsiteX23" fmla="*/ 291751 w 1713050"/>
                <a:gd name="connsiteY23" fmla="*/ 2923604 h 2923604"/>
                <a:gd name="connsiteX24" fmla="*/ 276416 w 1713050"/>
                <a:gd name="connsiteY24" fmla="*/ 2923604 h 2923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13050" h="2923604">
                  <a:moveTo>
                    <a:pt x="276320" y="2923413"/>
                  </a:moveTo>
                  <a:lnTo>
                    <a:pt x="276320" y="2371439"/>
                  </a:lnTo>
                  <a:lnTo>
                    <a:pt x="291179" y="2371439"/>
                  </a:lnTo>
                  <a:cubicBezTo>
                    <a:pt x="413195" y="2371439"/>
                    <a:pt x="535305" y="2371439"/>
                    <a:pt x="657320" y="2371439"/>
                  </a:cubicBezTo>
                  <a:cubicBezTo>
                    <a:pt x="897065" y="2371439"/>
                    <a:pt x="1104233" y="2201704"/>
                    <a:pt x="1151192" y="1966817"/>
                  </a:cubicBezTo>
                  <a:cubicBezTo>
                    <a:pt x="1205770" y="1693736"/>
                    <a:pt x="1023557" y="1425607"/>
                    <a:pt x="749237" y="1376458"/>
                  </a:cubicBezTo>
                  <a:cubicBezTo>
                    <a:pt x="717995" y="1370838"/>
                    <a:pt x="685895" y="1367885"/>
                    <a:pt x="654177" y="1367790"/>
                  </a:cubicBezTo>
                  <a:cubicBezTo>
                    <a:pt x="441293" y="1367028"/>
                    <a:pt x="228314" y="1367409"/>
                    <a:pt x="15431" y="1367409"/>
                  </a:cubicBezTo>
                  <a:lnTo>
                    <a:pt x="0" y="1367409"/>
                  </a:lnTo>
                  <a:lnTo>
                    <a:pt x="0" y="0"/>
                  </a:lnTo>
                  <a:lnTo>
                    <a:pt x="551021" y="0"/>
                  </a:lnTo>
                  <a:cubicBezTo>
                    <a:pt x="551212" y="5144"/>
                    <a:pt x="551688" y="10287"/>
                    <a:pt x="551688" y="15431"/>
                  </a:cubicBezTo>
                  <a:cubicBezTo>
                    <a:pt x="551688" y="275082"/>
                    <a:pt x="551688" y="534734"/>
                    <a:pt x="551688" y="794290"/>
                  </a:cubicBezTo>
                  <a:cubicBezTo>
                    <a:pt x="551688" y="798100"/>
                    <a:pt x="551974" y="801910"/>
                    <a:pt x="551688" y="805720"/>
                  </a:cubicBezTo>
                  <a:cubicBezTo>
                    <a:pt x="551212" y="812102"/>
                    <a:pt x="553974" y="814483"/>
                    <a:pt x="560356" y="814388"/>
                  </a:cubicBezTo>
                  <a:cubicBezTo>
                    <a:pt x="575596" y="814102"/>
                    <a:pt x="590741" y="814388"/>
                    <a:pt x="605981" y="814388"/>
                  </a:cubicBezTo>
                  <a:cubicBezTo>
                    <a:pt x="672084" y="814388"/>
                    <a:pt x="738092" y="815626"/>
                    <a:pt x="803815" y="824675"/>
                  </a:cubicBezTo>
                  <a:cubicBezTo>
                    <a:pt x="912209" y="839629"/>
                    <a:pt x="1015746" y="870395"/>
                    <a:pt x="1114425" y="917638"/>
                  </a:cubicBezTo>
                  <a:cubicBezTo>
                    <a:pt x="1225868" y="970979"/>
                    <a:pt x="1325023" y="1041940"/>
                    <a:pt x="1411224" y="1130332"/>
                  </a:cubicBezTo>
                  <a:cubicBezTo>
                    <a:pt x="1562291" y="1285208"/>
                    <a:pt x="1660970" y="1468469"/>
                    <a:pt x="1696307" y="1682306"/>
                  </a:cubicBezTo>
                  <a:cubicBezTo>
                    <a:pt x="1753076" y="2026539"/>
                    <a:pt x="1665827" y="2330863"/>
                    <a:pt x="1429322" y="2588800"/>
                  </a:cubicBezTo>
                  <a:cubicBezTo>
                    <a:pt x="1276826" y="2755106"/>
                    <a:pt x="1087279" y="2858738"/>
                    <a:pt x="866204" y="2903887"/>
                  </a:cubicBezTo>
                  <a:cubicBezTo>
                    <a:pt x="801719" y="2917031"/>
                    <a:pt x="736378" y="2923699"/>
                    <a:pt x="670465" y="2923604"/>
                  </a:cubicBezTo>
                  <a:cubicBezTo>
                    <a:pt x="544259" y="2923413"/>
                    <a:pt x="418052" y="2923604"/>
                    <a:pt x="291751" y="2923604"/>
                  </a:cubicBezTo>
                  <a:lnTo>
                    <a:pt x="276416" y="292360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12" name="Freeform: Shape 6">
              <a:extLst>
                <a:ext uri="{FF2B5EF4-FFF2-40B4-BE49-F238E27FC236}">
                  <a16:creationId xmlns:a16="http://schemas.microsoft.com/office/drawing/2014/main" id="{538621FB-DCB5-3B51-571F-62B3E7B82923}"/>
                </a:ext>
              </a:extLst>
            </p:cNvPr>
            <p:cNvSpPr/>
            <p:nvPr/>
          </p:nvSpPr>
          <p:spPr>
            <a:xfrm>
              <a:off x="5430204" y="2035874"/>
              <a:ext cx="551783" cy="2105311"/>
            </a:xfrm>
            <a:custGeom>
              <a:avLst/>
              <a:gdLst>
                <a:gd name="connsiteX0" fmla="*/ 551783 w 551783"/>
                <a:gd name="connsiteY0" fmla="*/ 0 h 2105310"/>
                <a:gd name="connsiteX1" fmla="*/ 551783 w 551783"/>
                <a:gd name="connsiteY1" fmla="*/ 2105311 h 2105310"/>
                <a:gd name="connsiteX2" fmla="*/ 0 w 551783"/>
                <a:gd name="connsiteY2" fmla="*/ 2105311 h 2105310"/>
                <a:gd name="connsiteX3" fmla="*/ 0 w 551783"/>
                <a:gd name="connsiteY3" fmla="*/ 0 h 2105310"/>
                <a:gd name="connsiteX4" fmla="*/ 551783 w 551783"/>
                <a:gd name="connsiteY4" fmla="*/ 0 h 210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1783" h="2105310">
                  <a:moveTo>
                    <a:pt x="551783" y="0"/>
                  </a:moveTo>
                  <a:lnTo>
                    <a:pt x="551783" y="2105311"/>
                  </a:lnTo>
                  <a:lnTo>
                    <a:pt x="0" y="2105311"/>
                  </a:lnTo>
                  <a:lnTo>
                    <a:pt x="0" y="0"/>
                  </a:lnTo>
                  <a:lnTo>
                    <a:pt x="5517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13" name="Freeform: Shape 9">
              <a:extLst>
                <a:ext uri="{FF2B5EF4-FFF2-40B4-BE49-F238E27FC236}">
                  <a16:creationId xmlns:a16="http://schemas.microsoft.com/office/drawing/2014/main" id="{A4EC981F-AA4D-2927-4433-731C96D62810}"/>
                </a:ext>
              </a:extLst>
            </p:cNvPr>
            <p:cNvSpPr/>
            <p:nvPr/>
          </p:nvSpPr>
          <p:spPr>
            <a:xfrm>
              <a:off x="8225979" y="3593115"/>
              <a:ext cx="550735" cy="548068"/>
            </a:xfrm>
            <a:custGeom>
              <a:avLst/>
              <a:gdLst>
                <a:gd name="connsiteX0" fmla="*/ 0 w 550735"/>
                <a:gd name="connsiteY0" fmla="*/ 0 h 548068"/>
                <a:gd name="connsiteX1" fmla="*/ 550736 w 550735"/>
                <a:gd name="connsiteY1" fmla="*/ 0 h 548068"/>
                <a:gd name="connsiteX2" fmla="*/ 550736 w 550735"/>
                <a:gd name="connsiteY2" fmla="*/ 548068 h 548068"/>
                <a:gd name="connsiteX3" fmla="*/ 0 w 550735"/>
                <a:gd name="connsiteY3" fmla="*/ 548068 h 548068"/>
                <a:gd name="connsiteX4" fmla="*/ 0 w 550735"/>
                <a:gd name="connsiteY4" fmla="*/ 0 h 548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0735" h="548068">
                  <a:moveTo>
                    <a:pt x="0" y="0"/>
                  </a:moveTo>
                  <a:lnTo>
                    <a:pt x="550736" y="0"/>
                  </a:lnTo>
                  <a:lnTo>
                    <a:pt x="550736" y="548068"/>
                  </a:lnTo>
                  <a:lnTo>
                    <a:pt x="0" y="54806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</p:grpSp>
      <p:sp>
        <p:nvSpPr>
          <p:cNvPr id="18" name="TextBox 14">
            <a:extLst>
              <a:ext uri="{FF2B5EF4-FFF2-40B4-BE49-F238E27FC236}">
                <a16:creationId xmlns:a16="http://schemas.microsoft.com/office/drawing/2014/main" id="{AB6FFDC7-3C39-D54B-C726-2A5BDD6F2B43}"/>
              </a:ext>
            </a:extLst>
          </p:cNvPr>
          <p:cNvSpPr txBox="1"/>
          <p:nvPr userDrawn="1"/>
        </p:nvSpPr>
        <p:spPr>
          <a:xfrm>
            <a:off x="288351" y="6436057"/>
            <a:ext cx="1098003" cy="193548"/>
          </a:xfrm>
          <a:prstGeom prst="rect">
            <a:avLst/>
          </a:prstGeom>
          <a:ln>
            <a:noFill/>
          </a:ln>
        </p:spPr>
        <p:txBody>
          <a:bodyPr wrap="square" lIns="0" tIns="0" rIns="0" bIns="18000" rtlCol="0" anchor="t">
            <a:spAutoFit/>
          </a:bodyPr>
          <a:lstStyle/>
          <a:p>
            <a:pPr>
              <a:lnSpc>
                <a:spcPts val="1493"/>
              </a:lnSpc>
              <a:spcBef>
                <a:spcPct val="0"/>
              </a:spcBef>
            </a:pPr>
            <a:r>
              <a:rPr lang="en-US" sz="1000" dirty="0">
                <a:solidFill>
                  <a:schemeClr val="bg1"/>
                </a:solidFill>
                <a:latin typeface="Work Sans" pitchFamily="2" charset="0"/>
              </a:rPr>
              <a:t>bip-group.com</a:t>
            </a:r>
            <a:endParaRPr lang="it-IT" dirty="0">
              <a:solidFill>
                <a:schemeClr val="bg1"/>
              </a:solidFill>
              <a:latin typeface="Work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73028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B] Pattern-Name-Contact"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white and blue geometric pattern&#10;&#10;Description automatically generated">
            <a:extLst>
              <a:ext uri="{FF2B5EF4-FFF2-40B4-BE49-F238E27FC236}">
                <a16:creationId xmlns:a16="http://schemas.microsoft.com/office/drawing/2014/main" id="{5F767649-99D7-7A29-8280-692BD3C3E7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934"/>
          <a:stretch/>
        </p:blipFill>
        <p:spPr>
          <a:xfrm>
            <a:off x="0" y="0"/>
            <a:ext cx="12192000" cy="3778349"/>
          </a:xfrm>
          <a:prstGeom prst="rect">
            <a:avLst/>
          </a:prstGeom>
        </p:spPr>
      </p:pic>
      <p:grpSp>
        <p:nvGrpSpPr>
          <p:cNvPr id="8" name="Graphic 6">
            <a:extLst>
              <a:ext uri="{FF2B5EF4-FFF2-40B4-BE49-F238E27FC236}">
                <a16:creationId xmlns:a16="http://schemas.microsoft.com/office/drawing/2014/main" id="{E3207FAF-21D2-0269-F047-80C5BE740B28}"/>
              </a:ext>
            </a:extLst>
          </p:cNvPr>
          <p:cNvGrpSpPr/>
          <p:nvPr userDrawn="1"/>
        </p:nvGrpSpPr>
        <p:grpSpPr>
          <a:xfrm>
            <a:off x="9676435" y="4804999"/>
            <a:ext cx="2261053" cy="1576482"/>
            <a:chOff x="3414712" y="1223962"/>
            <a:chExt cx="5362002" cy="3738562"/>
          </a:xfrm>
          <a:solidFill>
            <a:srgbClr val="DA291C"/>
          </a:solidFill>
        </p:grpSpPr>
        <p:sp>
          <p:nvSpPr>
            <p:cNvPr id="10" name="Freeform: Shape 3">
              <a:extLst>
                <a:ext uri="{FF2B5EF4-FFF2-40B4-BE49-F238E27FC236}">
                  <a16:creationId xmlns:a16="http://schemas.microsoft.com/office/drawing/2014/main" id="{74B920F4-4EC8-3F69-8CE8-67D1A7E2628E}"/>
                </a:ext>
              </a:extLst>
            </p:cNvPr>
            <p:cNvSpPr/>
            <p:nvPr/>
          </p:nvSpPr>
          <p:spPr>
            <a:xfrm>
              <a:off x="6326790" y="2037882"/>
              <a:ext cx="1714200" cy="2924642"/>
            </a:xfrm>
            <a:custGeom>
              <a:avLst/>
              <a:gdLst>
                <a:gd name="connsiteX0" fmla="*/ 0 w 1714200"/>
                <a:gd name="connsiteY0" fmla="*/ 1557424 h 2924642"/>
                <a:gd name="connsiteX1" fmla="*/ 16288 w 1714200"/>
                <a:gd name="connsiteY1" fmla="*/ 1557424 h 2924642"/>
                <a:gd name="connsiteX2" fmla="*/ 658463 w 1714200"/>
                <a:gd name="connsiteY2" fmla="*/ 1557424 h 2924642"/>
                <a:gd name="connsiteX3" fmla="*/ 1153477 w 1714200"/>
                <a:gd name="connsiteY3" fmla="*/ 1142229 h 2924642"/>
                <a:gd name="connsiteX4" fmla="*/ 750475 w 1714200"/>
                <a:gd name="connsiteY4" fmla="*/ 562538 h 2924642"/>
                <a:gd name="connsiteX5" fmla="*/ 653129 w 1714200"/>
                <a:gd name="connsiteY5" fmla="*/ 553775 h 2924642"/>
                <a:gd name="connsiteX6" fmla="*/ 292703 w 1714200"/>
                <a:gd name="connsiteY6" fmla="*/ 553394 h 2924642"/>
                <a:gd name="connsiteX7" fmla="*/ 277273 w 1714200"/>
                <a:gd name="connsiteY7" fmla="*/ 553394 h 2924642"/>
                <a:gd name="connsiteX8" fmla="*/ 277273 w 1714200"/>
                <a:gd name="connsiteY8" fmla="*/ 944 h 2924642"/>
                <a:gd name="connsiteX9" fmla="*/ 289655 w 1714200"/>
                <a:gd name="connsiteY9" fmla="*/ 372 h 2924642"/>
                <a:gd name="connsiteX10" fmla="*/ 658082 w 1714200"/>
                <a:gd name="connsiteY10" fmla="*/ 563 h 2924642"/>
                <a:gd name="connsiteX11" fmla="*/ 1383221 w 1714200"/>
                <a:gd name="connsiteY11" fmla="*/ 288694 h 2924642"/>
                <a:gd name="connsiteX12" fmla="*/ 1691164 w 1714200"/>
                <a:gd name="connsiteY12" fmla="*/ 835810 h 2924642"/>
                <a:gd name="connsiteX13" fmla="*/ 1712690 w 1714200"/>
                <a:gd name="connsiteY13" fmla="*/ 1107558 h 2924642"/>
                <a:gd name="connsiteX14" fmla="*/ 1424749 w 1714200"/>
                <a:gd name="connsiteY14" fmla="*/ 1780690 h 2924642"/>
                <a:gd name="connsiteX15" fmla="*/ 847915 w 1714200"/>
                <a:gd name="connsiteY15" fmla="*/ 2093205 h 2924642"/>
                <a:gd name="connsiteX16" fmla="*/ 631317 w 1714200"/>
                <a:gd name="connsiteY16" fmla="*/ 2109493 h 2924642"/>
                <a:gd name="connsiteX17" fmla="*/ 562927 w 1714200"/>
                <a:gd name="connsiteY17" fmla="*/ 2109302 h 2924642"/>
                <a:gd name="connsiteX18" fmla="*/ 552545 w 1714200"/>
                <a:gd name="connsiteY18" fmla="*/ 2119780 h 2924642"/>
                <a:gd name="connsiteX19" fmla="*/ 552545 w 1714200"/>
                <a:gd name="connsiteY19" fmla="*/ 2128924 h 2924642"/>
                <a:gd name="connsiteX20" fmla="*/ 552545 w 1714200"/>
                <a:gd name="connsiteY20" fmla="*/ 2907783 h 2924642"/>
                <a:gd name="connsiteX21" fmla="*/ 552545 w 1714200"/>
                <a:gd name="connsiteY21" fmla="*/ 2924642 h 2924642"/>
                <a:gd name="connsiteX22" fmla="*/ 95 w 1714200"/>
                <a:gd name="connsiteY22" fmla="*/ 2924642 h 2924642"/>
                <a:gd name="connsiteX23" fmla="*/ 95 w 1714200"/>
                <a:gd name="connsiteY23" fmla="*/ 1557424 h 292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14200" h="2924642">
                  <a:moveTo>
                    <a:pt x="0" y="1557424"/>
                  </a:moveTo>
                  <a:cubicBezTo>
                    <a:pt x="6477" y="1557424"/>
                    <a:pt x="11335" y="1557424"/>
                    <a:pt x="16288" y="1557424"/>
                  </a:cubicBezTo>
                  <a:cubicBezTo>
                    <a:pt x="230314" y="1557424"/>
                    <a:pt x="444341" y="1557424"/>
                    <a:pt x="658463" y="1557424"/>
                  </a:cubicBezTo>
                  <a:cubicBezTo>
                    <a:pt x="901922" y="1557424"/>
                    <a:pt x="1110901" y="1382069"/>
                    <a:pt x="1153477" y="1142229"/>
                  </a:cubicBezTo>
                  <a:cubicBezTo>
                    <a:pt x="1201388" y="872005"/>
                    <a:pt x="1019461" y="609782"/>
                    <a:pt x="750475" y="562538"/>
                  </a:cubicBezTo>
                  <a:cubicBezTo>
                    <a:pt x="718471" y="556918"/>
                    <a:pt x="685609" y="554060"/>
                    <a:pt x="653129" y="553775"/>
                  </a:cubicBezTo>
                  <a:cubicBezTo>
                    <a:pt x="533019" y="552727"/>
                    <a:pt x="412813" y="553394"/>
                    <a:pt x="292703" y="553394"/>
                  </a:cubicBezTo>
                  <a:lnTo>
                    <a:pt x="277273" y="553394"/>
                  </a:lnTo>
                  <a:lnTo>
                    <a:pt x="277273" y="944"/>
                  </a:lnTo>
                  <a:cubicBezTo>
                    <a:pt x="281559" y="753"/>
                    <a:pt x="285559" y="372"/>
                    <a:pt x="289655" y="372"/>
                  </a:cubicBezTo>
                  <a:cubicBezTo>
                    <a:pt x="412432" y="372"/>
                    <a:pt x="535305" y="-580"/>
                    <a:pt x="658082" y="563"/>
                  </a:cubicBezTo>
                  <a:cubicBezTo>
                    <a:pt x="936784" y="3134"/>
                    <a:pt x="1179862" y="97527"/>
                    <a:pt x="1383221" y="288694"/>
                  </a:cubicBezTo>
                  <a:cubicBezTo>
                    <a:pt x="1542669" y="438522"/>
                    <a:pt x="1645348" y="621402"/>
                    <a:pt x="1691164" y="835810"/>
                  </a:cubicBezTo>
                  <a:cubicBezTo>
                    <a:pt x="1710404" y="925440"/>
                    <a:pt x="1717643" y="1016213"/>
                    <a:pt x="1712690" y="1107558"/>
                  </a:cubicBezTo>
                  <a:cubicBezTo>
                    <a:pt x="1698593" y="1366733"/>
                    <a:pt x="1603248" y="1592095"/>
                    <a:pt x="1424749" y="1780690"/>
                  </a:cubicBezTo>
                  <a:cubicBezTo>
                    <a:pt x="1266920" y="1947473"/>
                    <a:pt x="1074134" y="2051676"/>
                    <a:pt x="847915" y="2093205"/>
                  </a:cubicBezTo>
                  <a:cubicBezTo>
                    <a:pt x="776288" y="2106350"/>
                    <a:pt x="703993" y="2110731"/>
                    <a:pt x="631317" y="2109493"/>
                  </a:cubicBezTo>
                  <a:cubicBezTo>
                    <a:pt x="608552" y="2109112"/>
                    <a:pt x="585692" y="2109683"/>
                    <a:pt x="562927" y="2109302"/>
                  </a:cubicBezTo>
                  <a:cubicBezTo>
                    <a:pt x="555022" y="2109207"/>
                    <a:pt x="551593" y="2111684"/>
                    <a:pt x="552545" y="2119780"/>
                  </a:cubicBezTo>
                  <a:cubicBezTo>
                    <a:pt x="552926" y="2122733"/>
                    <a:pt x="552545" y="2125876"/>
                    <a:pt x="552545" y="2128924"/>
                  </a:cubicBezTo>
                  <a:cubicBezTo>
                    <a:pt x="552545" y="2388575"/>
                    <a:pt x="552545" y="2648132"/>
                    <a:pt x="552545" y="2907783"/>
                  </a:cubicBezTo>
                  <a:cubicBezTo>
                    <a:pt x="552545" y="2913117"/>
                    <a:pt x="552545" y="2918356"/>
                    <a:pt x="552545" y="2924642"/>
                  </a:cubicBezTo>
                  <a:lnTo>
                    <a:pt x="95" y="2924642"/>
                  </a:lnTo>
                  <a:lnTo>
                    <a:pt x="95" y="15574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11" name="Freeform: Shape 5">
              <a:extLst>
                <a:ext uri="{FF2B5EF4-FFF2-40B4-BE49-F238E27FC236}">
                  <a16:creationId xmlns:a16="http://schemas.microsoft.com/office/drawing/2014/main" id="{B26CC4F3-7C5C-7935-65AF-FAC41CFFA5CA}"/>
                </a:ext>
              </a:extLst>
            </p:cNvPr>
            <p:cNvSpPr/>
            <p:nvPr/>
          </p:nvSpPr>
          <p:spPr>
            <a:xfrm>
              <a:off x="3414712" y="1223962"/>
              <a:ext cx="1713050" cy="2923604"/>
            </a:xfrm>
            <a:custGeom>
              <a:avLst/>
              <a:gdLst>
                <a:gd name="connsiteX0" fmla="*/ 276320 w 1713050"/>
                <a:gd name="connsiteY0" fmla="*/ 2923413 h 2923604"/>
                <a:gd name="connsiteX1" fmla="*/ 276320 w 1713050"/>
                <a:gd name="connsiteY1" fmla="*/ 2371439 h 2923604"/>
                <a:gd name="connsiteX2" fmla="*/ 291179 w 1713050"/>
                <a:gd name="connsiteY2" fmla="*/ 2371439 h 2923604"/>
                <a:gd name="connsiteX3" fmla="*/ 657320 w 1713050"/>
                <a:gd name="connsiteY3" fmla="*/ 2371439 h 2923604"/>
                <a:gd name="connsiteX4" fmla="*/ 1151192 w 1713050"/>
                <a:gd name="connsiteY4" fmla="*/ 1966817 h 2923604"/>
                <a:gd name="connsiteX5" fmla="*/ 749237 w 1713050"/>
                <a:gd name="connsiteY5" fmla="*/ 1376458 h 2923604"/>
                <a:gd name="connsiteX6" fmla="*/ 654177 w 1713050"/>
                <a:gd name="connsiteY6" fmla="*/ 1367790 h 2923604"/>
                <a:gd name="connsiteX7" fmla="*/ 15431 w 1713050"/>
                <a:gd name="connsiteY7" fmla="*/ 1367409 h 2923604"/>
                <a:gd name="connsiteX8" fmla="*/ 0 w 1713050"/>
                <a:gd name="connsiteY8" fmla="*/ 1367409 h 2923604"/>
                <a:gd name="connsiteX9" fmla="*/ 0 w 1713050"/>
                <a:gd name="connsiteY9" fmla="*/ 0 h 2923604"/>
                <a:gd name="connsiteX10" fmla="*/ 551021 w 1713050"/>
                <a:gd name="connsiteY10" fmla="*/ 0 h 2923604"/>
                <a:gd name="connsiteX11" fmla="*/ 551688 w 1713050"/>
                <a:gd name="connsiteY11" fmla="*/ 15431 h 2923604"/>
                <a:gd name="connsiteX12" fmla="*/ 551688 w 1713050"/>
                <a:gd name="connsiteY12" fmla="*/ 794290 h 2923604"/>
                <a:gd name="connsiteX13" fmla="*/ 551688 w 1713050"/>
                <a:gd name="connsiteY13" fmla="*/ 805720 h 2923604"/>
                <a:gd name="connsiteX14" fmla="*/ 560356 w 1713050"/>
                <a:gd name="connsiteY14" fmla="*/ 814388 h 2923604"/>
                <a:gd name="connsiteX15" fmla="*/ 605981 w 1713050"/>
                <a:gd name="connsiteY15" fmla="*/ 814388 h 2923604"/>
                <a:gd name="connsiteX16" fmla="*/ 803815 w 1713050"/>
                <a:gd name="connsiteY16" fmla="*/ 824675 h 2923604"/>
                <a:gd name="connsiteX17" fmla="*/ 1114425 w 1713050"/>
                <a:gd name="connsiteY17" fmla="*/ 917638 h 2923604"/>
                <a:gd name="connsiteX18" fmla="*/ 1411224 w 1713050"/>
                <a:gd name="connsiteY18" fmla="*/ 1130332 h 2923604"/>
                <a:gd name="connsiteX19" fmla="*/ 1696307 w 1713050"/>
                <a:gd name="connsiteY19" fmla="*/ 1682306 h 2923604"/>
                <a:gd name="connsiteX20" fmla="*/ 1429322 w 1713050"/>
                <a:gd name="connsiteY20" fmla="*/ 2588800 h 2923604"/>
                <a:gd name="connsiteX21" fmla="*/ 866204 w 1713050"/>
                <a:gd name="connsiteY21" fmla="*/ 2903887 h 2923604"/>
                <a:gd name="connsiteX22" fmla="*/ 670465 w 1713050"/>
                <a:gd name="connsiteY22" fmla="*/ 2923604 h 2923604"/>
                <a:gd name="connsiteX23" fmla="*/ 291751 w 1713050"/>
                <a:gd name="connsiteY23" fmla="*/ 2923604 h 2923604"/>
                <a:gd name="connsiteX24" fmla="*/ 276416 w 1713050"/>
                <a:gd name="connsiteY24" fmla="*/ 2923604 h 2923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13050" h="2923604">
                  <a:moveTo>
                    <a:pt x="276320" y="2923413"/>
                  </a:moveTo>
                  <a:lnTo>
                    <a:pt x="276320" y="2371439"/>
                  </a:lnTo>
                  <a:lnTo>
                    <a:pt x="291179" y="2371439"/>
                  </a:lnTo>
                  <a:cubicBezTo>
                    <a:pt x="413195" y="2371439"/>
                    <a:pt x="535305" y="2371439"/>
                    <a:pt x="657320" y="2371439"/>
                  </a:cubicBezTo>
                  <a:cubicBezTo>
                    <a:pt x="897065" y="2371439"/>
                    <a:pt x="1104233" y="2201704"/>
                    <a:pt x="1151192" y="1966817"/>
                  </a:cubicBezTo>
                  <a:cubicBezTo>
                    <a:pt x="1205770" y="1693736"/>
                    <a:pt x="1023557" y="1425607"/>
                    <a:pt x="749237" y="1376458"/>
                  </a:cubicBezTo>
                  <a:cubicBezTo>
                    <a:pt x="717995" y="1370838"/>
                    <a:pt x="685895" y="1367885"/>
                    <a:pt x="654177" y="1367790"/>
                  </a:cubicBezTo>
                  <a:cubicBezTo>
                    <a:pt x="441293" y="1367028"/>
                    <a:pt x="228314" y="1367409"/>
                    <a:pt x="15431" y="1367409"/>
                  </a:cubicBezTo>
                  <a:lnTo>
                    <a:pt x="0" y="1367409"/>
                  </a:lnTo>
                  <a:lnTo>
                    <a:pt x="0" y="0"/>
                  </a:lnTo>
                  <a:lnTo>
                    <a:pt x="551021" y="0"/>
                  </a:lnTo>
                  <a:cubicBezTo>
                    <a:pt x="551212" y="5144"/>
                    <a:pt x="551688" y="10287"/>
                    <a:pt x="551688" y="15431"/>
                  </a:cubicBezTo>
                  <a:cubicBezTo>
                    <a:pt x="551688" y="275082"/>
                    <a:pt x="551688" y="534734"/>
                    <a:pt x="551688" y="794290"/>
                  </a:cubicBezTo>
                  <a:cubicBezTo>
                    <a:pt x="551688" y="798100"/>
                    <a:pt x="551974" y="801910"/>
                    <a:pt x="551688" y="805720"/>
                  </a:cubicBezTo>
                  <a:cubicBezTo>
                    <a:pt x="551212" y="812102"/>
                    <a:pt x="553974" y="814483"/>
                    <a:pt x="560356" y="814388"/>
                  </a:cubicBezTo>
                  <a:cubicBezTo>
                    <a:pt x="575596" y="814102"/>
                    <a:pt x="590741" y="814388"/>
                    <a:pt x="605981" y="814388"/>
                  </a:cubicBezTo>
                  <a:cubicBezTo>
                    <a:pt x="672084" y="814388"/>
                    <a:pt x="738092" y="815626"/>
                    <a:pt x="803815" y="824675"/>
                  </a:cubicBezTo>
                  <a:cubicBezTo>
                    <a:pt x="912209" y="839629"/>
                    <a:pt x="1015746" y="870395"/>
                    <a:pt x="1114425" y="917638"/>
                  </a:cubicBezTo>
                  <a:cubicBezTo>
                    <a:pt x="1225868" y="970979"/>
                    <a:pt x="1325023" y="1041940"/>
                    <a:pt x="1411224" y="1130332"/>
                  </a:cubicBezTo>
                  <a:cubicBezTo>
                    <a:pt x="1562291" y="1285208"/>
                    <a:pt x="1660970" y="1468469"/>
                    <a:pt x="1696307" y="1682306"/>
                  </a:cubicBezTo>
                  <a:cubicBezTo>
                    <a:pt x="1753076" y="2026539"/>
                    <a:pt x="1665827" y="2330863"/>
                    <a:pt x="1429322" y="2588800"/>
                  </a:cubicBezTo>
                  <a:cubicBezTo>
                    <a:pt x="1276826" y="2755106"/>
                    <a:pt x="1087279" y="2858738"/>
                    <a:pt x="866204" y="2903887"/>
                  </a:cubicBezTo>
                  <a:cubicBezTo>
                    <a:pt x="801719" y="2917031"/>
                    <a:pt x="736378" y="2923699"/>
                    <a:pt x="670465" y="2923604"/>
                  </a:cubicBezTo>
                  <a:cubicBezTo>
                    <a:pt x="544259" y="2923413"/>
                    <a:pt x="418052" y="2923604"/>
                    <a:pt x="291751" y="2923604"/>
                  </a:cubicBezTo>
                  <a:lnTo>
                    <a:pt x="276416" y="292360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12" name="Freeform: Shape 6">
              <a:extLst>
                <a:ext uri="{FF2B5EF4-FFF2-40B4-BE49-F238E27FC236}">
                  <a16:creationId xmlns:a16="http://schemas.microsoft.com/office/drawing/2014/main" id="{538621FB-DCB5-3B51-571F-62B3E7B82923}"/>
                </a:ext>
              </a:extLst>
            </p:cNvPr>
            <p:cNvSpPr/>
            <p:nvPr/>
          </p:nvSpPr>
          <p:spPr>
            <a:xfrm>
              <a:off x="5430204" y="2035874"/>
              <a:ext cx="551783" cy="2105311"/>
            </a:xfrm>
            <a:custGeom>
              <a:avLst/>
              <a:gdLst>
                <a:gd name="connsiteX0" fmla="*/ 551783 w 551783"/>
                <a:gd name="connsiteY0" fmla="*/ 0 h 2105310"/>
                <a:gd name="connsiteX1" fmla="*/ 551783 w 551783"/>
                <a:gd name="connsiteY1" fmla="*/ 2105311 h 2105310"/>
                <a:gd name="connsiteX2" fmla="*/ 0 w 551783"/>
                <a:gd name="connsiteY2" fmla="*/ 2105311 h 2105310"/>
                <a:gd name="connsiteX3" fmla="*/ 0 w 551783"/>
                <a:gd name="connsiteY3" fmla="*/ 0 h 2105310"/>
                <a:gd name="connsiteX4" fmla="*/ 551783 w 551783"/>
                <a:gd name="connsiteY4" fmla="*/ 0 h 210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1783" h="2105310">
                  <a:moveTo>
                    <a:pt x="551783" y="0"/>
                  </a:moveTo>
                  <a:lnTo>
                    <a:pt x="551783" y="2105311"/>
                  </a:lnTo>
                  <a:lnTo>
                    <a:pt x="0" y="2105311"/>
                  </a:lnTo>
                  <a:lnTo>
                    <a:pt x="0" y="0"/>
                  </a:lnTo>
                  <a:lnTo>
                    <a:pt x="5517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13" name="Freeform: Shape 9">
              <a:extLst>
                <a:ext uri="{FF2B5EF4-FFF2-40B4-BE49-F238E27FC236}">
                  <a16:creationId xmlns:a16="http://schemas.microsoft.com/office/drawing/2014/main" id="{A4EC981F-AA4D-2927-4433-731C96D62810}"/>
                </a:ext>
              </a:extLst>
            </p:cNvPr>
            <p:cNvSpPr/>
            <p:nvPr/>
          </p:nvSpPr>
          <p:spPr>
            <a:xfrm>
              <a:off x="8225979" y="3593115"/>
              <a:ext cx="550735" cy="548068"/>
            </a:xfrm>
            <a:custGeom>
              <a:avLst/>
              <a:gdLst>
                <a:gd name="connsiteX0" fmla="*/ 0 w 550735"/>
                <a:gd name="connsiteY0" fmla="*/ 0 h 548068"/>
                <a:gd name="connsiteX1" fmla="*/ 550736 w 550735"/>
                <a:gd name="connsiteY1" fmla="*/ 0 h 548068"/>
                <a:gd name="connsiteX2" fmla="*/ 550736 w 550735"/>
                <a:gd name="connsiteY2" fmla="*/ 548068 h 548068"/>
                <a:gd name="connsiteX3" fmla="*/ 0 w 550735"/>
                <a:gd name="connsiteY3" fmla="*/ 548068 h 548068"/>
                <a:gd name="connsiteX4" fmla="*/ 0 w 550735"/>
                <a:gd name="connsiteY4" fmla="*/ 0 h 548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0735" h="548068">
                  <a:moveTo>
                    <a:pt x="0" y="0"/>
                  </a:moveTo>
                  <a:lnTo>
                    <a:pt x="550736" y="0"/>
                  </a:lnTo>
                  <a:lnTo>
                    <a:pt x="550736" y="548068"/>
                  </a:lnTo>
                  <a:lnTo>
                    <a:pt x="0" y="54806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</p:grpSp>
      <p:sp>
        <p:nvSpPr>
          <p:cNvPr id="2" name="CaixaDeTexto 10">
            <a:extLst>
              <a:ext uri="{FF2B5EF4-FFF2-40B4-BE49-F238E27FC236}">
                <a16:creationId xmlns:a16="http://schemas.microsoft.com/office/drawing/2014/main" id="{33FDDD89-905C-F346-3F24-071556D9DB5F}"/>
              </a:ext>
            </a:extLst>
          </p:cNvPr>
          <p:cNvSpPr txBox="1"/>
          <p:nvPr userDrawn="1"/>
        </p:nvSpPr>
        <p:spPr>
          <a:xfrm>
            <a:off x="238008" y="4045452"/>
            <a:ext cx="4914156" cy="246221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Work Sans SemiBold" pitchFamily="2" charset="0"/>
              </a:rPr>
              <a:t>Get in touch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96E828DB-2F5E-3B4E-B979-49E4620CB2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1572" y="5061193"/>
            <a:ext cx="3913187" cy="447174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Work Sans Light" pitchFamily="2" charset="0"/>
              </a:defRPr>
            </a:lvl1pPr>
            <a:lvl5pPr>
              <a:defRPr/>
            </a:lvl5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F64BB6D8-5F4D-E08C-1F55-8855FC62AC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572" y="5655010"/>
            <a:ext cx="3913187" cy="428010"/>
          </a:xfrm>
        </p:spPr>
        <p:txBody>
          <a:bodyPr/>
          <a:lstStyle>
            <a:lvl1pPr>
              <a:spcAft>
                <a:spcPts val="0"/>
              </a:spcAft>
              <a:defRPr sz="1200">
                <a:solidFill>
                  <a:schemeClr val="bg1"/>
                </a:solidFill>
                <a:latin typeface="Work Sans" pitchFamily="2" charset="0"/>
              </a:defRPr>
            </a:lvl1pPr>
            <a:lvl5pPr>
              <a:defRPr/>
            </a:lvl5pPr>
          </a:lstStyle>
          <a:p>
            <a:pPr lvl="0"/>
            <a:r>
              <a:rPr lang="en-GB" dirty="0"/>
              <a:t>+ 00 000 000-000</a:t>
            </a:r>
          </a:p>
          <a:p>
            <a:pPr lvl="0"/>
            <a:r>
              <a:rPr lang="en-GB" dirty="0"/>
              <a:t>name.surname@bip-group.com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F1DD7475-F819-C89C-47B8-30F9680778D5}"/>
              </a:ext>
            </a:extLst>
          </p:cNvPr>
          <p:cNvSpPr txBox="1"/>
          <p:nvPr userDrawn="1"/>
        </p:nvSpPr>
        <p:spPr>
          <a:xfrm>
            <a:off x="288351" y="6436057"/>
            <a:ext cx="1098003" cy="193548"/>
          </a:xfrm>
          <a:prstGeom prst="rect">
            <a:avLst/>
          </a:prstGeom>
          <a:ln>
            <a:noFill/>
          </a:ln>
        </p:spPr>
        <p:txBody>
          <a:bodyPr wrap="square" lIns="0" tIns="0" rIns="0" bIns="18000" rtlCol="0" anchor="t">
            <a:spAutoFit/>
          </a:bodyPr>
          <a:lstStyle/>
          <a:p>
            <a:pPr>
              <a:lnSpc>
                <a:spcPts val="1493"/>
              </a:lnSpc>
              <a:spcBef>
                <a:spcPct val="0"/>
              </a:spcBef>
            </a:pPr>
            <a:r>
              <a:rPr lang="en-US" sz="1000" dirty="0">
                <a:solidFill>
                  <a:schemeClr val="bg1"/>
                </a:solidFill>
                <a:latin typeface="Work Sans" pitchFamily="2" charset="0"/>
              </a:rPr>
              <a:t>bip-group.com</a:t>
            </a:r>
            <a:endParaRPr lang="it-IT" dirty="0">
              <a:solidFill>
                <a:schemeClr val="bg1"/>
              </a:solidFill>
              <a:latin typeface="Work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44596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B] Pattern-Personalized Message"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white and blue geometric pattern&#10;&#10;Description automatically generated">
            <a:extLst>
              <a:ext uri="{FF2B5EF4-FFF2-40B4-BE49-F238E27FC236}">
                <a16:creationId xmlns:a16="http://schemas.microsoft.com/office/drawing/2014/main" id="{5F767649-99D7-7A29-8280-692BD3C3E7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934"/>
          <a:stretch/>
        </p:blipFill>
        <p:spPr>
          <a:xfrm>
            <a:off x="0" y="0"/>
            <a:ext cx="12192000" cy="3778349"/>
          </a:xfrm>
          <a:prstGeom prst="rect">
            <a:avLst/>
          </a:prstGeom>
        </p:spPr>
      </p:pic>
      <p:grpSp>
        <p:nvGrpSpPr>
          <p:cNvPr id="8" name="Graphic 6">
            <a:extLst>
              <a:ext uri="{FF2B5EF4-FFF2-40B4-BE49-F238E27FC236}">
                <a16:creationId xmlns:a16="http://schemas.microsoft.com/office/drawing/2014/main" id="{E3207FAF-21D2-0269-F047-80C5BE740B28}"/>
              </a:ext>
            </a:extLst>
          </p:cNvPr>
          <p:cNvGrpSpPr/>
          <p:nvPr userDrawn="1"/>
        </p:nvGrpSpPr>
        <p:grpSpPr>
          <a:xfrm>
            <a:off x="9676435" y="4804999"/>
            <a:ext cx="2261053" cy="1576482"/>
            <a:chOff x="3414712" y="1223962"/>
            <a:chExt cx="5362002" cy="3738562"/>
          </a:xfrm>
          <a:solidFill>
            <a:srgbClr val="DA291C"/>
          </a:solidFill>
        </p:grpSpPr>
        <p:sp>
          <p:nvSpPr>
            <p:cNvPr id="10" name="Freeform: Shape 3">
              <a:extLst>
                <a:ext uri="{FF2B5EF4-FFF2-40B4-BE49-F238E27FC236}">
                  <a16:creationId xmlns:a16="http://schemas.microsoft.com/office/drawing/2014/main" id="{74B920F4-4EC8-3F69-8CE8-67D1A7E2628E}"/>
                </a:ext>
              </a:extLst>
            </p:cNvPr>
            <p:cNvSpPr/>
            <p:nvPr/>
          </p:nvSpPr>
          <p:spPr>
            <a:xfrm>
              <a:off x="6326790" y="2037882"/>
              <a:ext cx="1714200" cy="2924642"/>
            </a:xfrm>
            <a:custGeom>
              <a:avLst/>
              <a:gdLst>
                <a:gd name="connsiteX0" fmla="*/ 0 w 1714200"/>
                <a:gd name="connsiteY0" fmla="*/ 1557424 h 2924642"/>
                <a:gd name="connsiteX1" fmla="*/ 16288 w 1714200"/>
                <a:gd name="connsiteY1" fmla="*/ 1557424 h 2924642"/>
                <a:gd name="connsiteX2" fmla="*/ 658463 w 1714200"/>
                <a:gd name="connsiteY2" fmla="*/ 1557424 h 2924642"/>
                <a:gd name="connsiteX3" fmla="*/ 1153477 w 1714200"/>
                <a:gd name="connsiteY3" fmla="*/ 1142229 h 2924642"/>
                <a:gd name="connsiteX4" fmla="*/ 750475 w 1714200"/>
                <a:gd name="connsiteY4" fmla="*/ 562538 h 2924642"/>
                <a:gd name="connsiteX5" fmla="*/ 653129 w 1714200"/>
                <a:gd name="connsiteY5" fmla="*/ 553775 h 2924642"/>
                <a:gd name="connsiteX6" fmla="*/ 292703 w 1714200"/>
                <a:gd name="connsiteY6" fmla="*/ 553394 h 2924642"/>
                <a:gd name="connsiteX7" fmla="*/ 277273 w 1714200"/>
                <a:gd name="connsiteY7" fmla="*/ 553394 h 2924642"/>
                <a:gd name="connsiteX8" fmla="*/ 277273 w 1714200"/>
                <a:gd name="connsiteY8" fmla="*/ 944 h 2924642"/>
                <a:gd name="connsiteX9" fmla="*/ 289655 w 1714200"/>
                <a:gd name="connsiteY9" fmla="*/ 372 h 2924642"/>
                <a:gd name="connsiteX10" fmla="*/ 658082 w 1714200"/>
                <a:gd name="connsiteY10" fmla="*/ 563 h 2924642"/>
                <a:gd name="connsiteX11" fmla="*/ 1383221 w 1714200"/>
                <a:gd name="connsiteY11" fmla="*/ 288694 h 2924642"/>
                <a:gd name="connsiteX12" fmla="*/ 1691164 w 1714200"/>
                <a:gd name="connsiteY12" fmla="*/ 835810 h 2924642"/>
                <a:gd name="connsiteX13" fmla="*/ 1712690 w 1714200"/>
                <a:gd name="connsiteY13" fmla="*/ 1107558 h 2924642"/>
                <a:gd name="connsiteX14" fmla="*/ 1424749 w 1714200"/>
                <a:gd name="connsiteY14" fmla="*/ 1780690 h 2924642"/>
                <a:gd name="connsiteX15" fmla="*/ 847915 w 1714200"/>
                <a:gd name="connsiteY15" fmla="*/ 2093205 h 2924642"/>
                <a:gd name="connsiteX16" fmla="*/ 631317 w 1714200"/>
                <a:gd name="connsiteY16" fmla="*/ 2109493 h 2924642"/>
                <a:gd name="connsiteX17" fmla="*/ 562927 w 1714200"/>
                <a:gd name="connsiteY17" fmla="*/ 2109302 h 2924642"/>
                <a:gd name="connsiteX18" fmla="*/ 552545 w 1714200"/>
                <a:gd name="connsiteY18" fmla="*/ 2119780 h 2924642"/>
                <a:gd name="connsiteX19" fmla="*/ 552545 w 1714200"/>
                <a:gd name="connsiteY19" fmla="*/ 2128924 h 2924642"/>
                <a:gd name="connsiteX20" fmla="*/ 552545 w 1714200"/>
                <a:gd name="connsiteY20" fmla="*/ 2907783 h 2924642"/>
                <a:gd name="connsiteX21" fmla="*/ 552545 w 1714200"/>
                <a:gd name="connsiteY21" fmla="*/ 2924642 h 2924642"/>
                <a:gd name="connsiteX22" fmla="*/ 95 w 1714200"/>
                <a:gd name="connsiteY22" fmla="*/ 2924642 h 2924642"/>
                <a:gd name="connsiteX23" fmla="*/ 95 w 1714200"/>
                <a:gd name="connsiteY23" fmla="*/ 1557424 h 292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14200" h="2924642">
                  <a:moveTo>
                    <a:pt x="0" y="1557424"/>
                  </a:moveTo>
                  <a:cubicBezTo>
                    <a:pt x="6477" y="1557424"/>
                    <a:pt x="11335" y="1557424"/>
                    <a:pt x="16288" y="1557424"/>
                  </a:cubicBezTo>
                  <a:cubicBezTo>
                    <a:pt x="230314" y="1557424"/>
                    <a:pt x="444341" y="1557424"/>
                    <a:pt x="658463" y="1557424"/>
                  </a:cubicBezTo>
                  <a:cubicBezTo>
                    <a:pt x="901922" y="1557424"/>
                    <a:pt x="1110901" y="1382069"/>
                    <a:pt x="1153477" y="1142229"/>
                  </a:cubicBezTo>
                  <a:cubicBezTo>
                    <a:pt x="1201388" y="872005"/>
                    <a:pt x="1019461" y="609782"/>
                    <a:pt x="750475" y="562538"/>
                  </a:cubicBezTo>
                  <a:cubicBezTo>
                    <a:pt x="718471" y="556918"/>
                    <a:pt x="685609" y="554060"/>
                    <a:pt x="653129" y="553775"/>
                  </a:cubicBezTo>
                  <a:cubicBezTo>
                    <a:pt x="533019" y="552727"/>
                    <a:pt x="412813" y="553394"/>
                    <a:pt x="292703" y="553394"/>
                  </a:cubicBezTo>
                  <a:lnTo>
                    <a:pt x="277273" y="553394"/>
                  </a:lnTo>
                  <a:lnTo>
                    <a:pt x="277273" y="944"/>
                  </a:lnTo>
                  <a:cubicBezTo>
                    <a:pt x="281559" y="753"/>
                    <a:pt x="285559" y="372"/>
                    <a:pt x="289655" y="372"/>
                  </a:cubicBezTo>
                  <a:cubicBezTo>
                    <a:pt x="412432" y="372"/>
                    <a:pt x="535305" y="-580"/>
                    <a:pt x="658082" y="563"/>
                  </a:cubicBezTo>
                  <a:cubicBezTo>
                    <a:pt x="936784" y="3134"/>
                    <a:pt x="1179862" y="97527"/>
                    <a:pt x="1383221" y="288694"/>
                  </a:cubicBezTo>
                  <a:cubicBezTo>
                    <a:pt x="1542669" y="438522"/>
                    <a:pt x="1645348" y="621402"/>
                    <a:pt x="1691164" y="835810"/>
                  </a:cubicBezTo>
                  <a:cubicBezTo>
                    <a:pt x="1710404" y="925440"/>
                    <a:pt x="1717643" y="1016213"/>
                    <a:pt x="1712690" y="1107558"/>
                  </a:cubicBezTo>
                  <a:cubicBezTo>
                    <a:pt x="1698593" y="1366733"/>
                    <a:pt x="1603248" y="1592095"/>
                    <a:pt x="1424749" y="1780690"/>
                  </a:cubicBezTo>
                  <a:cubicBezTo>
                    <a:pt x="1266920" y="1947473"/>
                    <a:pt x="1074134" y="2051676"/>
                    <a:pt x="847915" y="2093205"/>
                  </a:cubicBezTo>
                  <a:cubicBezTo>
                    <a:pt x="776288" y="2106350"/>
                    <a:pt x="703993" y="2110731"/>
                    <a:pt x="631317" y="2109493"/>
                  </a:cubicBezTo>
                  <a:cubicBezTo>
                    <a:pt x="608552" y="2109112"/>
                    <a:pt x="585692" y="2109683"/>
                    <a:pt x="562927" y="2109302"/>
                  </a:cubicBezTo>
                  <a:cubicBezTo>
                    <a:pt x="555022" y="2109207"/>
                    <a:pt x="551593" y="2111684"/>
                    <a:pt x="552545" y="2119780"/>
                  </a:cubicBezTo>
                  <a:cubicBezTo>
                    <a:pt x="552926" y="2122733"/>
                    <a:pt x="552545" y="2125876"/>
                    <a:pt x="552545" y="2128924"/>
                  </a:cubicBezTo>
                  <a:cubicBezTo>
                    <a:pt x="552545" y="2388575"/>
                    <a:pt x="552545" y="2648132"/>
                    <a:pt x="552545" y="2907783"/>
                  </a:cubicBezTo>
                  <a:cubicBezTo>
                    <a:pt x="552545" y="2913117"/>
                    <a:pt x="552545" y="2918356"/>
                    <a:pt x="552545" y="2924642"/>
                  </a:cubicBezTo>
                  <a:lnTo>
                    <a:pt x="95" y="2924642"/>
                  </a:lnTo>
                  <a:lnTo>
                    <a:pt x="95" y="15574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11" name="Freeform: Shape 5">
              <a:extLst>
                <a:ext uri="{FF2B5EF4-FFF2-40B4-BE49-F238E27FC236}">
                  <a16:creationId xmlns:a16="http://schemas.microsoft.com/office/drawing/2014/main" id="{B26CC4F3-7C5C-7935-65AF-FAC41CFFA5CA}"/>
                </a:ext>
              </a:extLst>
            </p:cNvPr>
            <p:cNvSpPr/>
            <p:nvPr/>
          </p:nvSpPr>
          <p:spPr>
            <a:xfrm>
              <a:off x="3414712" y="1223962"/>
              <a:ext cx="1713050" cy="2923604"/>
            </a:xfrm>
            <a:custGeom>
              <a:avLst/>
              <a:gdLst>
                <a:gd name="connsiteX0" fmla="*/ 276320 w 1713050"/>
                <a:gd name="connsiteY0" fmla="*/ 2923413 h 2923604"/>
                <a:gd name="connsiteX1" fmla="*/ 276320 w 1713050"/>
                <a:gd name="connsiteY1" fmla="*/ 2371439 h 2923604"/>
                <a:gd name="connsiteX2" fmla="*/ 291179 w 1713050"/>
                <a:gd name="connsiteY2" fmla="*/ 2371439 h 2923604"/>
                <a:gd name="connsiteX3" fmla="*/ 657320 w 1713050"/>
                <a:gd name="connsiteY3" fmla="*/ 2371439 h 2923604"/>
                <a:gd name="connsiteX4" fmla="*/ 1151192 w 1713050"/>
                <a:gd name="connsiteY4" fmla="*/ 1966817 h 2923604"/>
                <a:gd name="connsiteX5" fmla="*/ 749237 w 1713050"/>
                <a:gd name="connsiteY5" fmla="*/ 1376458 h 2923604"/>
                <a:gd name="connsiteX6" fmla="*/ 654177 w 1713050"/>
                <a:gd name="connsiteY6" fmla="*/ 1367790 h 2923604"/>
                <a:gd name="connsiteX7" fmla="*/ 15431 w 1713050"/>
                <a:gd name="connsiteY7" fmla="*/ 1367409 h 2923604"/>
                <a:gd name="connsiteX8" fmla="*/ 0 w 1713050"/>
                <a:gd name="connsiteY8" fmla="*/ 1367409 h 2923604"/>
                <a:gd name="connsiteX9" fmla="*/ 0 w 1713050"/>
                <a:gd name="connsiteY9" fmla="*/ 0 h 2923604"/>
                <a:gd name="connsiteX10" fmla="*/ 551021 w 1713050"/>
                <a:gd name="connsiteY10" fmla="*/ 0 h 2923604"/>
                <a:gd name="connsiteX11" fmla="*/ 551688 w 1713050"/>
                <a:gd name="connsiteY11" fmla="*/ 15431 h 2923604"/>
                <a:gd name="connsiteX12" fmla="*/ 551688 w 1713050"/>
                <a:gd name="connsiteY12" fmla="*/ 794290 h 2923604"/>
                <a:gd name="connsiteX13" fmla="*/ 551688 w 1713050"/>
                <a:gd name="connsiteY13" fmla="*/ 805720 h 2923604"/>
                <a:gd name="connsiteX14" fmla="*/ 560356 w 1713050"/>
                <a:gd name="connsiteY14" fmla="*/ 814388 h 2923604"/>
                <a:gd name="connsiteX15" fmla="*/ 605981 w 1713050"/>
                <a:gd name="connsiteY15" fmla="*/ 814388 h 2923604"/>
                <a:gd name="connsiteX16" fmla="*/ 803815 w 1713050"/>
                <a:gd name="connsiteY16" fmla="*/ 824675 h 2923604"/>
                <a:gd name="connsiteX17" fmla="*/ 1114425 w 1713050"/>
                <a:gd name="connsiteY17" fmla="*/ 917638 h 2923604"/>
                <a:gd name="connsiteX18" fmla="*/ 1411224 w 1713050"/>
                <a:gd name="connsiteY18" fmla="*/ 1130332 h 2923604"/>
                <a:gd name="connsiteX19" fmla="*/ 1696307 w 1713050"/>
                <a:gd name="connsiteY19" fmla="*/ 1682306 h 2923604"/>
                <a:gd name="connsiteX20" fmla="*/ 1429322 w 1713050"/>
                <a:gd name="connsiteY20" fmla="*/ 2588800 h 2923604"/>
                <a:gd name="connsiteX21" fmla="*/ 866204 w 1713050"/>
                <a:gd name="connsiteY21" fmla="*/ 2903887 h 2923604"/>
                <a:gd name="connsiteX22" fmla="*/ 670465 w 1713050"/>
                <a:gd name="connsiteY22" fmla="*/ 2923604 h 2923604"/>
                <a:gd name="connsiteX23" fmla="*/ 291751 w 1713050"/>
                <a:gd name="connsiteY23" fmla="*/ 2923604 h 2923604"/>
                <a:gd name="connsiteX24" fmla="*/ 276416 w 1713050"/>
                <a:gd name="connsiteY24" fmla="*/ 2923604 h 2923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13050" h="2923604">
                  <a:moveTo>
                    <a:pt x="276320" y="2923413"/>
                  </a:moveTo>
                  <a:lnTo>
                    <a:pt x="276320" y="2371439"/>
                  </a:lnTo>
                  <a:lnTo>
                    <a:pt x="291179" y="2371439"/>
                  </a:lnTo>
                  <a:cubicBezTo>
                    <a:pt x="413195" y="2371439"/>
                    <a:pt x="535305" y="2371439"/>
                    <a:pt x="657320" y="2371439"/>
                  </a:cubicBezTo>
                  <a:cubicBezTo>
                    <a:pt x="897065" y="2371439"/>
                    <a:pt x="1104233" y="2201704"/>
                    <a:pt x="1151192" y="1966817"/>
                  </a:cubicBezTo>
                  <a:cubicBezTo>
                    <a:pt x="1205770" y="1693736"/>
                    <a:pt x="1023557" y="1425607"/>
                    <a:pt x="749237" y="1376458"/>
                  </a:cubicBezTo>
                  <a:cubicBezTo>
                    <a:pt x="717995" y="1370838"/>
                    <a:pt x="685895" y="1367885"/>
                    <a:pt x="654177" y="1367790"/>
                  </a:cubicBezTo>
                  <a:cubicBezTo>
                    <a:pt x="441293" y="1367028"/>
                    <a:pt x="228314" y="1367409"/>
                    <a:pt x="15431" y="1367409"/>
                  </a:cubicBezTo>
                  <a:lnTo>
                    <a:pt x="0" y="1367409"/>
                  </a:lnTo>
                  <a:lnTo>
                    <a:pt x="0" y="0"/>
                  </a:lnTo>
                  <a:lnTo>
                    <a:pt x="551021" y="0"/>
                  </a:lnTo>
                  <a:cubicBezTo>
                    <a:pt x="551212" y="5144"/>
                    <a:pt x="551688" y="10287"/>
                    <a:pt x="551688" y="15431"/>
                  </a:cubicBezTo>
                  <a:cubicBezTo>
                    <a:pt x="551688" y="275082"/>
                    <a:pt x="551688" y="534734"/>
                    <a:pt x="551688" y="794290"/>
                  </a:cubicBezTo>
                  <a:cubicBezTo>
                    <a:pt x="551688" y="798100"/>
                    <a:pt x="551974" y="801910"/>
                    <a:pt x="551688" y="805720"/>
                  </a:cubicBezTo>
                  <a:cubicBezTo>
                    <a:pt x="551212" y="812102"/>
                    <a:pt x="553974" y="814483"/>
                    <a:pt x="560356" y="814388"/>
                  </a:cubicBezTo>
                  <a:cubicBezTo>
                    <a:pt x="575596" y="814102"/>
                    <a:pt x="590741" y="814388"/>
                    <a:pt x="605981" y="814388"/>
                  </a:cubicBezTo>
                  <a:cubicBezTo>
                    <a:pt x="672084" y="814388"/>
                    <a:pt x="738092" y="815626"/>
                    <a:pt x="803815" y="824675"/>
                  </a:cubicBezTo>
                  <a:cubicBezTo>
                    <a:pt x="912209" y="839629"/>
                    <a:pt x="1015746" y="870395"/>
                    <a:pt x="1114425" y="917638"/>
                  </a:cubicBezTo>
                  <a:cubicBezTo>
                    <a:pt x="1225868" y="970979"/>
                    <a:pt x="1325023" y="1041940"/>
                    <a:pt x="1411224" y="1130332"/>
                  </a:cubicBezTo>
                  <a:cubicBezTo>
                    <a:pt x="1562291" y="1285208"/>
                    <a:pt x="1660970" y="1468469"/>
                    <a:pt x="1696307" y="1682306"/>
                  </a:cubicBezTo>
                  <a:cubicBezTo>
                    <a:pt x="1753076" y="2026539"/>
                    <a:pt x="1665827" y="2330863"/>
                    <a:pt x="1429322" y="2588800"/>
                  </a:cubicBezTo>
                  <a:cubicBezTo>
                    <a:pt x="1276826" y="2755106"/>
                    <a:pt x="1087279" y="2858738"/>
                    <a:pt x="866204" y="2903887"/>
                  </a:cubicBezTo>
                  <a:cubicBezTo>
                    <a:pt x="801719" y="2917031"/>
                    <a:pt x="736378" y="2923699"/>
                    <a:pt x="670465" y="2923604"/>
                  </a:cubicBezTo>
                  <a:cubicBezTo>
                    <a:pt x="544259" y="2923413"/>
                    <a:pt x="418052" y="2923604"/>
                    <a:pt x="291751" y="2923604"/>
                  </a:cubicBezTo>
                  <a:lnTo>
                    <a:pt x="276416" y="292360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12" name="Freeform: Shape 6">
              <a:extLst>
                <a:ext uri="{FF2B5EF4-FFF2-40B4-BE49-F238E27FC236}">
                  <a16:creationId xmlns:a16="http://schemas.microsoft.com/office/drawing/2014/main" id="{538621FB-DCB5-3B51-571F-62B3E7B82923}"/>
                </a:ext>
              </a:extLst>
            </p:cNvPr>
            <p:cNvSpPr/>
            <p:nvPr/>
          </p:nvSpPr>
          <p:spPr>
            <a:xfrm>
              <a:off x="5430204" y="2035874"/>
              <a:ext cx="551783" cy="2105311"/>
            </a:xfrm>
            <a:custGeom>
              <a:avLst/>
              <a:gdLst>
                <a:gd name="connsiteX0" fmla="*/ 551783 w 551783"/>
                <a:gd name="connsiteY0" fmla="*/ 0 h 2105310"/>
                <a:gd name="connsiteX1" fmla="*/ 551783 w 551783"/>
                <a:gd name="connsiteY1" fmla="*/ 2105311 h 2105310"/>
                <a:gd name="connsiteX2" fmla="*/ 0 w 551783"/>
                <a:gd name="connsiteY2" fmla="*/ 2105311 h 2105310"/>
                <a:gd name="connsiteX3" fmla="*/ 0 w 551783"/>
                <a:gd name="connsiteY3" fmla="*/ 0 h 2105310"/>
                <a:gd name="connsiteX4" fmla="*/ 551783 w 551783"/>
                <a:gd name="connsiteY4" fmla="*/ 0 h 210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1783" h="2105310">
                  <a:moveTo>
                    <a:pt x="551783" y="0"/>
                  </a:moveTo>
                  <a:lnTo>
                    <a:pt x="551783" y="2105311"/>
                  </a:lnTo>
                  <a:lnTo>
                    <a:pt x="0" y="2105311"/>
                  </a:lnTo>
                  <a:lnTo>
                    <a:pt x="0" y="0"/>
                  </a:lnTo>
                  <a:lnTo>
                    <a:pt x="5517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13" name="Freeform: Shape 9">
              <a:extLst>
                <a:ext uri="{FF2B5EF4-FFF2-40B4-BE49-F238E27FC236}">
                  <a16:creationId xmlns:a16="http://schemas.microsoft.com/office/drawing/2014/main" id="{A4EC981F-AA4D-2927-4433-731C96D62810}"/>
                </a:ext>
              </a:extLst>
            </p:cNvPr>
            <p:cNvSpPr/>
            <p:nvPr/>
          </p:nvSpPr>
          <p:spPr>
            <a:xfrm>
              <a:off x="8225979" y="3593115"/>
              <a:ext cx="550735" cy="548068"/>
            </a:xfrm>
            <a:custGeom>
              <a:avLst/>
              <a:gdLst>
                <a:gd name="connsiteX0" fmla="*/ 0 w 550735"/>
                <a:gd name="connsiteY0" fmla="*/ 0 h 548068"/>
                <a:gd name="connsiteX1" fmla="*/ 550736 w 550735"/>
                <a:gd name="connsiteY1" fmla="*/ 0 h 548068"/>
                <a:gd name="connsiteX2" fmla="*/ 550736 w 550735"/>
                <a:gd name="connsiteY2" fmla="*/ 548068 h 548068"/>
                <a:gd name="connsiteX3" fmla="*/ 0 w 550735"/>
                <a:gd name="connsiteY3" fmla="*/ 548068 h 548068"/>
                <a:gd name="connsiteX4" fmla="*/ 0 w 550735"/>
                <a:gd name="connsiteY4" fmla="*/ 0 h 548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0735" h="548068">
                  <a:moveTo>
                    <a:pt x="0" y="0"/>
                  </a:moveTo>
                  <a:lnTo>
                    <a:pt x="550736" y="0"/>
                  </a:lnTo>
                  <a:lnTo>
                    <a:pt x="550736" y="548068"/>
                  </a:lnTo>
                  <a:lnTo>
                    <a:pt x="0" y="54806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</p:grpSp>
      <p:sp>
        <p:nvSpPr>
          <p:cNvPr id="18" name="TextBox 14">
            <a:extLst>
              <a:ext uri="{FF2B5EF4-FFF2-40B4-BE49-F238E27FC236}">
                <a16:creationId xmlns:a16="http://schemas.microsoft.com/office/drawing/2014/main" id="{AB6FFDC7-3C39-D54B-C726-2A5BDD6F2B43}"/>
              </a:ext>
            </a:extLst>
          </p:cNvPr>
          <p:cNvSpPr txBox="1"/>
          <p:nvPr userDrawn="1"/>
        </p:nvSpPr>
        <p:spPr>
          <a:xfrm>
            <a:off x="288351" y="6436057"/>
            <a:ext cx="1098003" cy="193548"/>
          </a:xfrm>
          <a:prstGeom prst="rect">
            <a:avLst/>
          </a:prstGeom>
          <a:ln>
            <a:noFill/>
          </a:ln>
        </p:spPr>
        <p:txBody>
          <a:bodyPr wrap="square" lIns="0" tIns="0" rIns="0" bIns="18000" rtlCol="0" anchor="t">
            <a:spAutoFit/>
          </a:bodyPr>
          <a:lstStyle/>
          <a:p>
            <a:pPr>
              <a:lnSpc>
                <a:spcPts val="1493"/>
              </a:lnSpc>
              <a:spcBef>
                <a:spcPct val="0"/>
              </a:spcBef>
            </a:pPr>
            <a:r>
              <a:rPr lang="en-US" sz="1000" dirty="0">
                <a:solidFill>
                  <a:schemeClr val="bg1"/>
                </a:solidFill>
                <a:latin typeface="Work Sans" pitchFamily="2" charset="0"/>
              </a:rPr>
              <a:t>bip-group.com</a:t>
            </a:r>
            <a:endParaRPr lang="it-IT" dirty="0">
              <a:solidFill>
                <a:schemeClr val="bg1"/>
              </a:solidFill>
              <a:latin typeface="Work Sans" pitchFamily="2" charset="0"/>
            </a:endParaRP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34837B09-D416-96D0-60F5-2240E1CAE6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1572" y="5487645"/>
            <a:ext cx="6846858" cy="738664"/>
          </a:xfrm>
        </p:spPr>
        <p:txBody>
          <a:bodyPr wrap="square">
            <a:spAutoFit/>
          </a:bodyPr>
          <a:lstStyle>
            <a:lvl1pPr>
              <a:defRPr sz="4800">
                <a:solidFill>
                  <a:schemeClr val="bg1"/>
                </a:solidFill>
                <a:latin typeface="Work Sans Light" pitchFamily="2" charset="0"/>
              </a:defRPr>
            </a:lvl1pPr>
            <a:lvl5pPr>
              <a:defRPr/>
            </a:lvl5pPr>
          </a:lstStyle>
          <a:p>
            <a:pPr lvl="0"/>
            <a:r>
              <a:rPr lang="en-GB" dirty="0"/>
              <a:t>Personalized Message</a:t>
            </a:r>
          </a:p>
        </p:txBody>
      </p:sp>
    </p:spTree>
    <p:extLst>
      <p:ext uri="{BB962C8B-B14F-4D97-AF65-F5344CB8AC3E}">
        <p14:creationId xmlns:p14="http://schemas.microsoft.com/office/powerpoint/2010/main" val="40265390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R] Pattern-Thanks">
    <p:bg>
      <p:bgPr>
        <a:solidFill>
          <a:srgbClr val="DA29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white and blue geometric pattern&#10;&#10;Description automatically generated">
            <a:extLst>
              <a:ext uri="{FF2B5EF4-FFF2-40B4-BE49-F238E27FC236}">
                <a16:creationId xmlns:a16="http://schemas.microsoft.com/office/drawing/2014/main" id="{5F767649-99D7-7A29-8280-692BD3C3E7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934"/>
          <a:stretch/>
        </p:blipFill>
        <p:spPr>
          <a:xfrm>
            <a:off x="0" y="0"/>
            <a:ext cx="12192000" cy="3778349"/>
          </a:xfrm>
          <a:prstGeom prst="rect">
            <a:avLst/>
          </a:prstGeom>
        </p:spPr>
      </p:pic>
      <p:sp>
        <p:nvSpPr>
          <p:cNvPr id="7" name="CaixaDeTexto 10">
            <a:extLst>
              <a:ext uri="{FF2B5EF4-FFF2-40B4-BE49-F238E27FC236}">
                <a16:creationId xmlns:a16="http://schemas.microsoft.com/office/drawing/2014/main" id="{AA162E3C-5987-5279-C4E8-62D9D327B14E}"/>
              </a:ext>
            </a:extLst>
          </p:cNvPr>
          <p:cNvSpPr txBox="1"/>
          <p:nvPr userDrawn="1"/>
        </p:nvSpPr>
        <p:spPr>
          <a:xfrm>
            <a:off x="245819" y="5481414"/>
            <a:ext cx="4914156" cy="73866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800" dirty="0">
                <a:solidFill>
                  <a:schemeClr val="bg1"/>
                </a:solidFill>
                <a:latin typeface="Work Sans Light" pitchFamily="2" charset="0"/>
              </a:rPr>
              <a:t>Thank You</a:t>
            </a:r>
          </a:p>
        </p:txBody>
      </p:sp>
      <p:grpSp>
        <p:nvGrpSpPr>
          <p:cNvPr id="8" name="Graphic 6">
            <a:extLst>
              <a:ext uri="{FF2B5EF4-FFF2-40B4-BE49-F238E27FC236}">
                <a16:creationId xmlns:a16="http://schemas.microsoft.com/office/drawing/2014/main" id="{E3207FAF-21D2-0269-F047-80C5BE740B28}"/>
              </a:ext>
            </a:extLst>
          </p:cNvPr>
          <p:cNvGrpSpPr/>
          <p:nvPr userDrawn="1"/>
        </p:nvGrpSpPr>
        <p:grpSpPr>
          <a:xfrm>
            <a:off x="9676435" y="4804999"/>
            <a:ext cx="2261053" cy="1576482"/>
            <a:chOff x="3414712" y="1223962"/>
            <a:chExt cx="5362002" cy="3738562"/>
          </a:xfrm>
          <a:solidFill>
            <a:schemeClr val="bg1"/>
          </a:solidFill>
        </p:grpSpPr>
        <p:sp>
          <p:nvSpPr>
            <p:cNvPr id="10" name="Freeform: Shape 3">
              <a:extLst>
                <a:ext uri="{FF2B5EF4-FFF2-40B4-BE49-F238E27FC236}">
                  <a16:creationId xmlns:a16="http://schemas.microsoft.com/office/drawing/2014/main" id="{74B920F4-4EC8-3F69-8CE8-67D1A7E2628E}"/>
                </a:ext>
              </a:extLst>
            </p:cNvPr>
            <p:cNvSpPr/>
            <p:nvPr/>
          </p:nvSpPr>
          <p:spPr>
            <a:xfrm>
              <a:off x="6326790" y="2037882"/>
              <a:ext cx="1714200" cy="2924642"/>
            </a:xfrm>
            <a:custGeom>
              <a:avLst/>
              <a:gdLst>
                <a:gd name="connsiteX0" fmla="*/ 0 w 1714200"/>
                <a:gd name="connsiteY0" fmla="*/ 1557424 h 2924642"/>
                <a:gd name="connsiteX1" fmla="*/ 16288 w 1714200"/>
                <a:gd name="connsiteY1" fmla="*/ 1557424 h 2924642"/>
                <a:gd name="connsiteX2" fmla="*/ 658463 w 1714200"/>
                <a:gd name="connsiteY2" fmla="*/ 1557424 h 2924642"/>
                <a:gd name="connsiteX3" fmla="*/ 1153477 w 1714200"/>
                <a:gd name="connsiteY3" fmla="*/ 1142229 h 2924642"/>
                <a:gd name="connsiteX4" fmla="*/ 750475 w 1714200"/>
                <a:gd name="connsiteY4" fmla="*/ 562538 h 2924642"/>
                <a:gd name="connsiteX5" fmla="*/ 653129 w 1714200"/>
                <a:gd name="connsiteY5" fmla="*/ 553775 h 2924642"/>
                <a:gd name="connsiteX6" fmla="*/ 292703 w 1714200"/>
                <a:gd name="connsiteY6" fmla="*/ 553394 h 2924642"/>
                <a:gd name="connsiteX7" fmla="*/ 277273 w 1714200"/>
                <a:gd name="connsiteY7" fmla="*/ 553394 h 2924642"/>
                <a:gd name="connsiteX8" fmla="*/ 277273 w 1714200"/>
                <a:gd name="connsiteY8" fmla="*/ 944 h 2924642"/>
                <a:gd name="connsiteX9" fmla="*/ 289655 w 1714200"/>
                <a:gd name="connsiteY9" fmla="*/ 372 h 2924642"/>
                <a:gd name="connsiteX10" fmla="*/ 658082 w 1714200"/>
                <a:gd name="connsiteY10" fmla="*/ 563 h 2924642"/>
                <a:gd name="connsiteX11" fmla="*/ 1383221 w 1714200"/>
                <a:gd name="connsiteY11" fmla="*/ 288694 h 2924642"/>
                <a:gd name="connsiteX12" fmla="*/ 1691164 w 1714200"/>
                <a:gd name="connsiteY12" fmla="*/ 835810 h 2924642"/>
                <a:gd name="connsiteX13" fmla="*/ 1712690 w 1714200"/>
                <a:gd name="connsiteY13" fmla="*/ 1107558 h 2924642"/>
                <a:gd name="connsiteX14" fmla="*/ 1424749 w 1714200"/>
                <a:gd name="connsiteY14" fmla="*/ 1780690 h 2924642"/>
                <a:gd name="connsiteX15" fmla="*/ 847915 w 1714200"/>
                <a:gd name="connsiteY15" fmla="*/ 2093205 h 2924642"/>
                <a:gd name="connsiteX16" fmla="*/ 631317 w 1714200"/>
                <a:gd name="connsiteY16" fmla="*/ 2109493 h 2924642"/>
                <a:gd name="connsiteX17" fmla="*/ 562927 w 1714200"/>
                <a:gd name="connsiteY17" fmla="*/ 2109302 h 2924642"/>
                <a:gd name="connsiteX18" fmla="*/ 552545 w 1714200"/>
                <a:gd name="connsiteY18" fmla="*/ 2119780 h 2924642"/>
                <a:gd name="connsiteX19" fmla="*/ 552545 w 1714200"/>
                <a:gd name="connsiteY19" fmla="*/ 2128924 h 2924642"/>
                <a:gd name="connsiteX20" fmla="*/ 552545 w 1714200"/>
                <a:gd name="connsiteY20" fmla="*/ 2907783 h 2924642"/>
                <a:gd name="connsiteX21" fmla="*/ 552545 w 1714200"/>
                <a:gd name="connsiteY21" fmla="*/ 2924642 h 2924642"/>
                <a:gd name="connsiteX22" fmla="*/ 95 w 1714200"/>
                <a:gd name="connsiteY22" fmla="*/ 2924642 h 2924642"/>
                <a:gd name="connsiteX23" fmla="*/ 95 w 1714200"/>
                <a:gd name="connsiteY23" fmla="*/ 1557424 h 292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14200" h="2924642">
                  <a:moveTo>
                    <a:pt x="0" y="1557424"/>
                  </a:moveTo>
                  <a:cubicBezTo>
                    <a:pt x="6477" y="1557424"/>
                    <a:pt x="11335" y="1557424"/>
                    <a:pt x="16288" y="1557424"/>
                  </a:cubicBezTo>
                  <a:cubicBezTo>
                    <a:pt x="230314" y="1557424"/>
                    <a:pt x="444341" y="1557424"/>
                    <a:pt x="658463" y="1557424"/>
                  </a:cubicBezTo>
                  <a:cubicBezTo>
                    <a:pt x="901922" y="1557424"/>
                    <a:pt x="1110901" y="1382069"/>
                    <a:pt x="1153477" y="1142229"/>
                  </a:cubicBezTo>
                  <a:cubicBezTo>
                    <a:pt x="1201388" y="872005"/>
                    <a:pt x="1019461" y="609782"/>
                    <a:pt x="750475" y="562538"/>
                  </a:cubicBezTo>
                  <a:cubicBezTo>
                    <a:pt x="718471" y="556918"/>
                    <a:pt x="685609" y="554060"/>
                    <a:pt x="653129" y="553775"/>
                  </a:cubicBezTo>
                  <a:cubicBezTo>
                    <a:pt x="533019" y="552727"/>
                    <a:pt x="412813" y="553394"/>
                    <a:pt x="292703" y="553394"/>
                  </a:cubicBezTo>
                  <a:lnTo>
                    <a:pt x="277273" y="553394"/>
                  </a:lnTo>
                  <a:lnTo>
                    <a:pt x="277273" y="944"/>
                  </a:lnTo>
                  <a:cubicBezTo>
                    <a:pt x="281559" y="753"/>
                    <a:pt x="285559" y="372"/>
                    <a:pt x="289655" y="372"/>
                  </a:cubicBezTo>
                  <a:cubicBezTo>
                    <a:pt x="412432" y="372"/>
                    <a:pt x="535305" y="-580"/>
                    <a:pt x="658082" y="563"/>
                  </a:cubicBezTo>
                  <a:cubicBezTo>
                    <a:pt x="936784" y="3134"/>
                    <a:pt x="1179862" y="97527"/>
                    <a:pt x="1383221" y="288694"/>
                  </a:cubicBezTo>
                  <a:cubicBezTo>
                    <a:pt x="1542669" y="438522"/>
                    <a:pt x="1645348" y="621402"/>
                    <a:pt x="1691164" y="835810"/>
                  </a:cubicBezTo>
                  <a:cubicBezTo>
                    <a:pt x="1710404" y="925440"/>
                    <a:pt x="1717643" y="1016213"/>
                    <a:pt x="1712690" y="1107558"/>
                  </a:cubicBezTo>
                  <a:cubicBezTo>
                    <a:pt x="1698593" y="1366733"/>
                    <a:pt x="1603248" y="1592095"/>
                    <a:pt x="1424749" y="1780690"/>
                  </a:cubicBezTo>
                  <a:cubicBezTo>
                    <a:pt x="1266920" y="1947473"/>
                    <a:pt x="1074134" y="2051676"/>
                    <a:pt x="847915" y="2093205"/>
                  </a:cubicBezTo>
                  <a:cubicBezTo>
                    <a:pt x="776288" y="2106350"/>
                    <a:pt x="703993" y="2110731"/>
                    <a:pt x="631317" y="2109493"/>
                  </a:cubicBezTo>
                  <a:cubicBezTo>
                    <a:pt x="608552" y="2109112"/>
                    <a:pt x="585692" y="2109683"/>
                    <a:pt x="562927" y="2109302"/>
                  </a:cubicBezTo>
                  <a:cubicBezTo>
                    <a:pt x="555022" y="2109207"/>
                    <a:pt x="551593" y="2111684"/>
                    <a:pt x="552545" y="2119780"/>
                  </a:cubicBezTo>
                  <a:cubicBezTo>
                    <a:pt x="552926" y="2122733"/>
                    <a:pt x="552545" y="2125876"/>
                    <a:pt x="552545" y="2128924"/>
                  </a:cubicBezTo>
                  <a:cubicBezTo>
                    <a:pt x="552545" y="2388575"/>
                    <a:pt x="552545" y="2648132"/>
                    <a:pt x="552545" y="2907783"/>
                  </a:cubicBezTo>
                  <a:cubicBezTo>
                    <a:pt x="552545" y="2913117"/>
                    <a:pt x="552545" y="2918356"/>
                    <a:pt x="552545" y="2924642"/>
                  </a:cubicBezTo>
                  <a:lnTo>
                    <a:pt x="95" y="2924642"/>
                  </a:lnTo>
                  <a:lnTo>
                    <a:pt x="95" y="15574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11" name="Freeform: Shape 5">
              <a:extLst>
                <a:ext uri="{FF2B5EF4-FFF2-40B4-BE49-F238E27FC236}">
                  <a16:creationId xmlns:a16="http://schemas.microsoft.com/office/drawing/2014/main" id="{B26CC4F3-7C5C-7935-65AF-FAC41CFFA5CA}"/>
                </a:ext>
              </a:extLst>
            </p:cNvPr>
            <p:cNvSpPr/>
            <p:nvPr/>
          </p:nvSpPr>
          <p:spPr>
            <a:xfrm>
              <a:off x="3414712" y="1223962"/>
              <a:ext cx="1713050" cy="2923604"/>
            </a:xfrm>
            <a:custGeom>
              <a:avLst/>
              <a:gdLst>
                <a:gd name="connsiteX0" fmla="*/ 276320 w 1713050"/>
                <a:gd name="connsiteY0" fmla="*/ 2923413 h 2923604"/>
                <a:gd name="connsiteX1" fmla="*/ 276320 w 1713050"/>
                <a:gd name="connsiteY1" fmla="*/ 2371439 h 2923604"/>
                <a:gd name="connsiteX2" fmla="*/ 291179 w 1713050"/>
                <a:gd name="connsiteY2" fmla="*/ 2371439 h 2923604"/>
                <a:gd name="connsiteX3" fmla="*/ 657320 w 1713050"/>
                <a:gd name="connsiteY3" fmla="*/ 2371439 h 2923604"/>
                <a:gd name="connsiteX4" fmla="*/ 1151192 w 1713050"/>
                <a:gd name="connsiteY4" fmla="*/ 1966817 h 2923604"/>
                <a:gd name="connsiteX5" fmla="*/ 749237 w 1713050"/>
                <a:gd name="connsiteY5" fmla="*/ 1376458 h 2923604"/>
                <a:gd name="connsiteX6" fmla="*/ 654177 w 1713050"/>
                <a:gd name="connsiteY6" fmla="*/ 1367790 h 2923604"/>
                <a:gd name="connsiteX7" fmla="*/ 15431 w 1713050"/>
                <a:gd name="connsiteY7" fmla="*/ 1367409 h 2923604"/>
                <a:gd name="connsiteX8" fmla="*/ 0 w 1713050"/>
                <a:gd name="connsiteY8" fmla="*/ 1367409 h 2923604"/>
                <a:gd name="connsiteX9" fmla="*/ 0 w 1713050"/>
                <a:gd name="connsiteY9" fmla="*/ 0 h 2923604"/>
                <a:gd name="connsiteX10" fmla="*/ 551021 w 1713050"/>
                <a:gd name="connsiteY10" fmla="*/ 0 h 2923604"/>
                <a:gd name="connsiteX11" fmla="*/ 551688 w 1713050"/>
                <a:gd name="connsiteY11" fmla="*/ 15431 h 2923604"/>
                <a:gd name="connsiteX12" fmla="*/ 551688 w 1713050"/>
                <a:gd name="connsiteY12" fmla="*/ 794290 h 2923604"/>
                <a:gd name="connsiteX13" fmla="*/ 551688 w 1713050"/>
                <a:gd name="connsiteY13" fmla="*/ 805720 h 2923604"/>
                <a:gd name="connsiteX14" fmla="*/ 560356 w 1713050"/>
                <a:gd name="connsiteY14" fmla="*/ 814388 h 2923604"/>
                <a:gd name="connsiteX15" fmla="*/ 605981 w 1713050"/>
                <a:gd name="connsiteY15" fmla="*/ 814388 h 2923604"/>
                <a:gd name="connsiteX16" fmla="*/ 803815 w 1713050"/>
                <a:gd name="connsiteY16" fmla="*/ 824675 h 2923604"/>
                <a:gd name="connsiteX17" fmla="*/ 1114425 w 1713050"/>
                <a:gd name="connsiteY17" fmla="*/ 917638 h 2923604"/>
                <a:gd name="connsiteX18" fmla="*/ 1411224 w 1713050"/>
                <a:gd name="connsiteY18" fmla="*/ 1130332 h 2923604"/>
                <a:gd name="connsiteX19" fmla="*/ 1696307 w 1713050"/>
                <a:gd name="connsiteY19" fmla="*/ 1682306 h 2923604"/>
                <a:gd name="connsiteX20" fmla="*/ 1429322 w 1713050"/>
                <a:gd name="connsiteY20" fmla="*/ 2588800 h 2923604"/>
                <a:gd name="connsiteX21" fmla="*/ 866204 w 1713050"/>
                <a:gd name="connsiteY21" fmla="*/ 2903887 h 2923604"/>
                <a:gd name="connsiteX22" fmla="*/ 670465 w 1713050"/>
                <a:gd name="connsiteY22" fmla="*/ 2923604 h 2923604"/>
                <a:gd name="connsiteX23" fmla="*/ 291751 w 1713050"/>
                <a:gd name="connsiteY23" fmla="*/ 2923604 h 2923604"/>
                <a:gd name="connsiteX24" fmla="*/ 276416 w 1713050"/>
                <a:gd name="connsiteY24" fmla="*/ 2923604 h 2923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13050" h="2923604">
                  <a:moveTo>
                    <a:pt x="276320" y="2923413"/>
                  </a:moveTo>
                  <a:lnTo>
                    <a:pt x="276320" y="2371439"/>
                  </a:lnTo>
                  <a:lnTo>
                    <a:pt x="291179" y="2371439"/>
                  </a:lnTo>
                  <a:cubicBezTo>
                    <a:pt x="413195" y="2371439"/>
                    <a:pt x="535305" y="2371439"/>
                    <a:pt x="657320" y="2371439"/>
                  </a:cubicBezTo>
                  <a:cubicBezTo>
                    <a:pt x="897065" y="2371439"/>
                    <a:pt x="1104233" y="2201704"/>
                    <a:pt x="1151192" y="1966817"/>
                  </a:cubicBezTo>
                  <a:cubicBezTo>
                    <a:pt x="1205770" y="1693736"/>
                    <a:pt x="1023557" y="1425607"/>
                    <a:pt x="749237" y="1376458"/>
                  </a:cubicBezTo>
                  <a:cubicBezTo>
                    <a:pt x="717995" y="1370838"/>
                    <a:pt x="685895" y="1367885"/>
                    <a:pt x="654177" y="1367790"/>
                  </a:cubicBezTo>
                  <a:cubicBezTo>
                    <a:pt x="441293" y="1367028"/>
                    <a:pt x="228314" y="1367409"/>
                    <a:pt x="15431" y="1367409"/>
                  </a:cubicBezTo>
                  <a:lnTo>
                    <a:pt x="0" y="1367409"/>
                  </a:lnTo>
                  <a:lnTo>
                    <a:pt x="0" y="0"/>
                  </a:lnTo>
                  <a:lnTo>
                    <a:pt x="551021" y="0"/>
                  </a:lnTo>
                  <a:cubicBezTo>
                    <a:pt x="551212" y="5144"/>
                    <a:pt x="551688" y="10287"/>
                    <a:pt x="551688" y="15431"/>
                  </a:cubicBezTo>
                  <a:cubicBezTo>
                    <a:pt x="551688" y="275082"/>
                    <a:pt x="551688" y="534734"/>
                    <a:pt x="551688" y="794290"/>
                  </a:cubicBezTo>
                  <a:cubicBezTo>
                    <a:pt x="551688" y="798100"/>
                    <a:pt x="551974" y="801910"/>
                    <a:pt x="551688" y="805720"/>
                  </a:cubicBezTo>
                  <a:cubicBezTo>
                    <a:pt x="551212" y="812102"/>
                    <a:pt x="553974" y="814483"/>
                    <a:pt x="560356" y="814388"/>
                  </a:cubicBezTo>
                  <a:cubicBezTo>
                    <a:pt x="575596" y="814102"/>
                    <a:pt x="590741" y="814388"/>
                    <a:pt x="605981" y="814388"/>
                  </a:cubicBezTo>
                  <a:cubicBezTo>
                    <a:pt x="672084" y="814388"/>
                    <a:pt x="738092" y="815626"/>
                    <a:pt x="803815" y="824675"/>
                  </a:cubicBezTo>
                  <a:cubicBezTo>
                    <a:pt x="912209" y="839629"/>
                    <a:pt x="1015746" y="870395"/>
                    <a:pt x="1114425" y="917638"/>
                  </a:cubicBezTo>
                  <a:cubicBezTo>
                    <a:pt x="1225868" y="970979"/>
                    <a:pt x="1325023" y="1041940"/>
                    <a:pt x="1411224" y="1130332"/>
                  </a:cubicBezTo>
                  <a:cubicBezTo>
                    <a:pt x="1562291" y="1285208"/>
                    <a:pt x="1660970" y="1468469"/>
                    <a:pt x="1696307" y="1682306"/>
                  </a:cubicBezTo>
                  <a:cubicBezTo>
                    <a:pt x="1753076" y="2026539"/>
                    <a:pt x="1665827" y="2330863"/>
                    <a:pt x="1429322" y="2588800"/>
                  </a:cubicBezTo>
                  <a:cubicBezTo>
                    <a:pt x="1276826" y="2755106"/>
                    <a:pt x="1087279" y="2858738"/>
                    <a:pt x="866204" y="2903887"/>
                  </a:cubicBezTo>
                  <a:cubicBezTo>
                    <a:pt x="801719" y="2917031"/>
                    <a:pt x="736378" y="2923699"/>
                    <a:pt x="670465" y="2923604"/>
                  </a:cubicBezTo>
                  <a:cubicBezTo>
                    <a:pt x="544259" y="2923413"/>
                    <a:pt x="418052" y="2923604"/>
                    <a:pt x="291751" y="2923604"/>
                  </a:cubicBezTo>
                  <a:lnTo>
                    <a:pt x="276416" y="292360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12" name="Freeform: Shape 6">
              <a:extLst>
                <a:ext uri="{FF2B5EF4-FFF2-40B4-BE49-F238E27FC236}">
                  <a16:creationId xmlns:a16="http://schemas.microsoft.com/office/drawing/2014/main" id="{538621FB-DCB5-3B51-571F-62B3E7B82923}"/>
                </a:ext>
              </a:extLst>
            </p:cNvPr>
            <p:cNvSpPr/>
            <p:nvPr/>
          </p:nvSpPr>
          <p:spPr>
            <a:xfrm>
              <a:off x="5430204" y="2035874"/>
              <a:ext cx="551783" cy="2105311"/>
            </a:xfrm>
            <a:custGeom>
              <a:avLst/>
              <a:gdLst>
                <a:gd name="connsiteX0" fmla="*/ 551783 w 551783"/>
                <a:gd name="connsiteY0" fmla="*/ 0 h 2105310"/>
                <a:gd name="connsiteX1" fmla="*/ 551783 w 551783"/>
                <a:gd name="connsiteY1" fmla="*/ 2105311 h 2105310"/>
                <a:gd name="connsiteX2" fmla="*/ 0 w 551783"/>
                <a:gd name="connsiteY2" fmla="*/ 2105311 h 2105310"/>
                <a:gd name="connsiteX3" fmla="*/ 0 w 551783"/>
                <a:gd name="connsiteY3" fmla="*/ 0 h 2105310"/>
                <a:gd name="connsiteX4" fmla="*/ 551783 w 551783"/>
                <a:gd name="connsiteY4" fmla="*/ 0 h 210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1783" h="2105310">
                  <a:moveTo>
                    <a:pt x="551783" y="0"/>
                  </a:moveTo>
                  <a:lnTo>
                    <a:pt x="551783" y="2105311"/>
                  </a:lnTo>
                  <a:lnTo>
                    <a:pt x="0" y="2105311"/>
                  </a:lnTo>
                  <a:lnTo>
                    <a:pt x="0" y="0"/>
                  </a:lnTo>
                  <a:lnTo>
                    <a:pt x="5517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13" name="Freeform: Shape 9">
              <a:extLst>
                <a:ext uri="{FF2B5EF4-FFF2-40B4-BE49-F238E27FC236}">
                  <a16:creationId xmlns:a16="http://schemas.microsoft.com/office/drawing/2014/main" id="{A4EC981F-AA4D-2927-4433-731C96D62810}"/>
                </a:ext>
              </a:extLst>
            </p:cNvPr>
            <p:cNvSpPr/>
            <p:nvPr/>
          </p:nvSpPr>
          <p:spPr>
            <a:xfrm>
              <a:off x="8225979" y="3593115"/>
              <a:ext cx="550735" cy="548068"/>
            </a:xfrm>
            <a:custGeom>
              <a:avLst/>
              <a:gdLst>
                <a:gd name="connsiteX0" fmla="*/ 0 w 550735"/>
                <a:gd name="connsiteY0" fmla="*/ 0 h 548068"/>
                <a:gd name="connsiteX1" fmla="*/ 550736 w 550735"/>
                <a:gd name="connsiteY1" fmla="*/ 0 h 548068"/>
                <a:gd name="connsiteX2" fmla="*/ 550736 w 550735"/>
                <a:gd name="connsiteY2" fmla="*/ 548068 h 548068"/>
                <a:gd name="connsiteX3" fmla="*/ 0 w 550735"/>
                <a:gd name="connsiteY3" fmla="*/ 548068 h 548068"/>
                <a:gd name="connsiteX4" fmla="*/ 0 w 550735"/>
                <a:gd name="connsiteY4" fmla="*/ 0 h 548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0735" h="548068">
                  <a:moveTo>
                    <a:pt x="0" y="0"/>
                  </a:moveTo>
                  <a:lnTo>
                    <a:pt x="550736" y="0"/>
                  </a:lnTo>
                  <a:lnTo>
                    <a:pt x="550736" y="548068"/>
                  </a:lnTo>
                  <a:lnTo>
                    <a:pt x="0" y="54806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</p:grpSp>
      <p:sp>
        <p:nvSpPr>
          <p:cNvPr id="3" name="TextBox 14">
            <a:extLst>
              <a:ext uri="{FF2B5EF4-FFF2-40B4-BE49-F238E27FC236}">
                <a16:creationId xmlns:a16="http://schemas.microsoft.com/office/drawing/2014/main" id="{EE277B57-6F07-EE20-8E34-C82E88C391BF}"/>
              </a:ext>
            </a:extLst>
          </p:cNvPr>
          <p:cNvSpPr txBox="1"/>
          <p:nvPr userDrawn="1"/>
        </p:nvSpPr>
        <p:spPr>
          <a:xfrm>
            <a:off x="288351" y="6436057"/>
            <a:ext cx="1098003" cy="193548"/>
          </a:xfrm>
          <a:prstGeom prst="rect">
            <a:avLst/>
          </a:prstGeom>
          <a:ln>
            <a:noFill/>
          </a:ln>
        </p:spPr>
        <p:txBody>
          <a:bodyPr wrap="square" lIns="0" tIns="0" rIns="0" bIns="18000" rtlCol="0" anchor="t">
            <a:spAutoFit/>
          </a:bodyPr>
          <a:lstStyle/>
          <a:p>
            <a:pPr>
              <a:lnSpc>
                <a:spcPts val="1493"/>
              </a:lnSpc>
              <a:spcBef>
                <a:spcPct val="0"/>
              </a:spcBef>
            </a:pPr>
            <a:r>
              <a:rPr lang="en-US" sz="1000" dirty="0">
                <a:solidFill>
                  <a:schemeClr val="bg1"/>
                </a:solidFill>
                <a:latin typeface="Work Sans" pitchFamily="2" charset="0"/>
              </a:rPr>
              <a:t>bip-group.com</a:t>
            </a:r>
            <a:endParaRPr lang="it-IT" dirty="0">
              <a:solidFill>
                <a:schemeClr val="bg1"/>
              </a:solidFill>
              <a:latin typeface="Work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69819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R] Pattern-Name-Contact">
    <p:bg>
      <p:bgPr>
        <a:solidFill>
          <a:srgbClr val="DA29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white and blue geometric pattern&#10;&#10;Description automatically generated">
            <a:extLst>
              <a:ext uri="{FF2B5EF4-FFF2-40B4-BE49-F238E27FC236}">
                <a16:creationId xmlns:a16="http://schemas.microsoft.com/office/drawing/2014/main" id="{5F767649-99D7-7A29-8280-692BD3C3E7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934"/>
          <a:stretch/>
        </p:blipFill>
        <p:spPr>
          <a:xfrm>
            <a:off x="0" y="0"/>
            <a:ext cx="12192000" cy="3778349"/>
          </a:xfrm>
          <a:prstGeom prst="rect">
            <a:avLst/>
          </a:prstGeom>
        </p:spPr>
      </p:pic>
      <p:grpSp>
        <p:nvGrpSpPr>
          <p:cNvPr id="8" name="Graphic 6">
            <a:extLst>
              <a:ext uri="{FF2B5EF4-FFF2-40B4-BE49-F238E27FC236}">
                <a16:creationId xmlns:a16="http://schemas.microsoft.com/office/drawing/2014/main" id="{E3207FAF-21D2-0269-F047-80C5BE740B28}"/>
              </a:ext>
            </a:extLst>
          </p:cNvPr>
          <p:cNvGrpSpPr/>
          <p:nvPr userDrawn="1"/>
        </p:nvGrpSpPr>
        <p:grpSpPr>
          <a:xfrm>
            <a:off x="9676435" y="4804999"/>
            <a:ext cx="2261053" cy="1576482"/>
            <a:chOff x="3414712" y="1223962"/>
            <a:chExt cx="5362002" cy="3738562"/>
          </a:xfrm>
          <a:solidFill>
            <a:schemeClr val="bg1"/>
          </a:solidFill>
        </p:grpSpPr>
        <p:sp>
          <p:nvSpPr>
            <p:cNvPr id="10" name="Freeform: Shape 3">
              <a:extLst>
                <a:ext uri="{FF2B5EF4-FFF2-40B4-BE49-F238E27FC236}">
                  <a16:creationId xmlns:a16="http://schemas.microsoft.com/office/drawing/2014/main" id="{74B920F4-4EC8-3F69-8CE8-67D1A7E2628E}"/>
                </a:ext>
              </a:extLst>
            </p:cNvPr>
            <p:cNvSpPr/>
            <p:nvPr/>
          </p:nvSpPr>
          <p:spPr>
            <a:xfrm>
              <a:off x="6326790" y="2037882"/>
              <a:ext cx="1714200" cy="2924642"/>
            </a:xfrm>
            <a:custGeom>
              <a:avLst/>
              <a:gdLst>
                <a:gd name="connsiteX0" fmla="*/ 0 w 1714200"/>
                <a:gd name="connsiteY0" fmla="*/ 1557424 h 2924642"/>
                <a:gd name="connsiteX1" fmla="*/ 16288 w 1714200"/>
                <a:gd name="connsiteY1" fmla="*/ 1557424 h 2924642"/>
                <a:gd name="connsiteX2" fmla="*/ 658463 w 1714200"/>
                <a:gd name="connsiteY2" fmla="*/ 1557424 h 2924642"/>
                <a:gd name="connsiteX3" fmla="*/ 1153477 w 1714200"/>
                <a:gd name="connsiteY3" fmla="*/ 1142229 h 2924642"/>
                <a:gd name="connsiteX4" fmla="*/ 750475 w 1714200"/>
                <a:gd name="connsiteY4" fmla="*/ 562538 h 2924642"/>
                <a:gd name="connsiteX5" fmla="*/ 653129 w 1714200"/>
                <a:gd name="connsiteY5" fmla="*/ 553775 h 2924642"/>
                <a:gd name="connsiteX6" fmla="*/ 292703 w 1714200"/>
                <a:gd name="connsiteY6" fmla="*/ 553394 h 2924642"/>
                <a:gd name="connsiteX7" fmla="*/ 277273 w 1714200"/>
                <a:gd name="connsiteY7" fmla="*/ 553394 h 2924642"/>
                <a:gd name="connsiteX8" fmla="*/ 277273 w 1714200"/>
                <a:gd name="connsiteY8" fmla="*/ 944 h 2924642"/>
                <a:gd name="connsiteX9" fmla="*/ 289655 w 1714200"/>
                <a:gd name="connsiteY9" fmla="*/ 372 h 2924642"/>
                <a:gd name="connsiteX10" fmla="*/ 658082 w 1714200"/>
                <a:gd name="connsiteY10" fmla="*/ 563 h 2924642"/>
                <a:gd name="connsiteX11" fmla="*/ 1383221 w 1714200"/>
                <a:gd name="connsiteY11" fmla="*/ 288694 h 2924642"/>
                <a:gd name="connsiteX12" fmla="*/ 1691164 w 1714200"/>
                <a:gd name="connsiteY12" fmla="*/ 835810 h 2924642"/>
                <a:gd name="connsiteX13" fmla="*/ 1712690 w 1714200"/>
                <a:gd name="connsiteY13" fmla="*/ 1107558 h 2924642"/>
                <a:gd name="connsiteX14" fmla="*/ 1424749 w 1714200"/>
                <a:gd name="connsiteY14" fmla="*/ 1780690 h 2924642"/>
                <a:gd name="connsiteX15" fmla="*/ 847915 w 1714200"/>
                <a:gd name="connsiteY15" fmla="*/ 2093205 h 2924642"/>
                <a:gd name="connsiteX16" fmla="*/ 631317 w 1714200"/>
                <a:gd name="connsiteY16" fmla="*/ 2109493 h 2924642"/>
                <a:gd name="connsiteX17" fmla="*/ 562927 w 1714200"/>
                <a:gd name="connsiteY17" fmla="*/ 2109302 h 2924642"/>
                <a:gd name="connsiteX18" fmla="*/ 552545 w 1714200"/>
                <a:gd name="connsiteY18" fmla="*/ 2119780 h 2924642"/>
                <a:gd name="connsiteX19" fmla="*/ 552545 w 1714200"/>
                <a:gd name="connsiteY19" fmla="*/ 2128924 h 2924642"/>
                <a:gd name="connsiteX20" fmla="*/ 552545 w 1714200"/>
                <a:gd name="connsiteY20" fmla="*/ 2907783 h 2924642"/>
                <a:gd name="connsiteX21" fmla="*/ 552545 w 1714200"/>
                <a:gd name="connsiteY21" fmla="*/ 2924642 h 2924642"/>
                <a:gd name="connsiteX22" fmla="*/ 95 w 1714200"/>
                <a:gd name="connsiteY22" fmla="*/ 2924642 h 2924642"/>
                <a:gd name="connsiteX23" fmla="*/ 95 w 1714200"/>
                <a:gd name="connsiteY23" fmla="*/ 1557424 h 292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14200" h="2924642">
                  <a:moveTo>
                    <a:pt x="0" y="1557424"/>
                  </a:moveTo>
                  <a:cubicBezTo>
                    <a:pt x="6477" y="1557424"/>
                    <a:pt x="11335" y="1557424"/>
                    <a:pt x="16288" y="1557424"/>
                  </a:cubicBezTo>
                  <a:cubicBezTo>
                    <a:pt x="230314" y="1557424"/>
                    <a:pt x="444341" y="1557424"/>
                    <a:pt x="658463" y="1557424"/>
                  </a:cubicBezTo>
                  <a:cubicBezTo>
                    <a:pt x="901922" y="1557424"/>
                    <a:pt x="1110901" y="1382069"/>
                    <a:pt x="1153477" y="1142229"/>
                  </a:cubicBezTo>
                  <a:cubicBezTo>
                    <a:pt x="1201388" y="872005"/>
                    <a:pt x="1019461" y="609782"/>
                    <a:pt x="750475" y="562538"/>
                  </a:cubicBezTo>
                  <a:cubicBezTo>
                    <a:pt x="718471" y="556918"/>
                    <a:pt x="685609" y="554060"/>
                    <a:pt x="653129" y="553775"/>
                  </a:cubicBezTo>
                  <a:cubicBezTo>
                    <a:pt x="533019" y="552727"/>
                    <a:pt x="412813" y="553394"/>
                    <a:pt x="292703" y="553394"/>
                  </a:cubicBezTo>
                  <a:lnTo>
                    <a:pt x="277273" y="553394"/>
                  </a:lnTo>
                  <a:lnTo>
                    <a:pt x="277273" y="944"/>
                  </a:lnTo>
                  <a:cubicBezTo>
                    <a:pt x="281559" y="753"/>
                    <a:pt x="285559" y="372"/>
                    <a:pt x="289655" y="372"/>
                  </a:cubicBezTo>
                  <a:cubicBezTo>
                    <a:pt x="412432" y="372"/>
                    <a:pt x="535305" y="-580"/>
                    <a:pt x="658082" y="563"/>
                  </a:cubicBezTo>
                  <a:cubicBezTo>
                    <a:pt x="936784" y="3134"/>
                    <a:pt x="1179862" y="97527"/>
                    <a:pt x="1383221" y="288694"/>
                  </a:cubicBezTo>
                  <a:cubicBezTo>
                    <a:pt x="1542669" y="438522"/>
                    <a:pt x="1645348" y="621402"/>
                    <a:pt x="1691164" y="835810"/>
                  </a:cubicBezTo>
                  <a:cubicBezTo>
                    <a:pt x="1710404" y="925440"/>
                    <a:pt x="1717643" y="1016213"/>
                    <a:pt x="1712690" y="1107558"/>
                  </a:cubicBezTo>
                  <a:cubicBezTo>
                    <a:pt x="1698593" y="1366733"/>
                    <a:pt x="1603248" y="1592095"/>
                    <a:pt x="1424749" y="1780690"/>
                  </a:cubicBezTo>
                  <a:cubicBezTo>
                    <a:pt x="1266920" y="1947473"/>
                    <a:pt x="1074134" y="2051676"/>
                    <a:pt x="847915" y="2093205"/>
                  </a:cubicBezTo>
                  <a:cubicBezTo>
                    <a:pt x="776288" y="2106350"/>
                    <a:pt x="703993" y="2110731"/>
                    <a:pt x="631317" y="2109493"/>
                  </a:cubicBezTo>
                  <a:cubicBezTo>
                    <a:pt x="608552" y="2109112"/>
                    <a:pt x="585692" y="2109683"/>
                    <a:pt x="562927" y="2109302"/>
                  </a:cubicBezTo>
                  <a:cubicBezTo>
                    <a:pt x="555022" y="2109207"/>
                    <a:pt x="551593" y="2111684"/>
                    <a:pt x="552545" y="2119780"/>
                  </a:cubicBezTo>
                  <a:cubicBezTo>
                    <a:pt x="552926" y="2122733"/>
                    <a:pt x="552545" y="2125876"/>
                    <a:pt x="552545" y="2128924"/>
                  </a:cubicBezTo>
                  <a:cubicBezTo>
                    <a:pt x="552545" y="2388575"/>
                    <a:pt x="552545" y="2648132"/>
                    <a:pt x="552545" y="2907783"/>
                  </a:cubicBezTo>
                  <a:cubicBezTo>
                    <a:pt x="552545" y="2913117"/>
                    <a:pt x="552545" y="2918356"/>
                    <a:pt x="552545" y="2924642"/>
                  </a:cubicBezTo>
                  <a:lnTo>
                    <a:pt x="95" y="2924642"/>
                  </a:lnTo>
                  <a:lnTo>
                    <a:pt x="95" y="15574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11" name="Freeform: Shape 5">
              <a:extLst>
                <a:ext uri="{FF2B5EF4-FFF2-40B4-BE49-F238E27FC236}">
                  <a16:creationId xmlns:a16="http://schemas.microsoft.com/office/drawing/2014/main" id="{B26CC4F3-7C5C-7935-65AF-FAC41CFFA5CA}"/>
                </a:ext>
              </a:extLst>
            </p:cNvPr>
            <p:cNvSpPr/>
            <p:nvPr/>
          </p:nvSpPr>
          <p:spPr>
            <a:xfrm>
              <a:off x="3414712" y="1223962"/>
              <a:ext cx="1713050" cy="2923604"/>
            </a:xfrm>
            <a:custGeom>
              <a:avLst/>
              <a:gdLst>
                <a:gd name="connsiteX0" fmla="*/ 276320 w 1713050"/>
                <a:gd name="connsiteY0" fmla="*/ 2923413 h 2923604"/>
                <a:gd name="connsiteX1" fmla="*/ 276320 w 1713050"/>
                <a:gd name="connsiteY1" fmla="*/ 2371439 h 2923604"/>
                <a:gd name="connsiteX2" fmla="*/ 291179 w 1713050"/>
                <a:gd name="connsiteY2" fmla="*/ 2371439 h 2923604"/>
                <a:gd name="connsiteX3" fmla="*/ 657320 w 1713050"/>
                <a:gd name="connsiteY3" fmla="*/ 2371439 h 2923604"/>
                <a:gd name="connsiteX4" fmla="*/ 1151192 w 1713050"/>
                <a:gd name="connsiteY4" fmla="*/ 1966817 h 2923604"/>
                <a:gd name="connsiteX5" fmla="*/ 749237 w 1713050"/>
                <a:gd name="connsiteY5" fmla="*/ 1376458 h 2923604"/>
                <a:gd name="connsiteX6" fmla="*/ 654177 w 1713050"/>
                <a:gd name="connsiteY6" fmla="*/ 1367790 h 2923604"/>
                <a:gd name="connsiteX7" fmla="*/ 15431 w 1713050"/>
                <a:gd name="connsiteY7" fmla="*/ 1367409 h 2923604"/>
                <a:gd name="connsiteX8" fmla="*/ 0 w 1713050"/>
                <a:gd name="connsiteY8" fmla="*/ 1367409 h 2923604"/>
                <a:gd name="connsiteX9" fmla="*/ 0 w 1713050"/>
                <a:gd name="connsiteY9" fmla="*/ 0 h 2923604"/>
                <a:gd name="connsiteX10" fmla="*/ 551021 w 1713050"/>
                <a:gd name="connsiteY10" fmla="*/ 0 h 2923604"/>
                <a:gd name="connsiteX11" fmla="*/ 551688 w 1713050"/>
                <a:gd name="connsiteY11" fmla="*/ 15431 h 2923604"/>
                <a:gd name="connsiteX12" fmla="*/ 551688 w 1713050"/>
                <a:gd name="connsiteY12" fmla="*/ 794290 h 2923604"/>
                <a:gd name="connsiteX13" fmla="*/ 551688 w 1713050"/>
                <a:gd name="connsiteY13" fmla="*/ 805720 h 2923604"/>
                <a:gd name="connsiteX14" fmla="*/ 560356 w 1713050"/>
                <a:gd name="connsiteY14" fmla="*/ 814388 h 2923604"/>
                <a:gd name="connsiteX15" fmla="*/ 605981 w 1713050"/>
                <a:gd name="connsiteY15" fmla="*/ 814388 h 2923604"/>
                <a:gd name="connsiteX16" fmla="*/ 803815 w 1713050"/>
                <a:gd name="connsiteY16" fmla="*/ 824675 h 2923604"/>
                <a:gd name="connsiteX17" fmla="*/ 1114425 w 1713050"/>
                <a:gd name="connsiteY17" fmla="*/ 917638 h 2923604"/>
                <a:gd name="connsiteX18" fmla="*/ 1411224 w 1713050"/>
                <a:gd name="connsiteY18" fmla="*/ 1130332 h 2923604"/>
                <a:gd name="connsiteX19" fmla="*/ 1696307 w 1713050"/>
                <a:gd name="connsiteY19" fmla="*/ 1682306 h 2923604"/>
                <a:gd name="connsiteX20" fmla="*/ 1429322 w 1713050"/>
                <a:gd name="connsiteY20" fmla="*/ 2588800 h 2923604"/>
                <a:gd name="connsiteX21" fmla="*/ 866204 w 1713050"/>
                <a:gd name="connsiteY21" fmla="*/ 2903887 h 2923604"/>
                <a:gd name="connsiteX22" fmla="*/ 670465 w 1713050"/>
                <a:gd name="connsiteY22" fmla="*/ 2923604 h 2923604"/>
                <a:gd name="connsiteX23" fmla="*/ 291751 w 1713050"/>
                <a:gd name="connsiteY23" fmla="*/ 2923604 h 2923604"/>
                <a:gd name="connsiteX24" fmla="*/ 276416 w 1713050"/>
                <a:gd name="connsiteY24" fmla="*/ 2923604 h 2923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13050" h="2923604">
                  <a:moveTo>
                    <a:pt x="276320" y="2923413"/>
                  </a:moveTo>
                  <a:lnTo>
                    <a:pt x="276320" y="2371439"/>
                  </a:lnTo>
                  <a:lnTo>
                    <a:pt x="291179" y="2371439"/>
                  </a:lnTo>
                  <a:cubicBezTo>
                    <a:pt x="413195" y="2371439"/>
                    <a:pt x="535305" y="2371439"/>
                    <a:pt x="657320" y="2371439"/>
                  </a:cubicBezTo>
                  <a:cubicBezTo>
                    <a:pt x="897065" y="2371439"/>
                    <a:pt x="1104233" y="2201704"/>
                    <a:pt x="1151192" y="1966817"/>
                  </a:cubicBezTo>
                  <a:cubicBezTo>
                    <a:pt x="1205770" y="1693736"/>
                    <a:pt x="1023557" y="1425607"/>
                    <a:pt x="749237" y="1376458"/>
                  </a:cubicBezTo>
                  <a:cubicBezTo>
                    <a:pt x="717995" y="1370838"/>
                    <a:pt x="685895" y="1367885"/>
                    <a:pt x="654177" y="1367790"/>
                  </a:cubicBezTo>
                  <a:cubicBezTo>
                    <a:pt x="441293" y="1367028"/>
                    <a:pt x="228314" y="1367409"/>
                    <a:pt x="15431" y="1367409"/>
                  </a:cubicBezTo>
                  <a:lnTo>
                    <a:pt x="0" y="1367409"/>
                  </a:lnTo>
                  <a:lnTo>
                    <a:pt x="0" y="0"/>
                  </a:lnTo>
                  <a:lnTo>
                    <a:pt x="551021" y="0"/>
                  </a:lnTo>
                  <a:cubicBezTo>
                    <a:pt x="551212" y="5144"/>
                    <a:pt x="551688" y="10287"/>
                    <a:pt x="551688" y="15431"/>
                  </a:cubicBezTo>
                  <a:cubicBezTo>
                    <a:pt x="551688" y="275082"/>
                    <a:pt x="551688" y="534734"/>
                    <a:pt x="551688" y="794290"/>
                  </a:cubicBezTo>
                  <a:cubicBezTo>
                    <a:pt x="551688" y="798100"/>
                    <a:pt x="551974" y="801910"/>
                    <a:pt x="551688" y="805720"/>
                  </a:cubicBezTo>
                  <a:cubicBezTo>
                    <a:pt x="551212" y="812102"/>
                    <a:pt x="553974" y="814483"/>
                    <a:pt x="560356" y="814388"/>
                  </a:cubicBezTo>
                  <a:cubicBezTo>
                    <a:pt x="575596" y="814102"/>
                    <a:pt x="590741" y="814388"/>
                    <a:pt x="605981" y="814388"/>
                  </a:cubicBezTo>
                  <a:cubicBezTo>
                    <a:pt x="672084" y="814388"/>
                    <a:pt x="738092" y="815626"/>
                    <a:pt x="803815" y="824675"/>
                  </a:cubicBezTo>
                  <a:cubicBezTo>
                    <a:pt x="912209" y="839629"/>
                    <a:pt x="1015746" y="870395"/>
                    <a:pt x="1114425" y="917638"/>
                  </a:cubicBezTo>
                  <a:cubicBezTo>
                    <a:pt x="1225868" y="970979"/>
                    <a:pt x="1325023" y="1041940"/>
                    <a:pt x="1411224" y="1130332"/>
                  </a:cubicBezTo>
                  <a:cubicBezTo>
                    <a:pt x="1562291" y="1285208"/>
                    <a:pt x="1660970" y="1468469"/>
                    <a:pt x="1696307" y="1682306"/>
                  </a:cubicBezTo>
                  <a:cubicBezTo>
                    <a:pt x="1753076" y="2026539"/>
                    <a:pt x="1665827" y="2330863"/>
                    <a:pt x="1429322" y="2588800"/>
                  </a:cubicBezTo>
                  <a:cubicBezTo>
                    <a:pt x="1276826" y="2755106"/>
                    <a:pt x="1087279" y="2858738"/>
                    <a:pt x="866204" y="2903887"/>
                  </a:cubicBezTo>
                  <a:cubicBezTo>
                    <a:pt x="801719" y="2917031"/>
                    <a:pt x="736378" y="2923699"/>
                    <a:pt x="670465" y="2923604"/>
                  </a:cubicBezTo>
                  <a:cubicBezTo>
                    <a:pt x="544259" y="2923413"/>
                    <a:pt x="418052" y="2923604"/>
                    <a:pt x="291751" y="2923604"/>
                  </a:cubicBezTo>
                  <a:lnTo>
                    <a:pt x="276416" y="292360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12" name="Freeform: Shape 6">
              <a:extLst>
                <a:ext uri="{FF2B5EF4-FFF2-40B4-BE49-F238E27FC236}">
                  <a16:creationId xmlns:a16="http://schemas.microsoft.com/office/drawing/2014/main" id="{538621FB-DCB5-3B51-571F-62B3E7B82923}"/>
                </a:ext>
              </a:extLst>
            </p:cNvPr>
            <p:cNvSpPr/>
            <p:nvPr/>
          </p:nvSpPr>
          <p:spPr>
            <a:xfrm>
              <a:off x="5430204" y="2035874"/>
              <a:ext cx="551783" cy="2105311"/>
            </a:xfrm>
            <a:custGeom>
              <a:avLst/>
              <a:gdLst>
                <a:gd name="connsiteX0" fmla="*/ 551783 w 551783"/>
                <a:gd name="connsiteY0" fmla="*/ 0 h 2105310"/>
                <a:gd name="connsiteX1" fmla="*/ 551783 w 551783"/>
                <a:gd name="connsiteY1" fmla="*/ 2105311 h 2105310"/>
                <a:gd name="connsiteX2" fmla="*/ 0 w 551783"/>
                <a:gd name="connsiteY2" fmla="*/ 2105311 h 2105310"/>
                <a:gd name="connsiteX3" fmla="*/ 0 w 551783"/>
                <a:gd name="connsiteY3" fmla="*/ 0 h 2105310"/>
                <a:gd name="connsiteX4" fmla="*/ 551783 w 551783"/>
                <a:gd name="connsiteY4" fmla="*/ 0 h 210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1783" h="2105310">
                  <a:moveTo>
                    <a:pt x="551783" y="0"/>
                  </a:moveTo>
                  <a:lnTo>
                    <a:pt x="551783" y="2105311"/>
                  </a:lnTo>
                  <a:lnTo>
                    <a:pt x="0" y="2105311"/>
                  </a:lnTo>
                  <a:lnTo>
                    <a:pt x="0" y="0"/>
                  </a:lnTo>
                  <a:lnTo>
                    <a:pt x="5517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13" name="Freeform: Shape 9">
              <a:extLst>
                <a:ext uri="{FF2B5EF4-FFF2-40B4-BE49-F238E27FC236}">
                  <a16:creationId xmlns:a16="http://schemas.microsoft.com/office/drawing/2014/main" id="{A4EC981F-AA4D-2927-4433-731C96D62810}"/>
                </a:ext>
              </a:extLst>
            </p:cNvPr>
            <p:cNvSpPr/>
            <p:nvPr/>
          </p:nvSpPr>
          <p:spPr>
            <a:xfrm>
              <a:off x="8225979" y="3593115"/>
              <a:ext cx="550735" cy="548068"/>
            </a:xfrm>
            <a:custGeom>
              <a:avLst/>
              <a:gdLst>
                <a:gd name="connsiteX0" fmla="*/ 0 w 550735"/>
                <a:gd name="connsiteY0" fmla="*/ 0 h 548068"/>
                <a:gd name="connsiteX1" fmla="*/ 550736 w 550735"/>
                <a:gd name="connsiteY1" fmla="*/ 0 h 548068"/>
                <a:gd name="connsiteX2" fmla="*/ 550736 w 550735"/>
                <a:gd name="connsiteY2" fmla="*/ 548068 h 548068"/>
                <a:gd name="connsiteX3" fmla="*/ 0 w 550735"/>
                <a:gd name="connsiteY3" fmla="*/ 548068 h 548068"/>
                <a:gd name="connsiteX4" fmla="*/ 0 w 550735"/>
                <a:gd name="connsiteY4" fmla="*/ 0 h 548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0735" h="548068">
                  <a:moveTo>
                    <a:pt x="0" y="0"/>
                  </a:moveTo>
                  <a:lnTo>
                    <a:pt x="550736" y="0"/>
                  </a:lnTo>
                  <a:lnTo>
                    <a:pt x="550736" y="548068"/>
                  </a:lnTo>
                  <a:lnTo>
                    <a:pt x="0" y="54806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</p:grpSp>
      <p:sp>
        <p:nvSpPr>
          <p:cNvPr id="2" name="CaixaDeTexto 10">
            <a:extLst>
              <a:ext uri="{FF2B5EF4-FFF2-40B4-BE49-F238E27FC236}">
                <a16:creationId xmlns:a16="http://schemas.microsoft.com/office/drawing/2014/main" id="{33FDDD89-905C-F346-3F24-071556D9DB5F}"/>
              </a:ext>
            </a:extLst>
          </p:cNvPr>
          <p:cNvSpPr txBox="1"/>
          <p:nvPr userDrawn="1"/>
        </p:nvSpPr>
        <p:spPr>
          <a:xfrm>
            <a:off x="238008" y="4045452"/>
            <a:ext cx="4914156" cy="246221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Work Sans SemiBold" pitchFamily="2" charset="0"/>
              </a:rPr>
              <a:t>Get in touch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96E828DB-2F5E-3B4E-B979-49E4620CB2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1572" y="5061193"/>
            <a:ext cx="3913187" cy="447174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Work Sans Light" pitchFamily="2" charset="0"/>
              </a:defRPr>
            </a:lvl1pPr>
            <a:lvl5pPr>
              <a:defRPr/>
            </a:lvl5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F64BB6D8-5F4D-E08C-1F55-8855FC62AC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572" y="5655010"/>
            <a:ext cx="3913187" cy="428010"/>
          </a:xfrm>
        </p:spPr>
        <p:txBody>
          <a:bodyPr/>
          <a:lstStyle>
            <a:lvl1pPr>
              <a:spcAft>
                <a:spcPts val="0"/>
              </a:spcAft>
              <a:defRPr sz="1200">
                <a:solidFill>
                  <a:schemeClr val="bg1"/>
                </a:solidFill>
                <a:latin typeface="Work Sans" pitchFamily="2" charset="0"/>
              </a:defRPr>
            </a:lvl1pPr>
            <a:lvl5pPr>
              <a:defRPr/>
            </a:lvl5pPr>
          </a:lstStyle>
          <a:p>
            <a:pPr lvl="0"/>
            <a:r>
              <a:rPr lang="en-GB" dirty="0"/>
              <a:t>+ 00 000 000-000</a:t>
            </a:r>
          </a:p>
          <a:p>
            <a:pPr lvl="0"/>
            <a:r>
              <a:rPr lang="en-GB" dirty="0"/>
              <a:t>name.surname@bip-group.com</a:t>
            </a:r>
          </a:p>
        </p:txBody>
      </p:sp>
      <p:sp>
        <p:nvSpPr>
          <p:cNvPr id="3" name="TextBox 14">
            <a:extLst>
              <a:ext uri="{FF2B5EF4-FFF2-40B4-BE49-F238E27FC236}">
                <a16:creationId xmlns:a16="http://schemas.microsoft.com/office/drawing/2014/main" id="{0B2D0976-DD1B-B710-86E3-BAAC88153D8D}"/>
              </a:ext>
            </a:extLst>
          </p:cNvPr>
          <p:cNvSpPr txBox="1"/>
          <p:nvPr userDrawn="1"/>
        </p:nvSpPr>
        <p:spPr>
          <a:xfrm>
            <a:off x="288351" y="6436057"/>
            <a:ext cx="1098003" cy="193548"/>
          </a:xfrm>
          <a:prstGeom prst="rect">
            <a:avLst/>
          </a:prstGeom>
          <a:ln>
            <a:noFill/>
          </a:ln>
        </p:spPr>
        <p:txBody>
          <a:bodyPr wrap="square" lIns="0" tIns="0" rIns="0" bIns="18000" rtlCol="0" anchor="t">
            <a:spAutoFit/>
          </a:bodyPr>
          <a:lstStyle/>
          <a:p>
            <a:pPr>
              <a:lnSpc>
                <a:spcPts val="1493"/>
              </a:lnSpc>
              <a:spcBef>
                <a:spcPct val="0"/>
              </a:spcBef>
            </a:pPr>
            <a:r>
              <a:rPr lang="en-US" sz="1000" dirty="0">
                <a:solidFill>
                  <a:schemeClr val="bg1"/>
                </a:solidFill>
                <a:latin typeface="Work Sans" pitchFamily="2" charset="0"/>
              </a:rPr>
              <a:t>bip-group.com</a:t>
            </a:r>
            <a:endParaRPr lang="it-IT" dirty="0">
              <a:solidFill>
                <a:schemeClr val="bg1"/>
              </a:solidFill>
              <a:latin typeface="Work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42511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R] Pattern-Personalized Message">
    <p:bg>
      <p:bgPr>
        <a:solidFill>
          <a:srgbClr val="DA29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white and blue geometric pattern&#10;&#10;Description automatically generated">
            <a:extLst>
              <a:ext uri="{FF2B5EF4-FFF2-40B4-BE49-F238E27FC236}">
                <a16:creationId xmlns:a16="http://schemas.microsoft.com/office/drawing/2014/main" id="{5F767649-99D7-7A29-8280-692BD3C3E7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934"/>
          <a:stretch/>
        </p:blipFill>
        <p:spPr>
          <a:xfrm>
            <a:off x="0" y="0"/>
            <a:ext cx="12192000" cy="3778349"/>
          </a:xfrm>
          <a:prstGeom prst="rect">
            <a:avLst/>
          </a:prstGeom>
        </p:spPr>
      </p:pic>
      <p:grpSp>
        <p:nvGrpSpPr>
          <p:cNvPr id="8" name="Graphic 6">
            <a:extLst>
              <a:ext uri="{FF2B5EF4-FFF2-40B4-BE49-F238E27FC236}">
                <a16:creationId xmlns:a16="http://schemas.microsoft.com/office/drawing/2014/main" id="{E3207FAF-21D2-0269-F047-80C5BE740B28}"/>
              </a:ext>
            </a:extLst>
          </p:cNvPr>
          <p:cNvGrpSpPr/>
          <p:nvPr userDrawn="1"/>
        </p:nvGrpSpPr>
        <p:grpSpPr>
          <a:xfrm>
            <a:off x="9676435" y="4804999"/>
            <a:ext cx="2261053" cy="1576482"/>
            <a:chOff x="3414712" y="1223962"/>
            <a:chExt cx="5362002" cy="3738562"/>
          </a:xfrm>
          <a:solidFill>
            <a:schemeClr val="bg1"/>
          </a:solidFill>
        </p:grpSpPr>
        <p:sp>
          <p:nvSpPr>
            <p:cNvPr id="10" name="Freeform: Shape 3">
              <a:extLst>
                <a:ext uri="{FF2B5EF4-FFF2-40B4-BE49-F238E27FC236}">
                  <a16:creationId xmlns:a16="http://schemas.microsoft.com/office/drawing/2014/main" id="{74B920F4-4EC8-3F69-8CE8-67D1A7E2628E}"/>
                </a:ext>
              </a:extLst>
            </p:cNvPr>
            <p:cNvSpPr/>
            <p:nvPr/>
          </p:nvSpPr>
          <p:spPr>
            <a:xfrm>
              <a:off x="6326790" y="2037882"/>
              <a:ext cx="1714200" cy="2924642"/>
            </a:xfrm>
            <a:custGeom>
              <a:avLst/>
              <a:gdLst>
                <a:gd name="connsiteX0" fmla="*/ 0 w 1714200"/>
                <a:gd name="connsiteY0" fmla="*/ 1557424 h 2924642"/>
                <a:gd name="connsiteX1" fmla="*/ 16288 w 1714200"/>
                <a:gd name="connsiteY1" fmla="*/ 1557424 h 2924642"/>
                <a:gd name="connsiteX2" fmla="*/ 658463 w 1714200"/>
                <a:gd name="connsiteY2" fmla="*/ 1557424 h 2924642"/>
                <a:gd name="connsiteX3" fmla="*/ 1153477 w 1714200"/>
                <a:gd name="connsiteY3" fmla="*/ 1142229 h 2924642"/>
                <a:gd name="connsiteX4" fmla="*/ 750475 w 1714200"/>
                <a:gd name="connsiteY4" fmla="*/ 562538 h 2924642"/>
                <a:gd name="connsiteX5" fmla="*/ 653129 w 1714200"/>
                <a:gd name="connsiteY5" fmla="*/ 553775 h 2924642"/>
                <a:gd name="connsiteX6" fmla="*/ 292703 w 1714200"/>
                <a:gd name="connsiteY6" fmla="*/ 553394 h 2924642"/>
                <a:gd name="connsiteX7" fmla="*/ 277273 w 1714200"/>
                <a:gd name="connsiteY7" fmla="*/ 553394 h 2924642"/>
                <a:gd name="connsiteX8" fmla="*/ 277273 w 1714200"/>
                <a:gd name="connsiteY8" fmla="*/ 944 h 2924642"/>
                <a:gd name="connsiteX9" fmla="*/ 289655 w 1714200"/>
                <a:gd name="connsiteY9" fmla="*/ 372 h 2924642"/>
                <a:gd name="connsiteX10" fmla="*/ 658082 w 1714200"/>
                <a:gd name="connsiteY10" fmla="*/ 563 h 2924642"/>
                <a:gd name="connsiteX11" fmla="*/ 1383221 w 1714200"/>
                <a:gd name="connsiteY11" fmla="*/ 288694 h 2924642"/>
                <a:gd name="connsiteX12" fmla="*/ 1691164 w 1714200"/>
                <a:gd name="connsiteY12" fmla="*/ 835810 h 2924642"/>
                <a:gd name="connsiteX13" fmla="*/ 1712690 w 1714200"/>
                <a:gd name="connsiteY13" fmla="*/ 1107558 h 2924642"/>
                <a:gd name="connsiteX14" fmla="*/ 1424749 w 1714200"/>
                <a:gd name="connsiteY14" fmla="*/ 1780690 h 2924642"/>
                <a:gd name="connsiteX15" fmla="*/ 847915 w 1714200"/>
                <a:gd name="connsiteY15" fmla="*/ 2093205 h 2924642"/>
                <a:gd name="connsiteX16" fmla="*/ 631317 w 1714200"/>
                <a:gd name="connsiteY16" fmla="*/ 2109493 h 2924642"/>
                <a:gd name="connsiteX17" fmla="*/ 562927 w 1714200"/>
                <a:gd name="connsiteY17" fmla="*/ 2109302 h 2924642"/>
                <a:gd name="connsiteX18" fmla="*/ 552545 w 1714200"/>
                <a:gd name="connsiteY18" fmla="*/ 2119780 h 2924642"/>
                <a:gd name="connsiteX19" fmla="*/ 552545 w 1714200"/>
                <a:gd name="connsiteY19" fmla="*/ 2128924 h 2924642"/>
                <a:gd name="connsiteX20" fmla="*/ 552545 w 1714200"/>
                <a:gd name="connsiteY20" fmla="*/ 2907783 h 2924642"/>
                <a:gd name="connsiteX21" fmla="*/ 552545 w 1714200"/>
                <a:gd name="connsiteY21" fmla="*/ 2924642 h 2924642"/>
                <a:gd name="connsiteX22" fmla="*/ 95 w 1714200"/>
                <a:gd name="connsiteY22" fmla="*/ 2924642 h 2924642"/>
                <a:gd name="connsiteX23" fmla="*/ 95 w 1714200"/>
                <a:gd name="connsiteY23" fmla="*/ 1557424 h 292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14200" h="2924642">
                  <a:moveTo>
                    <a:pt x="0" y="1557424"/>
                  </a:moveTo>
                  <a:cubicBezTo>
                    <a:pt x="6477" y="1557424"/>
                    <a:pt x="11335" y="1557424"/>
                    <a:pt x="16288" y="1557424"/>
                  </a:cubicBezTo>
                  <a:cubicBezTo>
                    <a:pt x="230314" y="1557424"/>
                    <a:pt x="444341" y="1557424"/>
                    <a:pt x="658463" y="1557424"/>
                  </a:cubicBezTo>
                  <a:cubicBezTo>
                    <a:pt x="901922" y="1557424"/>
                    <a:pt x="1110901" y="1382069"/>
                    <a:pt x="1153477" y="1142229"/>
                  </a:cubicBezTo>
                  <a:cubicBezTo>
                    <a:pt x="1201388" y="872005"/>
                    <a:pt x="1019461" y="609782"/>
                    <a:pt x="750475" y="562538"/>
                  </a:cubicBezTo>
                  <a:cubicBezTo>
                    <a:pt x="718471" y="556918"/>
                    <a:pt x="685609" y="554060"/>
                    <a:pt x="653129" y="553775"/>
                  </a:cubicBezTo>
                  <a:cubicBezTo>
                    <a:pt x="533019" y="552727"/>
                    <a:pt x="412813" y="553394"/>
                    <a:pt x="292703" y="553394"/>
                  </a:cubicBezTo>
                  <a:lnTo>
                    <a:pt x="277273" y="553394"/>
                  </a:lnTo>
                  <a:lnTo>
                    <a:pt x="277273" y="944"/>
                  </a:lnTo>
                  <a:cubicBezTo>
                    <a:pt x="281559" y="753"/>
                    <a:pt x="285559" y="372"/>
                    <a:pt x="289655" y="372"/>
                  </a:cubicBezTo>
                  <a:cubicBezTo>
                    <a:pt x="412432" y="372"/>
                    <a:pt x="535305" y="-580"/>
                    <a:pt x="658082" y="563"/>
                  </a:cubicBezTo>
                  <a:cubicBezTo>
                    <a:pt x="936784" y="3134"/>
                    <a:pt x="1179862" y="97527"/>
                    <a:pt x="1383221" y="288694"/>
                  </a:cubicBezTo>
                  <a:cubicBezTo>
                    <a:pt x="1542669" y="438522"/>
                    <a:pt x="1645348" y="621402"/>
                    <a:pt x="1691164" y="835810"/>
                  </a:cubicBezTo>
                  <a:cubicBezTo>
                    <a:pt x="1710404" y="925440"/>
                    <a:pt x="1717643" y="1016213"/>
                    <a:pt x="1712690" y="1107558"/>
                  </a:cubicBezTo>
                  <a:cubicBezTo>
                    <a:pt x="1698593" y="1366733"/>
                    <a:pt x="1603248" y="1592095"/>
                    <a:pt x="1424749" y="1780690"/>
                  </a:cubicBezTo>
                  <a:cubicBezTo>
                    <a:pt x="1266920" y="1947473"/>
                    <a:pt x="1074134" y="2051676"/>
                    <a:pt x="847915" y="2093205"/>
                  </a:cubicBezTo>
                  <a:cubicBezTo>
                    <a:pt x="776288" y="2106350"/>
                    <a:pt x="703993" y="2110731"/>
                    <a:pt x="631317" y="2109493"/>
                  </a:cubicBezTo>
                  <a:cubicBezTo>
                    <a:pt x="608552" y="2109112"/>
                    <a:pt x="585692" y="2109683"/>
                    <a:pt x="562927" y="2109302"/>
                  </a:cubicBezTo>
                  <a:cubicBezTo>
                    <a:pt x="555022" y="2109207"/>
                    <a:pt x="551593" y="2111684"/>
                    <a:pt x="552545" y="2119780"/>
                  </a:cubicBezTo>
                  <a:cubicBezTo>
                    <a:pt x="552926" y="2122733"/>
                    <a:pt x="552545" y="2125876"/>
                    <a:pt x="552545" y="2128924"/>
                  </a:cubicBezTo>
                  <a:cubicBezTo>
                    <a:pt x="552545" y="2388575"/>
                    <a:pt x="552545" y="2648132"/>
                    <a:pt x="552545" y="2907783"/>
                  </a:cubicBezTo>
                  <a:cubicBezTo>
                    <a:pt x="552545" y="2913117"/>
                    <a:pt x="552545" y="2918356"/>
                    <a:pt x="552545" y="2924642"/>
                  </a:cubicBezTo>
                  <a:lnTo>
                    <a:pt x="95" y="2924642"/>
                  </a:lnTo>
                  <a:lnTo>
                    <a:pt x="95" y="15574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11" name="Freeform: Shape 5">
              <a:extLst>
                <a:ext uri="{FF2B5EF4-FFF2-40B4-BE49-F238E27FC236}">
                  <a16:creationId xmlns:a16="http://schemas.microsoft.com/office/drawing/2014/main" id="{B26CC4F3-7C5C-7935-65AF-FAC41CFFA5CA}"/>
                </a:ext>
              </a:extLst>
            </p:cNvPr>
            <p:cNvSpPr/>
            <p:nvPr/>
          </p:nvSpPr>
          <p:spPr>
            <a:xfrm>
              <a:off x="3414712" y="1223962"/>
              <a:ext cx="1713050" cy="2923604"/>
            </a:xfrm>
            <a:custGeom>
              <a:avLst/>
              <a:gdLst>
                <a:gd name="connsiteX0" fmla="*/ 276320 w 1713050"/>
                <a:gd name="connsiteY0" fmla="*/ 2923413 h 2923604"/>
                <a:gd name="connsiteX1" fmla="*/ 276320 w 1713050"/>
                <a:gd name="connsiteY1" fmla="*/ 2371439 h 2923604"/>
                <a:gd name="connsiteX2" fmla="*/ 291179 w 1713050"/>
                <a:gd name="connsiteY2" fmla="*/ 2371439 h 2923604"/>
                <a:gd name="connsiteX3" fmla="*/ 657320 w 1713050"/>
                <a:gd name="connsiteY3" fmla="*/ 2371439 h 2923604"/>
                <a:gd name="connsiteX4" fmla="*/ 1151192 w 1713050"/>
                <a:gd name="connsiteY4" fmla="*/ 1966817 h 2923604"/>
                <a:gd name="connsiteX5" fmla="*/ 749237 w 1713050"/>
                <a:gd name="connsiteY5" fmla="*/ 1376458 h 2923604"/>
                <a:gd name="connsiteX6" fmla="*/ 654177 w 1713050"/>
                <a:gd name="connsiteY6" fmla="*/ 1367790 h 2923604"/>
                <a:gd name="connsiteX7" fmla="*/ 15431 w 1713050"/>
                <a:gd name="connsiteY7" fmla="*/ 1367409 h 2923604"/>
                <a:gd name="connsiteX8" fmla="*/ 0 w 1713050"/>
                <a:gd name="connsiteY8" fmla="*/ 1367409 h 2923604"/>
                <a:gd name="connsiteX9" fmla="*/ 0 w 1713050"/>
                <a:gd name="connsiteY9" fmla="*/ 0 h 2923604"/>
                <a:gd name="connsiteX10" fmla="*/ 551021 w 1713050"/>
                <a:gd name="connsiteY10" fmla="*/ 0 h 2923604"/>
                <a:gd name="connsiteX11" fmla="*/ 551688 w 1713050"/>
                <a:gd name="connsiteY11" fmla="*/ 15431 h 2923604"/>
                <a:gd name="connsiteX12" fmla="*/ 551688 w 1713050"/>
                <a:gd name="connsiteY12" fmla="*/ 794290 h 2923604"/>
                <a:gd name="connsiteX13" fmla="*/ 551688 w 1713050"/>
                <a:gd name="connsiteY13" fmla="*/ 805720 h 2923604"/>
                <a:gd name="connsiteX14" fmla="*/ 560356 w 1713050"/>
                <a:gd name="connsiteY14" fmla="*/ 814388 h 2923604"/>
                <a:gd name="connsiteX15" fmla="*/ 605981 w 1713050"/>
                <a:gd name="connsiteY15" fmla="*/ 814388 h 2923604"/>
                <a:gd name="connsiteX16" fmla="*/ 803815 w 1713050"/>
                <a:gd name="connsiteY16" fmla="*/ 824675 h 2923604"/>
                <a:gd name="connsiteX17" fmla="*/ 1114425 w 1713050"/>
                <a:gd name="connsiteY17" fmla="*/ 917638 h 2923604"/>
                <a:gd name="connsiteX18" fmla="*/ 1411224 w 1713050"/>
                <a:gd name="connsiteY18" fmla="*/ 1130332 h 2923604"/>
                <a:gd name="connsiteX19" fmla="*/ 1696307 w 1713050"/>
                <a:gd name="connsiteY19" fmla="*/ 1682306 h 2923604"/>
                <a:gd name="connsiteX20" fmla="*/ 1429322 w 1713050"/>
                <a:gd name="connsiteY20" fmla="*/ 2588800 h 2923604"/>
                <a:gd name="connsiteX21" fmla="*/ 866204 w 1713050"/>
                <a:gd name="connsiteY21" fmla="*/ 2903887 h 2923604"/>
                <a:gd name="connsiteX22" fmla="*/ 670465 w 1713050"/>
                <a:gd name="connsiteY22" fmla="*/ 2923604 h 2923604"/>
                <a:gd name="connsiteX23" fmla="*/ 291751 w 1713050"/>
                <a:gd name="connsiteY23" fmla="*/ 2923604 h 2923604"/>
                <a:gd name="connsiteX24" fmla="*/ 276416 w 1713050"/>
                <a:gd name="connsiteY24" fmla="*/ 2923604 h 2923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13050" h="2923604">
                  <a:moveTo>
                    <a:pt x="276320" y="2923413"/>
                  </a:moveTo>
                  <a:lnTo>
                    <a:pt x="276320" y="2371439"/>
                  </a:lnTo>
                  <a:lnTo>
                    <a:pt x="291179" y="2371439"/>
                  </a:lnTo>
                  <a:cubicBezTo>
                    <a:pt x="413195" y="2371439"/>
                    <a:pt x="535305" y="2371439"/>
                    <a:pt x="657320" y="2371439"/>
                  </a:cubicBezTo>
                  <a:cubicBezTo>
                    <a:pt x="897065" y="2371439"/>
                    <a:pt x="1104233" y="2201704"/>
                    <a:pt x="1151192" y="1966817"/>
                  </a:cubicBezTo>
                  <a:cubicBezTo>
                    <a:pt x="1205770" y="1693736"/>
                    <a:pt x="1023557" y="1425607"/>
                    <a:pt x="749237" y="1376458"/>
                  </a:cubicBezTo>
                  <a:cubicBezTo>
                    <a:pt x="717995" y="1370838"/>
                    <a:pt x="685895" y="1367885"/>
                    <a:pt x="654177" y="1367790"/>
                  </a:cubicBezTo>
                  <a:cubicBezTo>
                    <a:pt x="441293" y="1367028"/>
                    <a:pt x="228314" y="1367409"/>
                    <a:pt x="15431" y="1367409"/>
                  </a:cubicBezTo>
                  <a:lnTo>
                    <a:pt x="0" y="1367409"/>
                  </a:lnTo>
                  <a:lnTo>
                    <a:pt x="0" y="0"/>
                  </a:lnTo>
                  <a:lnTo>
                    <a:pt x="551021" y="0"/>
                  </a:lnTo>
                  <a:cubicBezTo>
                    <a:pt x="551212" y="5144"/>
                    <a:pt x="551688" y="10287"/>
                    <a:pt x="551688" y="15431"/>
                  </a:cubicBezTo>
                  <a:cubicBezTo>
                    <a:pt x="551688" y="275082"/>
                    <a:pt x="551688" y="534734"/>
                    <a:pt x="551688" y="794290"/>
                  </a:cubicBezTo>
                  <a:cubicBezTo>
                    <a:pt x="551688" y="798100"/>
                    <a:pt x="551974" y="801910"/>
                    <a:pt x="551688" y="805720"/>
                  </a:cubicBezTo>
                  <a:cubicBezTo>
                    <a:pt x="551212" y="812102"/>
                    <a:pt x="553974" y="814483"/>
                    <a:pt x="560356" y="814388"/>
                  </a:cubicBezTo>
                  <a:cubicBezTo>
                    <a:pt x="575596" y="814102"/>
                    <a:pt x="590741" y="814388"/>
                    <a:pt x="605981" y="814388"/>
                  </a:cubicBezTo>
                  <a:cubicBezTo>
                    <a:pt x="672084" y="814388"/>
                    <a:pt x="738092" y="815626"/>
                    <a:pt x="803815" y="824675"/>
                  </a:cubicBezTo>
                  <a:cubicBezTo>
                    <a:pt x="912209" y="839629"/>
                    <a:pt x="1015746" y="870395"/>
                    <a:pt x="1114425" y="917638"/>
                  </a:cubicBezTo>
                  <a:cubicBezTo>
                    <a:pt x="1225868" y="970979"/>
                    <a:pt x="1325023" y="1041940"/>
                    <a:pt x="1411224" y="1130332"/>
                  </a:cubicBezTo>
                  <a:cubicBezTo>
                    <a:pt x="1562291" y="1285208"/>
                    <a:pt x="1660970" y="1468469"/>
                    <a:pt x="1696307" y="1682306"/>
                  </a:cubicBezTo>
                  <a:cubicBezTo>
                    <a:pt x="1753076" y="2026539"/>
                    <a:pt x="1665827" y="2330863"/>
                    <a:pt x="1429322" y="2588800"/>
                  </a:cubicBezTo>
                  <a:cubicBezTo>
                    <a:pt x="1276826" y="2755106"/>
                    <a:pt x="1087279" y="2858738"/>
                    <a:pt x="866204" y="2903887"/>
                  </a:cubicBezTo>
                  <a:cubicBezTo>
                    <a:pt x="801719" y="2917031"/>
                    <a:pt x="736378" y="2923699"/>
                    <a:pt x="670465" y="2923604"/>
                  </a:cubicBezTo>
                  <a:cubicBezTo>
                    <a:pt x="544259" y="2923413"/>
                    <a:pt x="418052" y="2923604"/>
                    <a:pt x="291751" y="2923604"/>
                  </a:cubicBezTo>
                  <a:lnTo>
                    <a:pt x="276416" y="292360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12" name="Freeform: Shape 6">
              <a:extLst>
                <a:ext uri="{FF2B5EF4-FFF2-40B4-BE49-F238E27FC236}">
                  <a16:creationId xmlns:a16="http://schemas.microsoft.com/office/drawing/2014/main" id="{538621FB-DCB5-3B51-571F-62B3E7B82923}"/>
                </a:ext>
              </a:extLst>
            </p:cNvPr>
            <p:cNvSpPr/>
            <p:nvPr/>
          </p:nvSpPr>
          <p:spPr>
            <a:xfrm>
              <a:off x="5430204" y="2035874"/>
              <a:ext cx="551783" cy="2105311"/>
            </a:xfrm>
            <a:custGeom>
              <a:avLst/>
              <a:gdLst>
                <a:gd name="connsiteX0" fmla="*/ 551783 w 551783"/>
                <a:gd name="connsiteY0" fmla="*/ 0 h 2105310"/>
                <a:gd name="connsiteX1" fmla="*/ 551783 w 551783"/>
                <a:gd name="connsiteY1" fmla="*/ 2105311 h 2105310"/>
                <a:gd name="connsiteX2" fmla="*/ 0 w 551783"/>
                <a:gd name="connsiteY2" fmla="*/ 2105311 h 2105310"/>
                <a:gd name="connsiteX3" fmla="*/ 0 w 551783"/>
                <a:gd name="connsiteY3" fmla="*/ 0 h 2105310"/>
                <a:gd name="connsiteX4" fmla="*/ 551783 w 551783"/>
                <a:gd name="connsiteY4" fmla="*/ 0 h 210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1783" h="2105310">
                  <a:moveTo>
                    <a:pt x="551783" y="0"/>
                  </a:moveTo>
                  <a:lnTo>
                    <a:pt x="551783" y="2105311"/>
                  </a:lnTo>
                  <a:lnTo>
                    <a:pt x="0" y="2105311"/>
                  </a:lnTo>
                  <a:lnTo>
                    <a:pt x="0" y="0"/>
                  </a:lnTo>
                  <a:lnTo>
                    <a:pt x="5517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13" name="Freeform: Shape 9">
              <a:extLst>
                <a:ext uri="{FF2B5EF4-FFF2-40B4-BE49-F238E27FC236}">
                  <a16:creationId xmlns:a16="http://schemas.microsoft.com/office/drawing/2014/main" id="{A4EC981F-AA4D-2927-4433-731C96D62810}"/>
                </a:ext>
              </a:extLst>
            </p:cNvPr>
            <p:cNvSpPr/>
            <p:nvPr/>
          </p:nvSpPr>
          <p:spPr>
            <a:xfrm>
              <a:off x="8225979" y="3593115"/>
              <a:ext cx="550735" cy="548068"/>
            </a:xfrm>
            <a:custGeom>
              <a:avLst/>
              <a:gdLst>
                <a:gd name="connsiteX0" fmla="*/ 0 w 550735"/>
                <a:gd name="connsiteY0" fmla="*/ 0 h 548068"/>
                <a:gd name="connsiteX1" fmla="*/ 550736 w 550735"/>
                <a:gd name="connsiteY1" fmla="*/ 0 h 548068"/>
                <a:gd name="connsiteX2" fmla="*/ 550736 w 550735"/>
                <a:gd name="connsiteY2" fmla="*/ 548068 h 548068"/>
                <a:gd name="connsiteX3" fmla="*/ 0 w 550735"/>
                <a:gd name="connsiteY3" fmla="*/ 548068 h 548068"/>
                <a:gd name="connsiteX4" fmla="*/ 0 w 550735"/>
                <a:gd name="connsiteY4" fmla="*/ 0 h 548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0735" h="548068">
                  <a:moveTo>
                    <a:pt x="0" y="0"/>
                  </a:moveTo>
                  <a:lnTo>
                    <a:pt x="550736" y="0"/>
                  </a:lnTo>
                  <a:lnTo>
                    <a:pt x="550736" y="548068"/>
                  </a:lnTo>
                  <a:lnTo>
                    <a:pt x="0" y="54806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</p:grpSp>
      <p:sp>
        <p:nvSpPr>
          <p:cNvPr id="3" name="TextBox 14">
            <a:extLst>
              <a:ext uri="{FF2B5EF4-FFF2-40B4-BE49-F238E27FC236}">
                <a16:creationId xmlns:a16="http://schemas.microsoft.com/office/drawing/2014/main" id="{EE277B57-6F07-EE20-8E34-C82E88C391BF}"/>
              </a:ext>
            </a:extLst>
          </p:cNvPr>
          <p:cNvSpPr txBox="1"/>
          <p:nvPr userDrawn="1"/>
        </p:nvSpPr>
        <p:spPr>
          <a:xfrm>
            <a:off x="288351" y="6436057"/>
            <a:ext cx="1098003" cy="193548"/>
          </a:xfrm>
          <a:prstGeom prst="rect">
            <a:avLst/>
          </a:prstGeom>
          <a:ln>
            <a:noFill/>
          </a:ln>
        </p:spPr>
        <p:txBody>
          <a:bodyPr wrap="square" lIns="0" tIns="0" rIns="0" bIns="18000" rtlCol="0" anchor="t">
            <a:spAutoFit/>
          </a:bodyPr>
          <a:lstStyle/>
          <a:p>
            <a:pPr>
              <a:lnSpc>
                <a:spcPts val="1493"/>
              </a:lnSpc>
              <a:spcBef>
                <a:spcPct val="0"/>
              </a:spcBef>
            </a:pPr>
            <a:r>
              <a:rPr lang="en-US" sz="1000" dirty="0">
                <a:solidFill>
                  <a:schemeClr val="bg1"/>
                </a:solidFill>
                <a:latin typeface="Work Sans" pitchFamily="2" charset="0"/>
              </a:rPr>
              <a:t>bip-group.com</a:t>
            </a:r>
            <a:endParaRPr lang="it-IT" dirty="0">
              <a:solidFill>
                <a:schemeClr val="bg1"/>
              </a:solidFill>
              <a:latin typeface="Work Sans" pitchFamily="2" charset="0"/>
            </a:endParaRPr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44DD3C25-9444-29F1-289D-2B0F8874A33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1572" y="5487645"/>
            <a:ext cx="6846858" cy="738664"/>
          </a:xfrm>
        </p:spPr>
        <p:txBody>
          <a:bodyPr wrap="square">
            <a:spAutoFit/>
          </a:bodyPr>
          <a:lstStyle>
            <a:lvl1pPr>
              <a:defRPr sz="4800">
                <a:solidFill>
                  <a:schemeClr val="bg1"/>
                </a:solidFill>
                <a:latin typeface="Work Sans Light" pitchFamily="2" charset="0"/>
              </a:defRPr>
            </a:lvl1pPr>
            <a:lvl5pPr>
              <a:defRPr/>
            </a:lvl5pPr>
          </a:lstStyle>
          <a:p>
            <a:pPr lvl="0"/>
            <a:r>
              <a:rPr lang="en-GB" dirty="0"/>
              <a:t>Personalized Message</a:t>
            </a:r>
          </a:p>
        </p:txBody>
      </p:sp>
    </p:spTree>
    <p:extLst>
      <p:ext uri="{BB962C8B-B14F-4D97-AF65-F5344CB8AC3E}">
        <p14:creationId xmlns:p14="http://schemas.microsoft.com/office/powerpoint/2010/main" val="19375167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2768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85">
          <p15:clr>
            <a:srgbClr val="A4A3A4"/>
          </p15:clr>
        </p15:guide>
        <p15:guide id="2" pos="3795">
          <p15:clr>
            <a:srgbClr val="A4A3A4"/>
          </p15:clr>
        </p15:guide>
        <p15:guide id="5" pos="3840">
          <p15:clr>
            <a:srgbClr val="000000"/>
          </p15:clr>
        </p15:guide>
        <p15:guide id="6" pos="3568">
          <p15:clr>
            <a:srgbClr val="FBAE40"/>
          </p15:clr>
        </p15:guide>
        <p15:guide id="7" pos="7287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53765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61">
          <p15:clr>
            <a:srgbClr val="A4A3A4"/>
          </p15:clr>
        </p15:guide>
        <p15:guide id="2" pos="5110">
          <p15:clr>
            <a:srgbClr val="A4A3A4"/>
          </p15:clr>
        </p15:guide>
        <p15:guide id="3" pos="2570">
          <p15:clr>
            <a:srgbClr val="A4A3A4"/>
          </p15:clr>
        </p15:guide>
        <p15:guide id="6" pos="5019">
          <p15:clr>
            <a:srgbClr val="A4A3A4"/>
          </p15:clr>
        </p15:guide>
        <p15:guide id="7" pos="5065">
          <p15:clr>
            <a:srgbClr val="000000"/>
          </p15:clr>
        </p15:guide>
        <p15:guide id="8" pos="2615">
          <p15:clr>
            <a:srgbClr val="000000"/>
          </p15:clr>
        </p15:guide>
        <p15:guide id="9" pos="2343">
          <p15:clr>
            <a:srgbClr val="FBAE40"/>
          </p15:clr>
        </p15:guide>
        <p15:guide id="10" pos="4793">
          <p15:clr>
            <a:srgbClr val="FBAE40"/>
          </p15:clr>
        </p15:guide>
        <p15:guide id="11" pos="7287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39636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000000"/>
          </p15:clr>
        </p15:guide>
        <p15:guide id="2" pos="5677">
          <p15:clr>
            <a:srgbClr val="000000"/>
          </p15:clr>
        </p15:guide>
        <p15:guide id="3" pos="2003">
          <p15:clr>
            <a:srgbClr val="000000"/>
          </p15:clr>
        </p15:guide>
        <p15:guide id="4" pos="3885">
          <p15:clr>
            <a:srgbClr val="A4A3A4"/>
          </p15:clr>
        </p15:guide>
        <p15:guide id="5" pos="3795">
          <p15:clr>
            <a:srgbClr val="A4A3A4"/>
          </p15:clr>
        </p15:guide>
        <p15:guide id="6" pos="5632">
          <p15:clr>
            <a:srgbClr val="A4A3A4"/>
          </p15:clr>
        </p15:guide>
        <p15:guide id="7" pos="5722">
          <p15:clr>
            <a:srgbClr val="A4A3A4"/>
          </p15:clr>
        </p15:guide>
        <p15:guide id="8" pos="2048">
          <p15:clr>
            <a:srgbClr val="A4A3A4"/>
          </p15:clr>
        </p15:guide>
        <p15:guide id="9" pos="1958">
          <p15:clr>
            <a:srgbClr val="A4A3A4"/>
          </p15:clr>
        </p15:guide>
        <p15:guide id="10" pos="3568">
          <p15:clr>
            <a:srgbClr val="FBAE40"/>
          </p15:clr>
        </p15:guide>
        <p15:guide id="11" pos="1731">
          <p15:clr>
            <a:srgbClr val="FBAE40"/>
          </p15:clr>
        </p15:guide>
        <p15:guide id="12" pos="5405">
          <p15:clr>
            <a:srgbClr val="FBAE40"/>
          </p15:clr>
        </p15:guide>
        <p15:guide id="13" pos="7287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4960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17">
          <p15:clr>
            <a:srgbClr val="000000"/>
          </p15:clr>
        </p15:guide>
        <p15:guide id="2" pos="6063">
          <p15:clr>
            <a:srgbClr val="000000"/>
          </p15:clr>
        </p15:guide>
        <p15:guide id="3" pos="4566">
          <p15:clr>
            <a:srgbClr val="000000"/>
          </p15:clr>
        </p15:guide>
        <p15:guide id="4" pos="3114">
          <p15:clr>
            <a:srgbClr val="000000"/>
          </p15:clr>
        </p15:guide>
        <p15:guide id="5" pos="3069">
          <p15:clr>
            <a:srgbClr val="A4A3A4"/>
          </p15:clr>
        </p15:guide>
        <p15:guide id="6" pos="1663">
          <p15:clr>
            <a:srgbClr val="A4A3A4"/>
          </p15:clr>
        </p15:guide>
        <p15:guide id="7" pos="1572">
          <p15:clr>
            <a:srgbClr val="A4A3A4"/>
          </p15:clr>
        </p15:guide>
        <p15:guide id="8" pos="6108">
          <p15:clr>
            <a:srgbClr val="A4A3A4"/>
          </p15:clr>
        </p15:guide>
        <p15:guide id="9" pos="6017">
          <p15:clr>
            <a:srgbClr val="A4A3A4"/>
          </p15:clr>
        </p15:guide>
        <p15:guide id="10" pos="3160">
          <p15:clr>
            <a:srgbClr val="A4A3A4"/>
          </p15:clr>
        </p15:guide>
        <p15:guide id="11" pos="4611">
          <p15:clr>
            <a:srgbClr val="A4A3A4"/>
          </p15:clr>
        </p15:guide>
        <p15:guide id="12" pos="4520">
          <p15:clr>
            <a:srgbClr val="A4A3A4"/>
          </p15:clr>
        </p15:guide>
        <p15:guide id="13" pos="2842">
          <p15:clr>
            <a:srgbClr val="FBAE40"/>
          </p15:clr>
        </p15:guide>
        <p15:guide id="14" pos="1345">
          <p15:clr>
            <a:srgbClr val="FBAE40"/>
          </p15:clr>
        </p15:guide>
        <p15:guide id="15" pos="4294">
          <p15:clr>
            <a:srgbClr val="FBAE40"/>
          </p15:clr>
        </p15:guide>
        <p15:guide id="16" pos="5790">
          <p15:clr>
            <a:srgbClr val="FBAE40"/>
          </p15:clr>
        </p15:guide>
        <p15:guide id="17" pos="728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9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5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0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5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5" Type="http://schemas.openxmlformats.org/officeDocument/2006/relationships/theme" Target="../theme/theme7.xml"/><Relationship Id="rId4" Type="http://schemas.openxmlformats.org/officeDocument/2006/relationships/slideLayout" Target="../slideLayouts/slideLayout56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9.xml"/><Relationship Id="rId7" Type="http://schemas.openxmlformats.org/officeDocument/2006/relationships/theme" Target="../theme/theme8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5" Type="http://schemas.openxmlformats.org/officeDocument/2006/relationships/slideLayout" Target="../slideLayouts/slideLayout61.xml"/><Relationship Id="rId4" Type="http://schemas.openxmlformats.org/officeDocument/2006/relationships/slideLayout" Target="../slideLayouts/slideLayout60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5.xml"/><Relationship Id="rId7" Type="http://schemas.openxmlformats.org/officeDocument/2006/relationships/theme" Target="../theme/theme9.xml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6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13" Type="http://schemas.openxmlformats.org/officeDocument/2006/relationships/slideLayout" Target="../slideLayouts/slideLayout81.xml"/><Relationship Id="rId18" Type="http://schemas.openxmlformats.org/officeDocument/2006/relationships/slideLayout" Target="../slideLayouts/slideLayout86.xml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slideLayout" Target="../slideLayouts/slideLayout80.xml"/><Relationship Id="rId17" Type="http://schemas.openxmlformats.org/officeDocument/2006/relationships/slideLayout" Target="../slideLayouts/slideLayout85.xml"/><Relationship Id="rId2" Type="http://schemas.openxmlformats.org/officeDocument/2006/relationships/slideLayout" Target="../slideLayouts/slideLayout70.xml"/><Relationship Id="rId16" Type="http://schemas.openxmlformats.org/officeDocument/2006/relationships/slideLayout" Target="../slideLayouts/slideLayout84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5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78.xml"/><Relationship Id="rId19" Type="http://schemas.openxmlformats.org/officeDocument/2006/relationships/theme" Target="../theme/theme10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Relationship Id="rId14" Type="http://schemas.openxmlformats.org/officeDocument/2006/relationships/slideLayout" Target="../slideLayouts/slideLayout82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9.xml"/><Relationship Id="rId2" Type="http://schemas.openxmlformats.org/officeDocument/2006/relationships/slideLayout" Target="../slideLayouts/slideLayout88.xml"/><Relationship Id="rId1" Type="http://schemas.openxmlformats.org/officeDocument/2006/relationships/slideLayout" Target="../slideLayouts/slideLayout87.xml"/><Relationship Id="rId5" Type="http://schemas.openxmlformats.org/officeDocument/2006/relationships/theme" Target="../theme/theme11.xml"/><Relationship Id="rId4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32EC10C-32B1-003F-E498-603D3EC4F42A}"/>
              </a:ext>
            </a:extLst>
          </p:cNvPr>
          <p:cNvGrpSpPr/>
          <p:nvPr userDrawn="1"/>
        </p:nvGrpSpPr>
        <p:grpSpPr>
          <a:xfrm>
            <a:off x="-1192696" y="55165"/>
            <a:ext cx="1104706" cy="6802835"/>
            <a:chOff x="-1192696" y="55165"/>
            <a:chExt cx="1104706" cy="68028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D702DA1-350A-6019-1CCD-E0D935FF1186}"/>
                </a:ext>
              </a:extLst>
            </p:cNvPr>
            <p:cNvGrpSpPr/>
            <p:nvPr userDrawn="1"/>
          </p:nvGrpSpPr>
          <p:grpSpPr>
            <a:xfrm>
              <a:off x="-1192696" y="283678"/>
              <a:ext cx="1104706" cy="3145322"/>
              <a:chOff x="-2141717" y="1398059"/>
              <a:chExt cx="1694244" cy="428448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48F2CF9-A073-5D17-0FA3-13E3CD62DECE}"/>
                  </a:ext>
                </a:extLst>
              </p:cNvPr>
              <p:cNvSpPr/>
              <p:nvPr userDrawn="1"/>
            </p:nvSpPr>
            <p:spPr>
              <a:xfrm>
                <a:off x="-2141717" y="1398059"/>
                <a:ext cx="847123" cy="353792"/>
              </a:xfrm>
              <a:prstGeom prst="rect">
                <a:avLst/>
              </a:prstGeom>
              <a:solidFill>
                <a:srgbClr val="DA29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l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#DA291C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F656706-0612-9B56-85B3-BD644A502750}"/>
                  </a:ext>
                </a:extLst>
              </p:cNvPr>
              <p:cNvSpPr/>
              <p:nvPr userDrawn="1"/>
            </p:nvSpPr>
            <p:spPr>
              <a:xfrm>
                <a:off x="-1294596" y="1398059"/>
                <a:ext cx="847123" cy="353792"/>
              </a:xfrm>
              <a:prstGeom prst="rect">
                <a:avLst/>
              </a:prstGeom>
              <a:solidFill>
                <a:srgbClr val="0C234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l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#0C2340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444C90B-2B5F-540C-09F5-AC5208AF3317}"/>
                  </a:ext>
                </a:extLst>
              </p:cNvPr>
              <p:cNvSpPr/>
              <p:nvPr userDrawn="1"/>
            </p:nvSpPr>
            <p:spPr>
              <a:xfrm>
                <a:off x="-2141717" y="1751851"/>
                <a:ext cx="1694244" cy="7465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l"/>
                <a:r>
                  <a:rPr lang="pt-BR" sz="800" dirty="0">
                    <a:solidFill>
                      <a:srgbClr val="0C2340"/>
                    </a:solidFill>
                    <a:latin typeface="Work Sans" pitchFamily="2" charset="0"/>
                  </a:rPr>
                  <a:t>#FFFFFF</a:t>
                </a:r>
                <a:endParaRPr lang="en-GB" sz="800" dirty="0">
                  <a:solidFill>
                    <a:srgbClr val="0C2340"/>
                  </a:solidFill>
                  <a:latin typeface="Work Sans" pitchFamily="2" charset="0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833AF8F-10CA-32F3-B6FC-D105C30CA0A8}"/>
                </a:ext>
              </a:extLst>
            </p:cNvPr>
            <p:cNvGrpSpPr/>
            <p:nvPr userDrawn="1"/>
          </p:nvGrpSpPr>
          <p:grpSpPr>
            <a:xfrm>
              <a:off x="-1192696" y="3920372"/>
              <a:ext cx="1104706" cy="2937628"/>
              <a:chOff x="-1544321" y="1938472"/>
              <a:chExt cx="1426513" cy="3689646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A5DA57B-30EC-2285-56AD-851C789A1673}"/>
                  </a:ext>
                </a:extLst>
              </p:cNvPr>
              <p:cNvSpPr/>
              <p:nvPr userDrawn="1"/>
            </p:nvSpPr>
            <p:spPr>
              <a:xfrm>
                <a:off x="-1544321" y="3168354"/>
                <a:ext cx="713257" cy="614941"/>
              </a:xfrm>
              <a:prstGeom prst="rect">
                <a:avLst/>
              </a:prstGeom>
              <a:solidFill>
                <a:srgbClr val="F976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#F97673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2BA011B-A35F-2246-BAD1-6C526FDE3863}"/>
                  </a:ext>
                </a:extLst>
              </p:cNvPr>
              <p:cNvSpPr/>
              <p:nvPr userDrawn="1"/>
            </p:nvSpPr>
            <p:spPr>
              <a:xfrm>
                <a:off x="-831065" y="3168354"/>
                <a:ext cx="713257" cy="614941"/>
              </a:xfrm>
              <a:prstGeom prst="rect">
                <a:avLst/>
              </a:prstGeom>
              <a:solidFill>
                <a:srgbClr val="9DA7B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#9DA7B3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E4732F8-C196-2E55-0977-AAFD91E28FEB}"/>
                  </a:ext>
                </a:extLst>
              </p:cNvPr>
              <p:cNvSpPr/>
              <p:nvPr userDrawn="1"/>
            </p:nvSpPr>
            <p:spPr>
              <a:xfrm>
                <a:off x="-1544321" y="3783295"/>
                <a:ext cx="713257" cy="614941"/>
              </a:xfrm>
              <a:prstGeom prst="rect">
                <a:avLst/>
              </a:prstGeom>
              <a:solidFill>
                <a:srgbClr val="ED423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#ED4239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3995341-9D18-5ED0-3C99-2EB4B83AE9C6}"/>
                  </a:ext>
                </a:extLst>
              </p:cNvPr>
              <p:cNvSpPr/>
              <p:nvPr userDrawn="1"/>
            </p:nvSpPr>
            <p:spPr>
              <a:xfrm>
                <a:off x="-831065" y="3783295"/>
                <a:ext cx="713257" cy="614941"/>
              </a:xfrm>
              <a:prstGeom prst="rect">
                <a:avLst/>
              </a:prstGeom>
              <a:solidFill>
                <a:srgbClr val="7F879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#7F8799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C4DC271-2D50-CD11-C195-B6D0B013B737}"/>
                  </a:ext>
                </a:extLst>
              </p:cNvPr>
              <p:cNvSpPr/>
              <p:nvPr userDrawn="1"/>
            </p:nvSpPr>
            <p:spPr>
              <a:xfrm>
                <a:off x="-831065" y="4398236"/>
                <a:ext cx="713257" cy="614941"/>
              </a:xfrm>
              <a:prstGeom prst="rect">
                <a:avLst/>
              </a:prstGeom>
              <a:solidFill>
                <a:srgbClr val="54657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#546579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CBA096F-AB3B-4969-9392-FABF510E3D70}"/>
                  </a:ext>
                </a:extLst>
              </p:cNvPr>
              <p:cNvSpPr/>
              <p:nvPr userDrawn="1"/>
            </p:nvSpPr>
            <p:spPr>
              <a:xfrm>
                <a:off x="-1544321" y="4398237"/>
                <a:ext cx="713257" cy="614941"/>
              </a:xfrm>
              <a:prstGeom prst="rect">
                <a:avLst/>
              </a:prstGeom>
              <a:solidFill>
                <a:srgbClr val="96111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#961111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45CCD0B-2D0D-26F3-B5AB-ADB6137E331E}"/>
                  </a:ext>
                </a:extLst>
              </p:cNvPr>
              <p:cNvSpPr/>
              <p:nvPr userDrawn="1"/>
            </p:nvSpPr>
            <p:spPr>
              <a:xfrm>
                <a:off x="-831065" y="5013177"/>
                <a:ext cx="713257" cy="614941"/>
              </a:xfrm>
              <a:prstGeom prst="rect">
                <a:avLst/>
              </a:prstGeom>
              <a:solidFill>
                <a:srgbClr val="3542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#354259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979C2A3-11C6-E822-727F-F8BBF63FBB9E}"/>
                  </a:ext>
                </a:extLst>
              </p:cNvPr>
              <p:cNvSpPr/>
              <p:nvPr userDrawn="1"/>
            </p:nvSpPr>
            <p:spPr>
              <a:xfrm>
                <a:off x="-1544321" y="5013177"/>
                <a:ext cx="713257" cy="614941"/>
              </a:xfrm>
              <a:prstGeom prst="rect">
                <a:avLst/>
              </a:prstGeom>
              <a:solidFill>
                <a:srgbClr val="3D040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#3D0404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9D4DB46-A2BA-0E5E-6F25-7A84BEC5A95E}"/>
                  </a:ext>
                </a:extLst>
              </p:cNvPr>
              <p:cNvSpPr/>
              <p:nvPr userDrawn="1"/>
            </p:nvSpPr>
            <p:spPr>
              <a:xfrm>
                <a:off x="-1544321" y="1938472"/>
                <a:ext cx="713257" cy="614941"/>
              </a:xfrm>
              <a:prstGeom prst="rect">
                <a:avLst/>
              </a:prstGeom>
              <a:solidFill>
                <a:srgbClr val="FFE3E3"/>
              </a:solidFill>
              <a:ln w="127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rgbClr val="DA291C"/>
                    </a:solidFill>
                    <a:latin typeface="Work Sans" pitchFamily="2" charset="0"/>
                  </a:rPr>
                  <a:t>#FFE3E3</a:t>
                </a:r>
                <a:endParaRPr lang="en-GB" sz="800" dirty="0">
                  <a:solidFill>
                    <a:srgbClr val="DA291C"/>
                  </a:solidFill>
                  <a:latin typeface="Work Sans" pitchFamily="2" charset="0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DBDA7BB-0A6B-A4F2-1FBB-7594902A881F}"/>
                  </a:ext>
                </a:extLst>
              </p:cNvPr>
              <p:cNvSpPr/>
              <p:nvPr userDrawn="1"/>
            </p:nvSpPr>
            <p:spPr>
              <a:xfrm>
                <a:off x="-831065" y="1938472"/>
                <a:ext cx="713257" cy="614941"/>
              </a:xfrm>
              <a:prstGeom prst="rect">
                <a:avLst/>
              </a:prstGeom>
              <a:solidFill>
                <a:srgbClr val="F1F2F3"/>
              </a:solidFill>
              <a:ln w="127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rgbClr val="0C2340"/>
                    </a:solidFill>
                    <a:latin typeface="Work Sans" pitchFamily="2" charset="0"/>
                  </a:rPr>
                  <a:t>#F1F2F3</a:t>
                </a:r>
                <a:endParaRPr lang="en-GB" sz="800" dirty="0">
                  <a:solidFill>
                    <a:srgbClr val="0C2340"/>
                  </a:solidFill>
                  <a:latin typeface="Work Sans" pitchFamily="2" charset="0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5FC5F25-F1C9-5550-2DA9-FF7C556AD5B0}"/>
                  </a:ext>
                </a:extLst>
              </p:cNvPr>
              <p:cNvSpPr/>
              <p:nvPr userDrawn="1"/>
            </p:nvSpPr>
            <p:spPr>
              <a:xfrm>
                <a:off x="-1544321" y="2553413"/>
                <a:ext cx="713257" cy="614941"/>
              </a:xfrm>
              <a:prstGeom prst="rect">
                <a:avLst/>
              </a:prstGeom>
              <a:solidFill>
                <a:srgbClr val="FCB7B3"/>
              </a:solidFill>
              <a:ln w="127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rgbClr val="DA291C"/>
                    </a:solidFill>
                    <a:latin typeface="Work Sans" pitchFamily="2" charset="0"/>
                  </a:rPr>
                  <a:t>#FCB7B3</a:t>
                </a:r>
                <a:endParaRPr lang="en-GB" sz="800" dirty="0">
                  <a:solidFill>
                    <a:srgbClr val="DA291C"/>
                  </a:solidFill>
                  <a:latin typeface="Work Sans" pitchFamily="2" charset="0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9DA6ABD-256D-8359-7743-2C008333E1ED}"/>
                  </a:ext>
                </a:extLst>
              </p:cNvPr>
              <p:cNvSpPr/>
              <p:nvPr userDrawn="1"/>
            </p:nvSpPr>
            <p:spPr>
              <a:xfrm>
                <a:off x="-831065" y="2553413"/>
                <a:ext cx="713257" cy="614941"/>
              </a:xfrm>
              <a:prstGeom prst="rect">
                <a:avLst/>
              </a:prstGeom>
              <a:solidFill>
                <a:srgbClr val="DADEE2"/>
              </a:solidFill>
              <a:ln w="127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rgbClr val="0C2340"/>
                    </a:solidFill>
                    <a:latin typeface="Work Sans" pitchFamily="2" charset="0"/>
                  </a:rPr>
                  <a:t>#DADEE2</a:t>
                </a:r>
                <a:endParaRPr lang="en-GB" sz="800" dirty="0">
                  <a:solidFill>
                    <a:srgbClr val="0C2340"/>
                  </a:solidFill>
                  <a:latin typeface="Work Sans" pitchFamily="2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A3384DB-9771-A428-2E02-8FC7225B50D6}"/>
                </a:ext>
              </a:extLst>
            </p:cNvPr>
            <p:cNvSpPr txBox="1"/>
            <p:nvPr userDrawn="1"/>
          </p:nvSpPr>
          <p:spPr>
            <a:xfrm>
              <a:off x="-1192696" y="55165"/>
              <a:ext cx="110470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pt-BR" sz="800" dirty="0">
                  <a:solidFill>
                    <a:schemeClr val="tx1">
                      <a:alpha val="60000"/>
                    </a:schemeClr>
                  </a:solidFill>
                  <a:latin typeface="Work Sans" pitchFamily="2" charset="0"/>
                </a:rPr>
                <a:t>Primary </a:t>
              </a:r>
              <a:r>
                <a:rPr lang="pt-BR" sz="800" dirty="0" err="1">
                  <a:solidFill>
                    <a:schemeClr val="tx1">
                      <a:alpha val="60000"/>
                    </a:schemeClr>
                  </a:solidFill>
                  <a:latin typeface="Work Sans" pitchFamily="2" charset="0"/>
                </a:rPr>
                <a:t>Colors</a:t>
              </a:r>
              <a:endParaRPr lang="en-GB" sz="800" dirty="0">
                <a:solidFill>
                  <a:schemeClr val="tx1">
                    <a:alpha val="60000"/>
                  </a:schemeClr>
                </a:solidFill>
                <a:latin typeface="Work Sans" pitchFamily="2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DF4BCDE-0F5B-089A-E040-96F6C1AF5207}"/>
                </a:ext>
              </a:extLst>
            </p:cNvPr>
            <p:cNvSpPr txBox="1"/>
            <p:nvPr userDrawn="1"/>
          </p:nvSpPr>
          <p:spPr>
            <a:xfrm>
              <a:off x="-1192696" y="3697357"/>
              <a:ext cx="110470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pt-BR" sz="800" dirty="0" err="1">
                  <a:solidFill>
                    <a:schemeClr val="tx1">
                      <a:alpha val="60000"/>
                    </a:schemeClr>
                  </a:solidFill>
                  <a:latin typeface="Work Sans" pitchFamily="2" charset="0"/>
                </a:rPr>
                <a:t>Support</a:t>
              </a:r>
              <a:r>
                <a:rPr lang="pt-BR" sz="800" dirty="0">
                  <a:solidFill>
                    <a:schemeClr val="tx1">
                      <a:alpha val="60000"/>
                    </a:schemeClr>
                  </a:solidFill>
                  <a:latin typeface="Work Sans" pitchFamily="2" charset="0"/>
                </a:rPr>
                <a:t> </a:t>
              </a:r>
              <a:r>
                <a:rPr lang="pt-BR" sz="800" dirty="0" err="1">
                  <a:solidFill>
                    <a:schemeClr val="tx1">
                      <a:alpha val="60000"/>
                    </a:schemeClr>
                  </a:solidFill>
                  <a:latin typeface="Work Sans" pitchFamily="2" charset="0"/>
                </a:rPr>
                <a:t>Palette</a:t>
              </a:r>
              <a:endParaRPr lang="en-GB" sz="800" dirty="0">
                <a:solidFill>
                  <a:schemeClr val="tx1">
                    <a:alpha val="60000"/>
                  </a:schemeClr>
                </a:solidFill>
                <a:latin typeface="Work San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55452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32" r:id="rId2"/>
    <p:sldLayoutId id="2147483828" r:id="rId3"/>
    <p:sldLayoutId id="2147483859" r:id="rId4"/>
    <p:sldLayoutId id="2147483829" r:id="rId5"/>
    <p:sldLayoutId id="2147483830" r:id="rId6"/>
    <p:sldLayoutId id="2147483831" r:id="rId7"/>
    <p:sldLayoutId id="2147483833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0">
          <p15:clr>
            <a:srgbClr val="F26B43"/>
          </p15:clr>
        </p15:guide>
        <p15:guide id="2" pos="166">
          <p15:clr>
            <a:srgbClr val="F26B43"/>
          </p15:clr>
        </p15:guide>
        <p15:guide id="3" pos="7514">
          <p15:clr>
            <a:srgbClr val="F26B43"/>
          </p15:clr>
        </p15:guide>
        <p15:guide id="4" orient="horz" pos="417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5C542EC-3B6F-CEE8-A747-3B8BC8A3DB95}"/>
              </a:ext>
            </a:extLst>
          </p:cNvPr>
          <p:cNvGrpSpPr/>
          <p:nvPr userDrawn="1"/>
        </p:nvGrpSpPr>
        <p:grpSpPr>
          <a:xfrm>
            <a:off x="-1192696" y="55165"/>
            <a:ext cx="1104706" cy="6802835"/>
            <a:chOff x="-1192696" y="55165"/>
            <a:chExt cx="1104706" cy="68028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7740A98C-2933-3C12-C892-D1197ED3D5D0}"/>
                </a:ext>
              </a:extLst>
            </p:cNvPr>
            <p:cNvGrpSpPr/>
            <p:nvPr userDrawn="1"/>
          </p:nvGrpSpPr>
          <p:grpSpPr>
            <a:xfrm>
              <a:off x="-1192696" y="283678"/>
              <a:ext cx="1104706" cy="3145322"/>
              <a:chOff x="-2141717" y="1398059"/>
              <a:chExt cx="1694244" cy="428448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9BB9C32-C09F-9673-BED5-B283FE650295}"/>
                  </a:ext>
                </a:extLst>
              </p:cNvPr>
              <p:cNvSpPr/>
              <p:nvPr userDrawn="1"/>
            </p:nvSpPr>
            <p:spPr>
              <a:xfrm>
                <a:off x="-2141717" y="1398059"/>
                <a:ext cx="847123" cy="353792"/>
              </a:xfrm>
              <a:prstGeom prst="rect">
                <a:avLst/>
              </a:prstGeom>
              <a:solidFill>
                <a:srgbClr val="DA29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l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#DA291C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81E159C4-5194-465A-F46C-90BD30879B66}"/>
                  </a:ext>
                </a:extLst>
              </p:cNvPr>
              <p:cNvSpPr/>
              <p:nvPr userDrawn="1"/>
            </p:nvSpPr>
            <p:spPr>
              <a:xfrm>
                <a:off x="-1294596" y="1398059"/>
                <a:ext cx="847123" cy="353792"/>
              </a:xfrm>
              <a:prstGeom prst="rect">
                <a:avLst/>
              </a:prstGeom>
              <a:solidFill>
                <a:srgbClr val="0C234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l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#0C2340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A342E801-595F-9745-6EC9-4EBD3E01D5C9}"/>
                  </a:ext>
                </a:extLst>
              </p:cNvPr>
              <p:cNvSpPr/>
              <p:nvPr userDrawn="1"/>
            </p:nvSpPr>
            <p:spPr>
              <a:xfrm>
                <a:off x="-2141717" y="1751851"/>
                <a:ext cx="1694244" cy="7465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l"/>
                <a:r>
                  <a:rPr lang="pt-BR" sz="800" dirty="0">
                    <a:solidFill>
                      <a:srgbClr val="0C2340"/>
                    </a:solidFill>
                    <a:latin typeface="Work Sans" pitchFamily="2" charset="0"/>
                  </a:rPr>
                  <a:t>#FFFFFF</a:t>
                </a:r>
                <a:endParaRPr lang="en-GB" sz="800" dirty="0">
                  <a:solidFill>
                    <a:srgbClr val="0C2340"/>
                  </a:solidFill>
                  <a:latin typeface="Work Sans" pitchFamily="2" charset="0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F743BCD-E502-7578-7C26-5305408EF956}"/>
                </a:ext>
              </a:extLst>
            </p:cNvPr>
            <p:cNvGrpSpPr/>
            <p:nvPr userDrawn="1"/>
          </p:nvGrpSpPr>
          <p:grpSpPr>
            <a:xfrm>
              <a:off x="-1192696" y="3920372"/>
              <a:ext cx="1104706" cy="2937628"/>
              <a:chOff x="-1544321" y="1938472"/>
              <a:chExt cx="1426513" cy="3689646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F7519B0-F483-76FA-9E94-86090CF6EFC8}"/>
                  </a:ext>
                </a:extLst>
              </p:cNvPr>
              <p:cNvSpPr/>
              <p:nvPr userDrawn="1"/>
            </p:nvSpPr>
            <p:spPr>
              <a:xfrm>
                <a:off x="-1544321" y="3168354"/>
                <a:ext cx="713257" cy="614941"/>
              </a:xfrm>
              <a:prstGeom prst="rect">
                <a:avLst/>
              </a:prstGeom>
              <a:solidFill>
                <a:srgbClr val="F976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#F97673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E0A95A4-22C1-305D-EDBD-206D5A5841BC}"/>
                  </a:ext>
                </a:extLst>
              </p:cNvPr>
              <p:cNvSpPr/>
              <p:nvPr userDrawn="1"/>
            </p:nvSpPr>
            <p:spPr>
              <a:xfrm>
                <a:off x="-831065" y="3168354"/>
                <a:ext cx="713257" cy="614941"/>
              </a:xfrm>
              <a:prstGeom prst="rect">
                <a:avLst/>
              </a:prstGeom>
              <a:solidFill>
                <a:srgbClr val="9DA7B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#9DA7B3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F66F155-EE17-13AC-C5B7-A2808D8415DC}"/>
                  </a:ext>
                </a:extLst>
              </p:cNvPr>
              <p:cNvSpPr/>
              <p:nvPr userDrawn="1"/>
            </p:nvSpPr>
            <p:spPr>
              <a:xfrm>
                <a:off x="-1544321" y="3783295"/>
                <a:ext cx="713257" cy="614941"/>
              </a:xfrm>
              <a:prstGeom prst="rect">
                <a:avLst/>
              </a:prstGeom>
              <a:solidFill>
                <a:srgbClr val="ED423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#ED4239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65105BE-AB92-4BE8-1A40-55EF47E3FC32}"/>
                  </a:ext>
                </a:extLst>
              </p:cNvPr>
              <p:cNvSpPr/>
              <p:nvPr userDrawn="1"/>
            </p:nvSpPr>
            <p:spPr>
              <a:xfrm>
                <a:off x="-831065" y="3783295"/>
                <a:ext cx="713257" cy="614941"/>
              </a:xfrm>
              <a:prstGeom prst="rect">
                <a:avLst/>
              </a:prstGeom>
              <a:solidFill>
                <a:srgbClr val="7F879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#7F8799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C8BC36F-4E9A-7246-2D4E-3ECEEB1A4622}"/>
                  </a:ext>
                </a:extLst>
              </p:cNvPr>
              <p:cNvSpPr/>
              <p:nvPr userDrawn="1"/>
            </p:nvSpPr>
            <p:spPr>
              <a:xfrm>
                <a:off x="-831065" y="4398236"/>
                <a:ext cx="713257" cy="614941"/>
              </a:xfrm>
              <a:prstGeom prst="rect">
                <a:avLst/>
              </a:prstGeom>
              <a:solidFill>
                <a:srgbClr val="54657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#546579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7FAF609-B438-4747-DA58-85B8E5BC7EEC}"/>
                  </a:ext>
                </a:extLst>
              </p:cNvPr>
              <p:cNvSpPr/>
              <p:nvPr userDrawn="1"/>
            </p:nvSpPr>
            <p:spPr>
              <a:xfrm>
                <a:off x="-1544321" y="4398237"/>
                <a:ext cx="713257" cy="614941"/>
              </a:xfrm>
              <a:prstGeom prst="rect">
                <a:avLst/>
              </a:prstGeom>
              <a:solidFill>
                <a:srgbClr val="96111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#961111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D78EF5F-7D1A-14CC-A135-D8FA717A227A}"/>
                  </a:ext>
                </a:extLst>
              </p:cNvPr>
              <p:cNvSpPr/>
              <p:nvPr userDrawn="1"/>
            </p:nvSpPr>
            <p:spPr>
              <a:xfrm>
                <a:off x="-831065" y="5013177"/>
                <a:ext cx="713257" cy="614941"/>
              </a:xfrm>
              <a:prstGeom prst="rect">
                <a:avLst/>
              </a:prstGeom>
              <a:solidFill>
                <a:srgbClr val="3542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#354259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DF7AB2B-D71B-B63D-6232-EF3DBBBC2F05}"/>
                  </a:ext>
                </a:extLst>
              </p:cNvPr>
              <p:cNvSpPr/>
              <p:nvPr userDrawn="1"/>
            </p:nvSpPr>
            <p:spPr>
              <a:xfrm>
                <a:off x="-1544321" y="5013177"/>
                <a:ext cx="713257" cy="614941"/>
              </a:xfrm>
              <a:prstGeom prst="rect">
                <a:avLst/>
              </a:prstGeom>
              <a:solidFill>
                <a:srgbClr val="3D040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#3D0404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924FA40-AB4C-18BB-094C-B917A56A7480}"/>
                  </a:ext>
                </a:extLst>
              </p:cNvPr>
              <p:cNvSpPr/>
              <p:nvPr userDrawn="1"/>
            </p:nvSpPr>
            <p:spPr>
              <a:xfrm>
                <a:off x="-1544321" y="1938472"/>
                <a:ext cx="713257" cy="614941"/>
              </a:xfrm>
              <a:prstGeom prst="rect">
                <a:avLst/>
              </a:prstGeom>
              <a:solidFill>
                <a:srgbClr val="FFE3E3"/>
              </a:solidFill>
              <a:ln w="127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rgbClr val="DA291C"/>
                    </a:solidFill>
                    <a:latin typeface="Work Sans" pitchFamily="2" charset="0"/>
                  </a:rPr>
                  <a:t>#FFE3E3</a:t>
                </a:r>
                <a:endParaRPr lang="en-GB" sz="800" dirty="0">
                  <a:solidFill>
                    <a:srgbClr val="DA291C"/>
                  </a:solidFill>
                  <a:latin typeface="Work Sans" pitchFamily="2" charset="0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F36E050-FA54-6FA2-B17B-462297A3B226}"/>
                  </a:ext>
                </a:extLst>
              </p:cNvPr>
              <p:cNvSpPr/>
              <p:nvPr userDrawn="1"/>
            </p:nvSpPr>
            <p:spPr>
              <a:xfrm>
                <a:off x="-831065" y="1938472"/>
                <a:ext cx="713257" cy="614941"/>
              </a:xfrm>
              <a:prstGeom prst="rect">
                <a:avLst/>
              </a:prstGeom>
              <a:solidFill>
                <a:srgbClr val="F1F2F3"/>
              </a:solidFill>
              <a:ln w="127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rgbClr val="0C2340"/>
                    </a:solidFill>
                    <a:latin typeface="Work Sans" pitchFamily="2" charset="0"/>
                  </a:rPr>
                  <a:t>#F1F2F3</a:t>
                </a:r>
                <a:endParaRPr lang="en-GB" sz="800" dirty="0">
                  <a:solidFill>
                    <a:srgbClr val="0C2340"/>
                  </a:solidFill>
                  <a:latin typeface="Work Sans" pitchFamily="2" charset="0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24377DF-74CD-B4A5-E441-75E23C8706AE}"/>
                  </a:ext>
                </a:extLst>
              </p:cNvPr>
              <p:cNvSpPr/>
              <p:nvPr userDrawn="1"/>
            </p:nvSpPr>
            <p:spPr>
              <a:xfrm>
                <a:off x="-1544321" y="2553413"/>
                <a:ext cx="713257" cy="614941"/>
              </a:xfrm>
              <a:prstGeom prst="rect">
                <a:avLst/>
              </a:prstGeom>
              <a:solidFill>
                <a:srgbClr val="FCB7B3"/>
              </a:solidFill>
              <a:ln w="127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rgbClr val="DA291C"/>
                    </a:solidFill>
                    <a:latin typeface="Work Sans" pitchFamily="2" charset="0"/>
                  </a:rPr>
                  <a:t>#FCB7B3</a:t>
                </a:r>
                <a:endParaRPr lang="en-GB" sz="800" dirty="0">
                  <a:solidFill>
                    <a:srgbClr val="DA291C"/>
                  </a:solidFill>
                  <a:latin typeface="Work Sans" pitchFamily="2" charset="0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3BFB800-40D3-A47C-F8F7-687B4A181D9C}"/>
                  </a:ext>
                </a:extLst>
              </p:cNvPr>
              <p:cNvSpPr/>
              <p:nvPr userDrawn="1"/>
            </p:nvSpPr>
            <p:spPr>
              <a:xfrm>
                <a:off x="-831065" y="2553413"/>
                <a:ext cx="713257" cy="614941"/>
              </a:xfrm>
              <a:prstGeom prst="rect">
                <a:avLst/>
              </a:prstGeom>
              <a:solidFill>
                <a:srgbClr val="DADEE2"/>
              </a:solidFill>
              <a:ln w="127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rgbClr val="0C2340"/>
                    </a:solidFill>
                    <a:latin typeface="Work Sans" pitchFamily="2" charset="0"/>
                  </a:rPr>
                  <a:t>#DADEE2</a:t>
                </a:r>
                <a:endParaRPr lang="en-GB" sz="800" dirty="0">
                  <a:solidFill>
                    <a:srgbClr val="0C2340"/>
                  </a:solidFill>
                  <a:latin typeface="Work Sans" pitchFamily="2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9CE6163-BA05-E948-BE55-940DDC46F290}"/>
                </a:ext>
              </a:extLst>
            </p:cNvPr>
            <p:cNvSpPr txBox="1"/>
            <p:nvPr userDrawn="1"/>
          </p:nvSpPr>
          <p:spPr>
            <a:xfrm>
              <a:off x="-1192696" y="55165"/>
              <a:ext cx="110470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pt-BR" sz="800" dirty="0">
                  <a:solidFill>
                    <a:schemeClr val="tx1">
                      <a:alpha val="60000"/>
                    </a:schemeClr>
                  </a:solidFill>
                  <a:latin typeface="Work Sans" pitchFamily="2" charset="0"/>
                </a:rPr>
                <a:t>Primary </a:t>
              </a:r>
              <a:r>
                <a:rPr lang="pt-BR" sz="800" dirty="0" err="1">
                  <a:solidFill>
                    <a:schemeClr val="tx1">
                      <a:alpha val="60000"/>
                    </a:schemeClr>
                  </a:solidFill>
                  <a:latin typeface="Work Sans" pitchFamily="2" charset="0"/>
                </a:rPr>
                <a:t>Colors</a:t>
              </a:r>
              <a:endParaRPr lang="en-GB" sz="800" dirty="0">
                <a:solidFill>
                  <a:schemeClr val="tx1">
                    <a:alpha val="60000"/>
                  </a:schemeClr>
                </a:solidFill>
                <a:latin typeface="Work Sans" pitchFamily="2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6AAAFB8-9E60-B74A-F71B-2B755739A347}"/>
                </a:ext>
              </a:extLst>
            </p:cNvPr>
            <p:cNvSpPr txBox="1"/>
            <p:nvPr userDrawn="1"/>
          </p:nvSpPr>
          <p:spPr>
            <a:xfrm>
              <a:off x="-1192696" y="3697357"/>
              <a:ext cx="110470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pt-BR" sz="800" dirty="0" err="1">
                  <a:solidFill>
                    <a:schemeClr val="tx1">
                      <a:alpha val="60000"/>
                    </a:schemeClr>
                  </a:solidFill>
                  <a:latin typeface="Work Sans" pitchFamily="2" charset="0"/>
                </a:rPr>
                <a:t>Support</a:t>
              </a:r>
              <a:r>
                <a:rPr lang="pt-BR" sz="800" dirty="0">
                  <a:solidFill>
                    <a:schemeClr val="tx1">
                      <a:alpha val="60000"/>
                    </a:schemeClr>
                  </a:solidFill>
                  <a:latin typeface="Work Sans" pitchFamily="2" charset="0"/>
                </a:rPr>
                <a:t> </a:t>
              </a:r>
              <a:r>
                <a:rPr lang="pt-BR" sz="800" dirty="0" err="1">
                  <a:solidFill>
                    <a:schemeClr val="tx1">
                      <a:alpha val="60000"/>
                    </a:schemeClr>
                  </a:solidFill>
                  <a:latin typeface="Work Sans" pitchFamily="2" charset="0"/>
                </a:rPr>
                <a:t>Palette</a:t>
              </a:r>
              <a:endParaRPr lang="en-GB" sz="800" dirty="0">
                <a:solidFill>
                  <a:schemeClr val="tx1">
                    <a:alpha val="60000"/>
                  </a:schemeClr>
                </a:solidFill>
                <a:latin typeface="Work San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49754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  <p:sldLayoutId id="2147483905" r:id="rId2"/>
    <p:sldLayoutId id="2147483906" r:id="rId3"/>
    <p:sldLayoutId id="2147483907" r:id="rId4"/>
    <p:sldLayoutId id="2147483908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0">
          <p15:clr>
            <a:srgbClr val="F26B43"/>
          </p15:clr>
        </p15:guide>
        <p15:guide id="2" pos="166">
          <p15:clr>
            <a:srgbClr val="F26B43"/>
          </p15:clr>
        </p15:guide>
        <p15:guide id="3" pos="7514">
          <p15:clr>
            <a:srgbClr val="F26B43"/>
          </p15:clr>
        </p15:guide>
        <p15:guide id="4" orient="horz" pos="4178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numero diapositiva 3">
            <a:extLst>
              <a:ext uri="{FF2B5EF4-FFF2-40B4-BE49-F238E27FC236}">
                <a16:creationId xmlns:a16="http://schemas.microsoft.com/office/drawing/2014/main" id="{48B86079-8055-54E2-967C-5BB6A992C7D0}"/>
              </a:ext>
            </a:extLst>
          </p:cNvPr>
          <p:cNvSpPr txBox="1">
            <a:spLocks/>
          </p:cNvSpPr>
          <p:nvPr userDrawn="1"/>
        </p:nvSpPr>
        <p:spPr>
          <a:xfrm>
            <a:off x="258396" y="6522680"/>
            <a:ext cx="494299" cy="197211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it-IT"/>
            </a:defPPr>
            <a:lvl1pPr marL="0" algn="l" defTabSz="457200" rtl="0" eaLnBrk="1" latinLnBrk="0" hangingPunct="1">
              <a:defRPr sz="600" b="0" i="0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9C18EA95-C3D3-214C-9452-EF8527DBCD86}" type="slidenum">
              <a:rPr lang="it-IT" sz="800" smtClean="0">
                <a:solidFill>
                  <a:schemeClr val="bg1"/>
                </a:solidFill>
                <a:latin typeface="+mn-lt"/>
              </a:rPr>
              <a:pPr algn="l"/>
              <a:t>‹#›</a:t>
            </a:fld>
            <a:endParaRPr lang="it-IT" sz="8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Segnaposto titolo 4"/>
          <p:cNvSpPr>
            <a:spLocks noGrp="1"/>
          </p:cNvSpPr>
          <p:nvPr>
            <p:ph type="title"/>
          </p:nvPr>
        </p:nvSpPr>
        <p:spPr>
          <a:xfrm>
            <a:off x="263525" y="312742"/>
            <a:ext cx="11667206" cy="5154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/>
              <a:t>Title here</a:t>
            </a:r>
            <a:endParaRPr lang="en-GB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62A99B5-355B-7BEA-806B-67A29F3C3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3525" y="962174"/>
            <a:ext cx="11667206" cy="54195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grpSp>
        <p:nvGrpSpPr>
          <p:cNvPr id="4" name="Graphic 6">
            <a:extLst>
              <a:ext uri="{FF2B5EF4-FFF2-40B4-BE49-F238E27FC236}">
                <a16:creationId xmlns:a16="http://schemas.microsoft.com/office/drawing/2014/main" id="{CFE8F607-729A-B18E-8492-EB138BC1913B}"/>
              </a:ext>
            </a:extLst>
          </p:cNvPr>
          <p:cNvGrpSpPr/>
          <p:nvPr userDrawn="1"/>
        </p:nvGrpSpPr>
        <p:grpSpPr>
          <a:xfrm>
            <a:off x="11618002" y="6507090"/>
            <a:ext cx="312729" cy="218045"/>
            <a:chOff x="3414712" y="1223962"/>
            <a:chExt cx="5362003" cy="3738562"/>
          </a:xfrm>
          <a:solidFill>
            <a:srgbClr val="DA291C"/>
          </a:solidFill>
        </p:grpSpPr>
        <p:sp>
          <p:nvSpPr>
            <p:cNvPr id="6" name="Freeform: Shape 22">
              <a:extLst>
                <a:ext uri="{FF2B5EF4-FFF2-40B4-BE49-F238E27FC236}">
                  <a16:creationId xmlns:a16="http://schemas.microsoft.com/office/drawing/2014/main" id="{C15BF178-B121-4DB3-1B0E-9EC8AC1288F6}"/>
                </a:ext>
              </a:extLst>
            </p:cNvPr>
            <p:cNvSpPr/>
            <p:nvPr/>
          </p:nvSpPr>
          <p:spPr>
            <a:xfrm>
              <a:off x="6326790" y="2037882"/>
              <a:ext cx="1714200" cy="2924642"/>
            </a:xfrm>
            <a:custGeom>
              <a:avLst/>
              <a:gdLst>
                <a:gd name="connsiteX0" fmla="*/ 0 w 1714200"/>
                <a:gd name="connsiteY0" fmla="*/ 1557424 h 2924642"/>
                <a:gd name="connsiteX1" fmla="*/ 16288 w 1714200"/>
                <a:gd name="connsiteY1" fmla="*/ 1557424 h 2924642"/>
                <a:gd name="connsiteX2" fmla="*/ 658463 w 1714200"/>
                <a:gd name="connsiteY2" fmla="*/ 1557424 h 2924642"/>
                <a:gd name="connsiteX3" fmla="*/ 1153477 w 1714200"/>
                <a:gd name="connsiteY3" fmla="*/ 1142229 h 2924642"/>
                <a:gd name="connsiteX4" fmla="*/ 750475 w 1714200"/>
                <a:gd name="connsiteY4" fmla="*/ 562538 h 2924642"/>
                <a:gd name="connsiteX5" fmla="*/ 653129 w 1714200"/>
                <a:gd name="connsiteY5" fmla="*/ 553775 h 2924642"/>
                <a:gd name="connsiteX6" fmla="*/ 292703 w 1714200"/>
                <a:gd name="connsiteY6" fmla="*/ 553394 h 2924642"/>
                <a:gd name="connsiteX7" fmla="*/ 277273 w 1714200"/>
                <a:gd name="connsiteY7" fmla="*/ 553394 h 2924642"/>
                <a:gd name="connsiteX8" fmla="*/ 277273 w 1714200"/>
                <a:gd name="connsiteY8" fmla="*/ 944 h 2924642"/>
                <a:gd name="connsiteX9" fmla="*/ 289655 w 1714200"/>
                <a:gd name="connsiteY9" fmla="*/ 372 h 2924642"/>
                <a:gd name="connsiteX10" fmla="*/ 658082 w 1714200"/>
                <a:gd name="connsiteY10" fmla="*/ 563 h 2924642"/>
                <a:gd name="connsiteX11" fmla="*/ 1383221 w 1714200"/>
                <a:gd name="connsiteY11" fmla="*/ 288694 h 2924642"/>
                <a:gd name="connsiteX12" fmla="*/ 1691164 w 1714200"/>
                <a:gd name="connsiteY12" fmla="*/ 835810 h 2924642"/>
                <a:gd name="connsiteX13" fmla="*/ 1712690 w 1714200"/>
                <a:gd name="connsiteY13" fmla="*/ 1107558 h 2924642"/>
                <a:gd name="connsiteX14" fmla="*/ 1424749 w 1714200"/>
                <a:gd name="connsiteY14" fmla="*/ 1780690 h 2924642"/>
                <a:gd name="connsiteX15" fmla="*/ 847915 w 1714200"/>
                <a:gd name="connsiteY15" fmla="*/ 2093205 h 2924642"/>
                <a:gd name="connsiteX16" fmla="*/ 631317 w 1714200"/>
                <a:gd name="connsiteY16" fmla="*/ 2109493 h 2924642"/>
                <a:gd name="connsiteX17" fmla="*/ 562927 w 1714200"/>
                <a:gd name="connsiteY17" fmla="*/ 2109302 h 2924642"/>
                <a:gd name="connsiteX18" fmla="*/ 552545 w 1714200"/>
                <a:gd name="connsiteY18" fmla="*/ 2119780 h 2924642"/>
                <a:gd name="connsiteX19" fmla="*/ 552545 w 1714200"/>
                <a:gd name="connsiteY19" fmla="*/ 2128924 h 2924642"/>
                <a:gd name="connsiteX20" fmla="*/ 552545 w 1714200"/>
                <a:gd name="connsiteY20" fmla="*/ 2907783 h 2924642"/>
                <a:gd name="connsiteX21" fmla="*/ 552545 w 1714200"/>
                <a:gd name="connsiteY21" fmla="*/ 2924642 h 2924642"/>
                <a:gd name="connsiteX22" fmla="*/ 95 w 1714200"/>
                <a:gd name="connsiteY22" fmla="*/ 2924642 h 2924642"/>
                <a:gd name="connsiteX23" fmla="*/ 95 w 1714200"/>
                <a:gd name="connsiteY23" fmla="*/ 1557424 h 292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14200" h="2924642">
                  <a:moveTo>
                    <a:pt x="0" y="1557424"/>
                  </a:moveTo>
                  <a:cubicBezTo>
                    <a:pt x="6477" y="1557424"/>
                    <a:pt x="11335" y="1557424"/>
                    <a:pt x="16288" y="1557424"/>
                  </a:cubicBezTo>
                  <a:cubicBezTo>
                    <a:pt x="230314" y="1557424"/>
                    <a:pt x="444341" y="1557424"/>
                    <a:pt x="658463" y="1557424"/>
                  </a:cubicBezTo>
                  <a:cubicBezTo>
                    <a:pt x="901922" y="1557424"/>
                    <a:pt x="1110901" y="1382069"/>
                    <a:pt x="1153477" y="1142229"/>
                  </a:cubicBezTo>
                  <a:cubicBezTo>
                    <a:pt x="1201388" y="872005"/>
                    <a:pt x="1019461" y="609782"/>
                    <a:pt x="750475" y="562538"/>
                  </a:cubicBezTo>
                  <a:cubicBezTo>
                    <a:pt x="718471" y="556918"/>
                    <a:pt x="685609" y="554060"/>
                    <a:pt x="653129" y="553775"/>
                  </a:cubicBezTo>
                  <a:cubicBezTo>
                    <a:pt x="533019" y="552727"/>
                    <a:pt x="412813" y="553394"/>
                    <a:pt x="292703" y="553394"/>
                  </a:cubicBezTo>
                  <a:lnTo>
                    <a:pt x="277273" y="553394"/>
                  </a:lnTo>
                  <a:lnTo>
                    <a:pt x="277273" y="944"/>
                  </a:lnTo>
                  <a:cubicBezTo>
                    <a:pt x="281559" y="753"/>
                    <a:pt x="285559" y="372"/>
                    <a:pt x="289655" y="372"/>
                  </a:cubicBezTo>
                  <a:cubicBezTo>
                    <a:pt x="412432" y="372"/>
                    <a:pt x="535305" y="-580"/>
                    <a:pt x="658082" y="563"/>
                  </a:cubicBezTo>
                  <a:cubicBezTo>
                    <a:pt x="936784" y="3134"/>
                    <a:pt x="1179862" y="97527"/>
                    <a:pt x="1383221" y="288694"/>
                  </a:cubicBezTo>
                  <a:cubicBezTo>
                    <a:pt x="1542669" y="438522"/>
                    <a:pt x="1645348" y="621402"/>
                    <a:pt x="1691164" y="835810"/>
                  </a:cubicBezTo>
                  <a:cubicBezTo>
                    <a:pt x="1710404" y="925440"/>
                    <a:pt x="1717643" y="1016213"/>
                    <a:pt x="1712690" y="1107558"/>
                  </a:cubicBezTo>
                  <a:cubicBezTo>
                    <a:pt x="1698593" y="1366733"/>
                    <a:pt x="1603248" y="1592095"/>
                    <a:pt x="1424749" y="1780690"/>
                  </a:cubicBezTo>
                  <a:cubicBezTo>
                    <a:pt x="1266920" y="1947473"/>
                    <a:pt x="1074134" y="2051676"/>
                    <a:pt x="847915" y="2093205"/>
                  </a:cubicBezTo>
                  <a:cubicBezTo>
                    <a:pt x="776288" y="2106350"/>
                    <a:pt x="703993" y="2110731"/>
                    <a:pt x="631317" y="2109493"/>
                  </a:cubicBezTo>
                  <a:cubicBezTo>
                    <a:pt x="608552" y="2109112"/>
                    <a:pt x="585692" y="2109683"/>
                    <a:pt x="562927" y="2109302"/>
                  </a:cubicBezTo>
                  <a:cubicBezTo>
                    <a:pt x="555022" y="2109207"/>
                    <a:pt x="551593" y="2111684"/>
                    <a:pt x="552545" y="2119780"/>
                  </a:cubicBezTo>
                  <a:cubicBezTo>
                    <a:pt x="552926" y="2122733"/>
                    <a:pt x="552545" y="2125876"/>
                    <a:pt x="552545" y="2128924"/>
                  </a:cubicBezTo>
                  <a:cubicBezTo>
                    <a:pt x="552545" y="2388575"/>
                    <a:pt x="552545" y="2648132"/>
                    <a:pt x="552545" y="2907783"/>
                  </a:cubicBezTo>
                  <a:cubicBezTo>
                    <a:pt x="552545" y="2913117"/>
                    <a:pt x="552545" y="2918356"/>
                    <a:pt x="552545" y="2924642"/>
                  </a:cubicBezTo>
                  <a:lnTo>
                    <a:pt x="95" y="2924642"/>
                  </a:lnTo>
                  <a:lnTo>
                    <a:pt x="95" y="1557424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8" name="Freeform: Shape 23">
              <a:extLst>
                <a:ext uri="{FF2B5EF4-FFF2-40B4-BE49-F238E27FC236}">
                  <a16:creationId xmlns:a16="http://schemas.microsoft.com/office/drawing/2014/main" id="{AFBEDC85-BD94-2DC2-E80C-AFD4DFC20200}"/>
                </a:ext>
              </a:extLst>
            </p:cNvPr>
            <p:cNvSpPr/>
            <p:nvPr/>
          </p:nvSpPr>
          <p:spPr>
            <a:xfrm>
              <a:off x="3414712" y="1223962"/>
              <a:ext cx="1713050" cy="2923604"/>
            </a:xfrm>
            <a:custGeom>
              <a:avLst/>
              <a:gdLst>
                <a:gd name="connsiteX0" fmla="*/ 276320 w 1713050"/>
                <a:gd name="connsiteY0" fmla="*/ 2923413 h 2923604"/>
                <a:gd name="connsiteX1" fmla="*/ 276320 w 1713050"/>
                <a:gd name="connsiteY1" fmla="*/ 2371439 h 2923604"/>
                <a:gd name="connsiteX2" fmla="*/ 291179 w 1713050"/>
                <a:gd name="connsiteY2" fmla="*/ 2371439 h 2923604"/>
                <a:gd name="connsiteX3" fmla="*/ 657320 w 1713050"/>
                <a:gd name="connsiteY3" fmla="*/ 2371439 h 2923604"/>
                <a:gd name="connsiteX4" fmla="*/ 1151192 w 1713050"/>
                <a:gd name="connsiteY4" fmla="*/ 1966817 h 2923604"/>
                <a:gd name="connsiteX5" fmla="*/ 749237 w 1713050"/>
                <a:gd name="connsiteY5" fmla="*/ 1376458 h 2923604"/>
                <a:gd name="connsiteX6" fmla="*/ 654177 w 1713050"/>
                <a:gd name="connsiteY6" fmla="*/ 1367790 h 2923604"/>
                <a:gd name="connsiteX7" fmla="*/ 15431 w 1713050"/>
                <a:gd name="connsiteY7" fmla="*/ 1367409 h 2923604"/>
                <a:gd name="connsiteX8" fmla="*/ 0 w 1713050"/>
                <a:gd name="connsiteY8" fmla="*/ 1367409 h 2923604"/>
                <a:gd name="connsiteX9" fmla="*/ 0 w 1713050"/>
                <a:gd name="connsiteY9" fmla="*/ 0 h 2923604"/>
                <a:gd name="connsiteX10" fmla="*/ 551021 w 1713050"/>
                <a:gd name="connsiteY10" fmla="*/ 0 h 2923604"/>
                <a:gd name="connsiteX11" fmla="*/ 551688 w 1713050"/>
                <a:gd name="connsiteY11" fmla="*/ 15431 h 2923604"/>
                <a:gd name="connsiteX12" fmla="*/ 551688 w 1713050"/>
                <a:gd name="connsiteY12" fmla="*/ 794290 h 2923604"/>
                <a:gd name="connsiteX13" fmla="*/ 551688 w 1713050"/>
                <a:gd name="connsiteY13" fmla="*/ 805720 h 2923604"/>
                <a:gd name="connsiteX14" fmla="*/ 560356 w 1713050"/>
                <a:gd name="connsiteY14" fmla="*/ 814388 h 2923604"/>
                <a:gd name="connsiteX15" fmla="*/ 605981 w 1713050"/>
                <a:gd name="connsiteY15" fmla="*/ 814388 h 2923604"/>
                <a:gd name="connsiteX16" fmla="*/ 803815 w 1713050"/>
                <a:gd name="connsiteY16" fmla="*/ 824675 h 2923604"/>
                <a:gd name="connsiteX17" fmla="*/ 1114425 w 1713050"/>
                <a:gd name="connsiteY17" fmla="*/ 917638 h 2923604"/>
                <a:gd name="connsiteX18" fmla="*/ 1411224 w 1713050"/>
                <a:gd name="connsiteY18" fmla="*/ 1130332 h 2923604"/>
                <a:gd name="connsiteX19" fmla="*/ 1696307 w 1713050"/>
                <a:gd name="connsiteY19" fmla="*/ 1682306 h 2923604"/>
                <a:gd name="connsiteX20" fmla="*/ 1429322 w 1713050"/>
                <a:gd name="connsiteY20" fmla="*/ 2588800 h 2923604"/>
                <a:gd name="connsiteX21" fmla="*/ 866204 w 1713050"/>
                <a:gd name="connsiteY21" fmla="*/ 2903887 h 2923604"/>
                <a:gd name="connsiteX22" fmla="*/ 670465 w 1713050"/>
                <a:gd name="connsiteY22" fmla="*/ 2923604 h 2923604"/>
                <a:gd name="connsiteX23" fmla="*/ 291751 w 1713050"/>
                <a:gd name="connsiteY23" fmla="*/ 2923604 h 2923604"/>
                <a:gd name="connsiteX24" fmla="*/ 276416 w 1713050"/>
                <a:gd name="connsiteY24" fmla="*/ 2923604 h 2923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13050" h="2923604">
                  <a:moveTo>
                    <a:pt x="276320" y="2923413"/>
                  </a:moveTo>
                  <a:lnTo>
                    <a:pt x="276320" y="2371439"/>
                  </a:lnTo>
                  <a:lnTo>
                    <a:pt x="291179" y="2371439"/>
                  </a:lnTo>
                  <a:cubicBezTo>
                    <a:pt x="413195" y="2371439"/>
                    <a:pt x="535305" y="2371439"/>
                    <a:pt x="657320" y="2371439"/>
                  </a:cubicBezTo>
                  <a:cubicBezTo>
                    <a:pt x="897065" y="2371439"/>
                    <a:pt x="1104233" y="2201704"/>
                    <a:pt x="1151192" y="1966817"/>
                  </a:cubicBezTo>
                  <a:cubicBezTo>
                    <a:pt x="1205770" y="1693736"/>
                    <a:pt x="1023557" y="1425607"/>
                    <a:pt x="749237" y="1376458"/>
                  </a:cubicBezTo>
                  <a:cubicBezTo>
                    <a:pt x="717995" y="1370838"/>
                    <a:pt x="685895" y="1367885"/>
                    <a:pt x="654177" y="1367790"/>
                  </a:cubicBezTo>
                  <a:cubicBezTo>
                    <a:pt x="441293" y="1367028"/>
                    <a:pt x="228314" y="1367409"/>
                    <a:pt x="15431" y="1367409"/>
                  </a:cubicBezTo>
                  <a:lnTo>
                    <a:pt x="0" y="1367409"/>
                  </a:lnTo>
                  <a:lnTo>
                    <a:pt x="0" y="0"/>
                  </a:lnTo>
                  <a:lnTo>
                    <a:pt x="551021" y="0"/>
                  </a:lnTo>
                  <a:cubicBezTo>
                    <a:pt x="551212" y="5144"/>
                    <a:pt x="551688" y="10287"/>
                    <a:pt x="551688" y="15431"/>
                  </a:cubicBezTo>
                  <a:cubicBezTo>
                    <a:pt x="551688" y="275082"/>
                    <a:pt x="551688" y="534734"/>
                    <a:pt x="551688" y="794290"/>
                  </a:cubicBezTo>
                  <a:cubicBezTo>
                    <a:pt x="551688" y="798100"/>
                    <a:pt x="551974" y="801910"/>
                    <a:pt x="551688" y="805720"/>
                  </a:cubicBezTo>
                  <a:cubicBezTo>
                    <a:pt x="551212" y="812102"/>
                    <a:pt x="553974" y="814483"/>
                    <a:pt x="560356" y="814388"/>
                  </a:cubicBezTo>
                  <a:cubicBezTo>
                    <a:pt x="575596" y="814102"/>
                    <a:pt x="590741" y="814388"/>
                    <a:pt x="605981" y="814388"/>
                  </a:cubicBezTo>
                  <a:cubicBezTo>
                    <a:pt x="672084" y="814388"/>
                    <a:pt x="738092" y="815626"/>
                    <a:pt x="803815" y="824675"/>
                  </a:cubicBezTo>
                  <a:cubicBezTo>
                    <a:pt x="912209" y="839629"/>
                    <a:pt x="1015746" y="870395"/>
                    <a:pt x="1114425" y="917638"/>
                  </a:cubicBezTo>
                  <a:cubicBezTo>
                    <a:pt x="1225868" y="970979"/>
                    <a:pt x="1325023" y="1041940"/>
                    <a:pt x="1411224" y="1130332"/>
                  </a:cubicBezTo>
                  <a:cubicBezTo>
                    <a:pt x="1562291" y="1285208"/>
                    <a:pt x="1660970" y="1468469"/>
                    <a:pt x="1696307" y="1682306"/>
                  </a:cubicBezTo>
                  <a:cubicBezTo>
                    <a:pt x="1753076" y="2026539"/>
                    <a:pt x="1665827" y="2330863"/>
                    <a:pt x="1429322" y="2588800"/>
                  </a:cubicBezTo>
                  <a:cubicBezTo>
                    <a:pt x="1276826" y="2755106"/>
                    <a:pt x="1087279" y="2858738"/>
                    <a:pt x="866204" y="2903887"/>
                  </a:cubicBezTo>
                  <a:cubicBezTo>
                    <a:pt x="801719" y="2917031"/>
                    <a:pt x="736378" y="2923699"/>
                    <a:pt x="670465" y="2923604"/>
                  </a:cubicBezTo>
                  <a:cubicBezTo>
                    <a:pt x="544259" y="2923413"/>
                    <a:pt x="418052" y="2923604"/>
                    <a:pt x="291751" y="2923604"/>
                  </a:cubicBezTo>
                  <a:lnTo>
                    <a:pt x="276416" y="2923604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" name="Freeform: Shape 24">
              <a:extLst>
                <a:ext uri="{FF2B5EF4-FFF2-40B4-BE49-F238E27FC236}">
                  <a16:creationId xmlns:a16="http://schemas.microsoft.com/office/drawing/2014/main" id="{F63745E2-4416-1049-34AB-845029F36495}"/>
                </a:ext>
              </a:extLst>
            </p:cNvPr>
            <p:cNvSpPr/>
            <p:nvPr/>
          </p:nvSpPr>
          <p:spPr>
            <a:xfrm>
              <a:off x="5430202" y="2035872"/>
              <a:ext cx="551783" cy="2105310"/>
            </a:xfrm>
            <a:custGeom>
              <a:avLst/>
              <a:gdLst>
                <a:gd name="connsiteX0" fmla="*/ 551783 w 551783"/>
                <a:gd name="connsiteY0" fmla="*/ 0 h 2105310"/>
                <a:gd name="connsiteX1" fmla="*/ 551783 w 551783"/>
                <a:gd name="connsiteY1" fmla="*/ 2105311 h 2105310"/>
                <a:gd name="connsiteX2" fmla="*/ 0 w 551783"/>
                <a:gd name="connsiteY2" fmla="*/ 2105311 h 2105310"/>
                <a:gd name="connsiteX3" fmla="*/ 0 w 551783"/>
                <a:gd name="connsiteY3" fmla="*/ 0 h 2105310"/>
                <a:gd name="connsiteX4" fmla="*/ 551783 w 551783"/>
                <a:gd name="connsiteY4" fmla="*/ 0 h 210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1783" h="2105310">
                  <a:moveTo>
                    <a:pt x="551783" y="0"/>
                  </a:moveTo>
                  <a:lnTo>
                    <a:pt x="551783" y="2105311"/>
                  </a:lnTo>
                  <a:lnTo>
                    <a:pt x="0" y="2105311"/>
                  </a:lnTo>
                  <a:lnTo>
                    <a:pt x="0" y="0"/>
                  </a:lnTo>
                  <a:lnTo>
                    <a:pt x="551783" y="0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" name="Freeform: Shape 25">
              <a:extLst>
                <a:ext uri="{FF2B5EF4-FFF2-40B4-BE49-F238E27FC236}">
                  <a16:creationId xmlns:a16="http://schemas.microsoft.com/office/drawing/2014/main" id="{72CBC726-7028-A2A2-B2C3-67C08191819F}"/>
                </a:ext>
              </a:extLst>
            </p:cNvPr>
            <p:cNvSpPr/>
            <p:nvPr/>
          </p:nvSpPr>
          <p:spPr>
            <a:xfrm>
              <a:off x="8225979" y="3593115"/>
              <a:ext cx="550735" cy="548068"/>
            </a:xfrm>
            <a:custGeom>
              <a:avLst/>
              <a:gdLst>
                <a:gd name="connsiteX0" fmla="*/ 0 w 550735"/>
                <a:gd name="connsiteY0" fmla="*/ 0 h 548068"/>
                <a:gd name="connsiteX1" fmla="*/ 550736 w 550735"/>
                <a:gd name="connsiteY1" fmla="*/ 0 h 548068"/>
                <a:gd name="connsiteX2" fmla="*/ 550736 w 550735"/>
                <a:gd name="connsiteY2" fmla="*/ 548068 h 548068"/>
                <a:gd name="connsiteX3" fmla="*/ 0 w 550735"/>
                <a:gd name="connsiteY3" fmla="*/ 548068 h 548068"/>
                <a:gd name="connsiteX4" fmla="*/ 0 w 550735"/>
                <a:gd name="connsiteY4" fmla="*/ 0 h 548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0735" h="548068">
                  <a:moveTo>
                    <a:pt x="0" y="0"/>
                  </a:moveTo>
                  <a:lnTo>
                    <a:pt x="550736" y="0"/>
                  </a:lnTo>
                  <a:lnTo>
                    <a:pt x="550736" y="548068"/>
                  </a:lnTo>
                  <a:lnTo>
                    <a:pt x="0" y="5480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0355686-187C-6410-BEF6-E8073722A51F}"/>
              </a:ext>
            </a:extLst>
          </p:cNvPr>
          <p:cNvGrpSpPr/>
          <p:nvPr userDrawn="1"/>
        </p:nvGrpSpPr>
        <p:grpSpPr>
          <a:xfrm>
            <a:off x="-1192696" y="55165"/>
            <a:ext cx="1104706" cy="6802835"/>
            <a:chOff x="-1192696" y="55165"/>
            <a:chExt cx="1104706" cy="680283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4CCDF2A-2D77-42A8-12EC-38CEE7BF58B1}"/>
                </a:ext>
              </a:extLst>
            </p:cNvPr>
            <p:cNvGrpSpPr/>
            <p:nvPr userDrawn="1"/>
          </p:nvGrpSpPr>
          <p:grpSpPr>
            <a:xfrm>
              <a:off x="-1192696" y="283678"/>
              <a:ext cx="1104706" cy="3145322"/>
              <a:chOff x="-2141717" y="1398059"/>
              <a:chExt cx="1694244" cy="428448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EF9BD0A-745B-6AAB-2BDA-5C1B97FC1995}"/>
                  </a:ext>
                </a:extLst>
              </p:cNvPr>
              <p:cNvSpPr/>
              <p:nvPr userDrawn="1"/>
            </p:nvSpPr>
            <p:spPr>
              <a:xfrm>
                <a:off x="-2141717" y="1398059"/>
                <a:ext cx="847123" cy="353792"/>
              </a:xfrm>
              <a:prstGeom prst="rect">
                <a:avLst/>
              </a:prstGeom>
              <a:solidFill>
                <a:srgbClr val="DA29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l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#DA291C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AB3EB119-0F89-BA5B-7747-08C78C28E314}"/>
                  </a:ext>
                </a:extLst>
              </p:cNvPr>
              <p:cNvSpPr/>
              <p:nvPr userDrawn="1"/>
            </p:nvSpPr>
            <p:spPr>
              <a:xfrm>
                <a:off x="-1294596" y="1398059"/>
                <a:ext cx="847123" cy="353792"/>
              </a:xfrm>
              <a:prstGeom prst="rect">
                <a:avLst/>
              </a:prstGeom>
              <a:solidFill>
                <a:srgbClr val="0C234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l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#0C2340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8E7BA8E-474D-B0BA-243B-655158B486D5}"/>
                  </a:ext>
                </a:extLst>
              </p:cNvPr>
              <p:cNvSpPr/>
              <p:nvPr userDrawn="1"/>
            </p:nvSpPr>
            <p:spPr>
              <a:xfrm>
                <a:off x="-2141717" y="1751851"/>
                <a:ext cx="1694244" cy="7465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l"/>
                <a:r>
                  <a:rPr lang="pt-BR" sz="800" dirty="0">
                    <a:solidFill>
                      <a:srgbClr val="0C2340"/>
                    </a:solidFill>
                    <a:latin typeface="Work Sans" pitchFamily="2" charset="0"/>
                  </a:rPr>
                  <a:t>#FFFFFF</a:t>
                </a:r>
                <a:endParaRPr lang="en-GB" sz="800" dirty="0">
                  <a:solidFill>
                    <a:srgbClr val="0C2340"/>
                  </a:solidFill>
                  <a:latin typeface="Work Sans" pitchFamily="2" charset="0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70EAAF6-A695-353B-81F1-21F6CBBC829D}"/>
                </a:ext>
              </a:extLst>
            </p:cNvPr>
            <p:cNvGrpSpPr/>
            <p:nvPr userDrawn="1"/>
          </p:nvGrpSpPr>
          <p:grpSpPr>
            <a:xfrm>
              <a:off x="-1192696" y="3920372"/>
              <a:ext cx="1104706" cy="2937628"/>
              <a:chOff x="-1544321" y="1938472"/>
              <a:chExt cx="1426513" cy="3689646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E273042-307E-7F69-F806-1A173E8CC3A0}"/>
                  </a:ext>
                </a:extLst>
              </p:cNvPr>
              <p:cNvSpPr/>
              <p:nvPr userDrawn="1"/>
            </p:nvSpPr>
            <p:spPr>
              <a:xfrm>
                <a:off x="-1544321" y="3168354"/>
                <a:ext cx="713257" cy="614941"/>
              </a:xfrm>
              <a:prstGeom prst="rect">
                <a:avLst/>
              </a:prstGeom>
              <a:solidFill>
                <a:srgbClr val="F976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#F97673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42C0493-B879-6434-7EFF-01D25BBB6083}"/>
                  </a:ext>
                </a:extLst>
              </p:cNvPr>
              <p:cNvSpPr/>
              <p:nvPr userDrawn="1"/>
            </p:nvSpPr>
            <p:spPr>
              <a:xfrm>
                <a:off x="-831065" y="3168354"/>
                <a:ext cx="713257" cy="614941"/>
              </a:xfrm>
              <a:prstGeom prst="rect">
                <a:avLst/>
              </a:prstGeom>
              <a:solidFill>
                <a:srgbClr val="9DA7B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#9DA7B3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D9E68A9-177D-3701-DEC1-BDFB77349644}"/>
                  </a:ext>
                </a:extLst>
              </p:cNvPr>
              <p:cNvSpPr/>
              <p:nvPr userDrawn="1"/>
            </p:nvSpPr>
            <p:spPr>
              <a:xfrm>
                <a:off x="-1544321" y="3783295"/>
                <a:ext cx="713257" cy="614941"/>
              </a:xfrm>
              <a:prstGeom prst="rect">
                <a:avLst/>
              </a:prstGeom>
              <a:solidFill>
                <a:srgbClr val="ED423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#ED4239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E5EEDFA-1C9C-0548-91F8-E739C63594A8}"/>
                  </a:ext>
                </a:extLst>
              </p:cNvPr>
              <p:cNvSpPr/>
              <p:nvPr userDrawn="1"/>
            </p:nvSpPr>
            <p:spPr>
              <a:xfrm>
                <a:off x="-831065" y="3783295"/>
                <a:ext cx="713257" cy="614941"/>
              </a:xfrm>
              <a:prstGeom prst="rect">
                <a:avLst/>
              </a:prstGeom>
              <a:solidFill>
                <a:srgbClr val="7F879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#7F8799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7A3892D-3918-1CB1-C080-7560E8C71D3E}"/>
                  </a:ext>
                </a:extLst>
              </p:cNvPr>
              <p:cNvSpPr/>
              <p:nvPr userDrawn="1"/>
            </p:nvSpPr>
            <p:spPr>
              <a:xfrm>
                <a:off x="-831065" y="4398236"/>
                <a:ext cx="713257" cy="614941"/>
              </a:xfrm>
              <a:prstGeom prst="rect">
                <a:avLst/>
              </a:prstGeom>
              <a:solidFill>
                <a:srgbClr val="54657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#546579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54D35AD-48B0-4FA9-2F58-7A0B611BBD6E}"/>
                  </a:ext>
                </a:extLst>
              </p:cNvPr>
              <p:cNvSpPr/>
              <p:nvPr userDrawn="1"/>
            </p:nvSpPr>
            <p:spPr>
              <a:xfrm>
                <a:off x="-1544321" y="4398237"/>
                <a:ext cx="713257" cy="614941"/>
              </a:xfrm>
              <a:prstGeom prst="rect">
                <a:avLst/>
              </a:prstGeom>
              <a:solidFill>
                <a:srgbClr val="96111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#961111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A9E40496-354F-6F89-B49F-9AB12976BC14}"/>
                  </a:ext>
                </a:extLst>
              </p:cNvPr>
              <p:cNvSpPr/>
              <p:nvPr userDrawn="1"/>
            </p:nvSpPr>
            <p:spPr>
              <a:xfrm>
                <a:off x="-831065" y="5013177"/>
                <a:ext cx="713257" cy="614941"/>
              </a:xfrm>
              <a:prstGeom prst="rect">
                <a:avLst/>
              </a:prstGeom>
              <a:solidFill>
                <a:srgbClr val="3542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#354259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9A83414-F093-FC59-44D6-EA52D33D01D9}"/>
                  </a:ext>
                </a:extLst>
              </p:cNvPr>
              <p:cNvSpPr/>
              <p:nvPr userDrawn="1"/>
            </p:nvSpPr>
            <p:spPr>
              <a:xfrm>
                <a:off x="-1544321" y="5013177"/>
                <a:ext cx="713257" cy="614941"/>
              </a:xfrm>
              <a:prstGeom prst="rect">
                <a:avLst/>
              </a:prstGeom>
              <a:solidFill>
                <a:srgbClr val="3D040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#3D0404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78F19D93-23AA-5080-9221-11B8E89D5B0E}"/>
                  </a:ext>
                </a:extLst>
              </p:cNvPr>
              <p:cNvSpPr/>
              <p:nvPr userDrawn="1"/>
            </p:nvSpPr>
            <p:spPr>
              <a:xfrm>
                <a:off x="-1544321" y="1938472"/>
                <a:ext cx="713257" cy="614941"/>
              </a:xfrm>
              <a:prstGeom prst="rect">
                <a:avLst/>
              </a:prstGeom>
              <a:solidFill>
                <a:srgbClr val="FFE3E3"/>
              </a:solidFill>
              <a:ln w="127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rgbClr val="DA291C"/>
                    </a:solidFill>
                    <a:latin typeface="Work Sans" pitchFamily="2" charset="0"/>
                  </a:rPr>
                  <a:t>#FFE3E3</a:t>
                </a:r>
                <a:endParaRPr lang="en-GB" sz="800" dirty="0">
                  <a:solidFill>
                    <a:srgbClr val="DA291C"/>
                  </a:solidFill>
                  <a:latin typeface="Work Sans" pitchFamily="2" charset="0"/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0C1A1515-900C-83F9-3A5E-DEAB4471ED23}"/>
                  </a:ext>
                </a:extLst>
              </p:cNvPr>
              <p:cNvSpPr/>
              <p:nvPr userDrawn="1"/>
            </p:nvSpPr>
            <p:spPr>
              <a:xfrm>
                <a:off x="-831065" y="1938472"/>
                <a:ext cx="713257" cy="614941"/>
              </a:xfrm>
              <a:prstGeom prst="rect">
                <a:avLst/>
              </a:prstGeom>
              <a:solidFill>
                <a:srgbClr val="F1F2F3"/>
              </a:solidFill>
              <a:ln w="127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rgbClr val="0C2340"/>
                    </a:solidFill>
                    <a:latin typeface="Work Sans" pitchFamily="2" charset="0"/>
                  </a:rPr>
                  <a:t>#F1F2F3</a:t>
                </a:r>
                <a:endParaRPr lang="en-GB" sz="800" dirty="0">
                  <a:solidFill>
                    <a:srgbClr val="0C2340"/>
                  </a:solidFill>
                  <a:latin typeface="Work Sans" pitchFamily="2" charset="0"/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4F28FC9-06AD-ACB5-5C16-4EA3C5C4F4DD}"/>
                  </a:ext>
                </a:extLst>
              </p:cNvPr>
              <p:cNvSpPr/>
              <p:nvPr userDrawn="1"/>
            </p:nvSpPr>
            <p:spPr>
              <a:xfrm>
                <a:off x="-1544321" y="2553413"/>
                <a:ext cx="713257" cy="614941"/>
              </a:xfrm>
              <a:prstGeom prst="rect">
                <a:avLst/>
              </a:prstGeom>
              <a:solidFill>
                <a:srgbClr val="FCB7B3"/>
              </a:solidFill>
              <a:ln w="127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rgbClr val="DA291C"/>
                    </a:solidFill>
                    <a:latin typeface="Work Sans" pitchFamily="2" charset="0"/>
                  </a:rPr>
                  <a:t>#FCB7B3</a:t>
                </a:r>
                <a:endParaRPr lang="en-GB" sz="800" dirty="0">
                  <a:solidFill>
                    <a:srgbClr val="DA291C"/>
                  </a:solidFill>
                  <a:latin typeface="Work Sans" pitchFamily="2" charset="0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09512CE2-2AAD-9A8F-5CC2-E3D19D5AA536}"/>
                  </a:ext>
                </a:extLst>
              </p:cNvPr>
              <p:cNvSpPr/>
              <p:nvPr userDrawn="1"/>
            </p:nvSpPr>
            <p:spPr>
              <a:xfrm>
                <a:off x="-831065" y="2553413"/>
                <a:ext cx="713257" cy="614941"/>
              </a:xfrm>
              <a:prstGeom prst="rect">
                <a:avLst/>
              </a:prstGeom>
              <a:solidFill>
                <a:srgbClr val="DADEE2"/>
              </a:solidFill>
              <a:ln w="127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rgbClr val="0C2340"/>
                    </a:solidFill>
                    <a:latin typeface="Work Sans" pitchFamily="2" charset="0"/>
                  </a:rPr>
                  <a:t>#DADEE2</a:t>
                </a:r>
                <a:endParaRPr lang="en-GB" sz="800" dirty="0">
                  <a:solidFill>
                    <a:srgbClr val="0C2340"/>
                  </a:solidFill>
                  <a:latin typeface="Work Sans" pitchFamily="2" charset="0"/>
                </a:endParaRP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53BC68A-8189-5D6C-E932-513FF4DB8CAD}"/>
                </a:ext>
              </a:extLst>
            </p:cNvPr>
            <p:cNvSpPr txBox="1"/>
            <p:nvPr userDrawn="1"/>
          </p:nvSpPr>
          <p:spPr>
            <a:xfrm>
              <a:off x="-1192696" y="55165"/>
              <a:ext cx="110470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pt-BR" sz="800" dirty="0">
                  <a:solidFill>
                    <a:schemeClr val="tx1">
                      <a:alpha val="60000"/>
                    </a:schemeClr>
                  </a:solidFill>
                  <a:latin typeface="Work Sans" pitchFamily="2" charset="0"/>
                </a:rPr>
                <a:t>Primary </a:t>
              </a:r>
              <a:r>
                <a:rPr lang="pt-BR" sz="800" dirty="0" err="1">
                  <a:solidFill>
                    <a:schemeClr val="tx1">
                      <a:alpha val="60000"/>
                    </a:schemeClr>
                  </a:solidFill>
                  <a:latin typeface="Work Sans" pitchFamily="2" charset="0"/>
                </a:rPr>
                <a:t>Colors</a:t>
              </a:r>
              <a:endParaRPr lang="en-GB" sz="800" dirty="0">
                <a:solidFill>
                  <a:schemeClr val="tx1">
                    <a:alpha val="60000"/>
                  </a:schemeClr>
                </a:solidFill>
                <a:latin typeface="Work Sans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14D269B-6AB0-7BF4-A58B-B2FF3CB3A776}"/>
                </a:ext>
              </a:extLst>
            </p:cNvPr>
            <p:cNvSpPr txBox="1"/>
            <p:nvPr userDrawn="1"/>
          </p:nvSpPr>
          <p:spPr>
            <a:xfrm>
              <a:off x="-1192696" y="3697357"/>
              <a:ext cx="110470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pt-BR" sz="800" dirty="0" err="1">
                  <a:solidFill>
                    <a:schemeClr val="tx1">
                      <a:alpha val="60000"/>
                    </a:schemeClr>
                  </a:solidFill>
                  <a:latin typeface="Work Sans" pitchFamily="2" charset="0"/>
                </a:rPr>
                <a:t>Support</a:t>
              </a:r>
              <a:r>
                <a:rPr lang="pt-BR" sz="800" dirty="0">
                  <a:solidFill>
                    <a:schemeClr val="tx1">
                      <a:alpha val="60000"/>
                    </a:schemeClr>
                  </a:solidFill>
                  <a:latin typeface="Work Sans" pitchFamily="2" charset="0"/>
                </a:rPr>
                <a:t> </a:t>
              </a:r>
              <a:r>
                <a:rPr lang="pt-BR" sz="800" dirty="0" err="1">
                  <a:solidFill>
                    <a:schemeClr val="tx1">
                      <a:alpha val="60000"/>
                    </a:schemeClr>
                  </a:solidFill>
                  <a:latin typeface="Work Sans" pitchFamily="2" charset="0"/>
                </a:rPr>
                <a:t>Palette</a:t>
              </a:r>
              <a:endParaRPr lang="en-GB" sz="800" dirty="0">
                <a:solidFill>
                  <a:schemeClr val="tx1">
                    <a:alpha val="60000"/>
                  </a:schemeClr>
                </a:solidFill>
                <a:latin typeface="Work San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79709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900" r:id="rId2"/>
    <p:sldLayoutId id="2147483883" r:id="rId3"/>
    <p:sldLayoutId id="2147483884" r:id="rId4"/>
    <p:sldLayoutId id="2147483885" r:id="rId5"/>
    <p:sldLayoutId id="2147483886" r:id="rId6"/>
    <p:sldLayoutId id="2147483887" r:id="rId7"/>
    <p:sldLayoutId id="2147483888" r:id="rId8"/>
    <p:sldLayoutId id="2147483889" r:id="rId9"/>
    <p:sldLayoutId id="2147483890" r:id="rId10"/>
    <p:sldLayoutId id="2147483891" r:id="rId11"/>
  </p:sldLayoutIdLst>
  <p:hf hdr="0" ftr="0" dt="0"/>
  <p:txStyles>
    <p:titleStyle>
      <a:lvl1pPr algn="l" defTabSz="609585" rtl="0" eaLnBrk="1" latinLnBrk="0" hangingPunct="1">
        <a:lnSpc>
          <a:spcPct val="90000"/>
        </a:lnSpc>
        <a:spcBef>
          <a:spcPct val="0"/>
        </a:spcBef>
        <a:buNone/>
        <a:defRPr sz="3600" b="0" i="0" kern="0" spc="0" baseline="0">
          <a:solidFill>
            <a:schemeClr val="bg1"/>
          </a:solidFill>
          <a:latin typeface="Work Sans Light" pitchFamily="2" charset="0"/>
          <a:ea typeface="+mj-ea"/>
          <a:cs typeface="+mj-cs"/>
        </a:defRPr>
      </a:lvl1pPr>
    </p:titleStyle>
    <p:bodyStyle>
      <a:lvl1pPr marL="0" indent="0" algn="l" defTabSz="609585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Tx/>
        <a:buNone/>
        <a:defRPr sz="1200" b="0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608013" indent="-608013" algn="l" defTabSz="609585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+mj-lt"/>
        <a:buNone/>
        <a:defRPr sz="1200" kern="1200" baseline="0">
          <a:solidFill>
            <a:schemeClr val="bg1"/>
          </a:solidFill>
          <a:latin typeface="+mn-lt"/>
          <a:ea typeface="+mn-ea"/>
          <a:cs typeface="+mn-cs"/>
        </a:defRPr>
      </a:lvl2pPr>
      <a:lvl3pPr marL="538163" indent="-182563" algn="l" defTabSz="609585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+mj-lt"/>
        <a:buAutoNum type="arabicPeriod"/>
        <a:defRPr sz="1200" kern="1200" baseline="0">
          <a:solidFill>
            <a:schemeClr val="bg1"/>
          </a:solidFill>
          <a:latin typeface="+mn-lt"/>
          <a:ea typeface="+mn-ea"/>
          <a:cs typeface="+mn-cs"/>
        </a:defRPr>
      </a:lvl3pPr>
      <a:lvl4pPr marL="893763" indent="-173038" algn="l" defTabSz="609585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+mj-lt"/>
        <a:buAutoNum type="alphaUcPeriod"/>
        <a:defRPr sz="1200" kern="1200" baseline="0">
          <a:solidFill>
            <a:schemeClr val="bg1"/>
          </a:solidFill>
          <a:latin typeface="+mn-lt"/>
          <a:ea typeface="+mn-ea"/>
          <a:cs typeface="+mn-cs"/>
        </a:defRPr>
      </a:lvl4pPr>
      <a:lvl5pPr marL="1260475" indent="-184150" algn="l" defTabSz="609585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bg1"/>
        </a:buClr>
        <a:buFont typeface="Wingdings" panose="05000000000000000000" pitchFamily="2" charset="2"/>
        <a:buChar char="§"/>
        <a:defRPr sz="1200" kern="1200" baseline="0">
          <a:solidFill>
            <a:schemeClr val="bg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166">
          <p15:clr>
            <a:srgbClr val="F26B43"/>
          </p15:clr>
        </p15:guide>
        <p15:guide id="3" orient="horz" pos="187">
          <p15:clr>
            <a:srgbClr val="F26B43"/>
          </p15:clr>
        </p15:guide>
        <p15:guide id="4" pos="7514">
          <p15:clr>
            <a:srgbClr val="F26B43"/>
          </p15:clr>
        </p15:guide>
        <p15:guide id="5" orient="horz" pos="4020">
          <p15:clr>
            <a:srgbClr val="F26B43"/>
          </p15:clr>
        </p15:guide>
        <p15:guide id="6" orient="horz" pos="4178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numero diapositiva 3">
            <a:extLst>
              <a:ext uri="{FF2B5EF4-FFF2-40B4-BE49-F238E27FC236}">
                <a16:creationId xmlns:a16="http://schemas.microsoft.com/office/drawing/2014/main" id="{48B86079-8055-54E2-967C-5BB6A992C7D0}"/>
              </a:ext>
            </a:extLst>
          </p:cNvPr>
          <p:cNvSpPr txBox="1">
            <a:spLocks/>
          </p:cNvSpPr>
          <p:nvPr userDrawn="1"/>
        </p:nvSpPr>
        <p:spPr>
          <a:xfrm>
            <a:off x="258396" y="6522680"/>
            <a:ext cx="494299" cy="197211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it-IT"/>
            </a:defPPr>
            <a:lvl1pPr marL="0" algn="l" defTabSz="457200" rtl="0" eaLnBrk="1" latinLnBrk="0" hangingPunct="1">
              <a:defRPr sz="600" b="0" i="0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9C18EA95-C3D3-214C-9452-EF8527DBCD86}" type="slidenum">
              <a:rPr lang="it-IT" sz="800" smtClean="0">
                <a:latin typeface="+mn-lt"/>
              </a:rPr>
              <a:pPr algn="l"/>
              <a:t>‹#›</a:t>
            </a:fld>
            <a:endParaRPr lang="it-IT" sz="800" dirty="0">
              <a:latin typeface="+mn-lt"/>
            </a:endParaRPr>
          </a:p>
        </p:txBody>
      </p:sp>
      <p:sp>
        <p:nvSpPr>
          <p:cNvPr id="5" name="Segnaposto titolo 4"/>
          <p:cNvSpPr>
            <a:spLocks noGrp="1"/>
          </p:cNvSpPr>
          <p:nvPr>
            <p:ph type="title"/>
          </p:nvPr>
        </p:nvSpPr>
        <p:spPr>
          <a:xfrm>
            <a:off x="263525" y="312742"/>
            <a:ext cx="11667206" cy="5154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/>
              <a:t>Title here</a:t>
            </a:r>
            <a:endParaRPr lang="en-GB"/>
          </a:p>
        </p:txBody>
      </p:sp>
      <p:grpSp>
        <p:nvGrpSpPr>
          <p:cNvPr id="22" name="Graphic 6">
            <a:extLst>
              <a:ext uri="{FF2B5EF4-FFF2-40B4-BE49-F238E27FC236}">
                <a16:creationId xmlns:a16="http://schemas.microsoft.com/office/drawing/2014/main" id="{0AEDAF7C-5160-AD8E-0DC4-7807EDCD172F}"/>
              </a:ext>
            </a:extLst>
          </p:cNvPr>
          <p:cNvGrpSpPr/>
          <p:nvPr/>
        </p:nvGrpSpPr>
        <p:grpSpPr>
          <a:xfrm>
            <a:off x="11618002" y="6507090"/>
            <a:ext cx="312729" cy="218045"/>
            <a:chOff x="3414712" y="1223962"/>
            <a:chExt cx="5362003" cy="3738562"/>
          </a:xfrm>
          <a:solidFill>
            <a:srgbClr val="DA291C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CB30FE0-AD6C-B08A-E8E5-34150463D083}"/>
                </a:ext>
              </a:extLst>
            </p:cNvPr>
            <p:cNvSpPr/>
            <p:nvPr/>
          </p:nvSpPr>
          <p:spPr>
            <a:xfrm>
              <a:off x="6326790" y="2037882"/>
              <a:ext cx="1714200" cy="2924642"/>
            </a:xfrm>
            <a:custGeom>
              <a:avLst/>
              <a:gdLst>
                <a:gd name="connsiteX0" fmla="*/ 0 w 1714200"/>
                <a:gd name="connsiteY0" fmla="*/ 1557424 h 2924642"/>
                <a:gd name="connsiteX1" fmla="*/ 16288 w 1714200"/>
                <a:gd name="connsiteY1" fmla="*/ 1557424 h 2924642"/>
                <a:gd name="connsiteX2" fmla="*/ 658463 w 1714200"/>
                <a:gd name="connsiteY2" fmla="*/ 1557424 h 2924642"/>
                <a:gd name="connsiteX3" fmla="*/ 1153477 w 1714200"/>
                <a:gd name="connsiteY3" fmla="*/ 1142229 h 2924642"/>
                <a:gd name="connsiteX4" fmla="*/ 750475 w 1714200"/>
                <a:gd name="connsiteY4" fmla="*/ 562538 h 2924642"/>
                <a:gd name="connsiteX5" fmla="*/ 653129 w 1714200"/>
                <a:gd name="connsiteY5" fmla="*/ 553775 h 2924642"/>
                <a:gd name="connsiteX6" fmla="*/ 292703 w 1714200"/>
                <a:gd name="connsiteY6" fmla="*/ 553394 h 2924642"/>
                <a:gd name="connsiteX7" fmla="*/ 277273 w 1714200"/>
                <a:gd name="connsiteY7" fmla="*/ 553394 h 2924642"/>
                <a:gd name="connsiteX8" fmla="*/ 277273 w 1714200"/>
                <a:gd name="connsiteY8" fmla="*/ 944 h 2924642"/>
                <a:gd name="connsiteX9" fmla="*/ 289655 w 1714200"/>
                <a:gd name="connsiteY9" fmla="*/ 372 h 2924642"/>
                <a:gd name="connsiteX10" fmla="*/ 658082 w 1714200"/>
                <a:gd name="connsiteY10" fmla="*/ 563 h 2924642"/>
                <a:gd name="connsiteX11" fmla="*/ 1383221 w 1714200"/>
                <a:gd name="connsiteY11" fmla="*/ 288694 h 2924642"/>
                <a:gd name="connsiteX12" fmla="*/ 1691164 w 1714200"/>
                <a:gd name="connsiteY12" fmla="*/ 835810 h 2924642"/>
                <a:gd name="connsiteX13" fmla="*/ 1712690 w 1714200"/>
                <a:gd name="connsiteY13" fmla="*/ 1107558 h 2924642"/>
                <a:gd name="connsiteX14" fmla="*/ 1424749 w 1714200"/>
                <a:gd name="connsiteY14" fmla="*/ 1780690 h 2924642"/>
                <a:gd name="connsiteX15" fmla="*/ 847915 w 1714200"/>
                <a:gd name="connsiteY15" fmla="*/ 2093205 h 2924642"/>
                <a:gd name="connsiteX16" fmla="*/ 631317 w 1714200"/>
                <a:gd name="connsiteY16" fmla="*/ 2109493 h 2924642"/>
                <a:gd name="connsiteX17" fmla="*/ 562927 w 1714200"/>
                <a:gd name="connsiteY17" fmla="*/ 2109302 h 2924642"/>
                <a:gd name="connsiteX18" fmla="*/ 552545 w 1714200"/>
                <a:gd name="connsiteY18" fmla="*/ 2119780 h 2924642"/>
                <a:gd name="connsiteX19" fmla="*/ 552545 w 1714200"/>
                <a:gd name="connsiteY19" fmla="*/ 2128924 h 2924642"/>
                <a:gd name="connsiteX20" fmla="*/ 552545 w 1714200"/>
                <a:gd name="connsiteY20" fmla="*/ 2907783 h 2924642"/>
                <a:gd name="connsiteX21" fmla="*/ 552545 w 1714200"/>
                <a:gd name="connsiteY21" fmla="*/ 2924642 h 2924642"/>
                <a:gd name="connsiteX22" fmla="*/ 95 w 1714200"/>
                <a:gd name="connsiteY22" fmla="*/ 2924642 h 2924642"/>
                <a:gd name="connsiteX23" fmla="*/ 95 w 1714200"/>
                <a:gd name="connsiteY23" fmla="*/ 1557424 h 292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14200" h="2924642">
                  <a:moveTo>
                    <a:pt x="0" y="1557424"/>
                  </a:moveTo>
                  <a:cubicBezTo>
                    <a:pt x="6477" y="1557424"/>
                    <a:pt x="11335" y="1557424"/>
                    <a:pt x="16288" y="1557424"/>
                  </a:cubicBezTo>
                  <a:cubicBezTo>
                    <a:pt x="230314" y="1557424"/>
                    <a:pt x="444341" y="1557424"/>
                    <a:pt x="658463" y="1557424"/>
                  </a:cubicBezTo>
                  <a:cubicBezTo>
                    <a:pt x="901922" y="1557424"/>
                    <a:pt x="1110901" y="1382069"/>
                    <a:pt x="1153477" y="1142229"/>
                  </a:cubicBezTo>
                  <a:cubicBezTo>
                    <a:pt x="1201388" y="872005"/>
                    <a:pt x="1019461" y="609782"/>
                    <a:pt x="750475" y="562538"/>
                  </a:cubicBezTo>
                  <a:cubicBezTo>
                    <a:pt x="718471" y="556918"/>
                    <a:pt x="685609" y="554060"/>
                    <a:pt x="653129" y="553775"/>
                  </a:cubicBezTo>
                  <a:cubicBezTo>
                    <a:pt x="533019" y="552727"/>
                    <a:pt x="412813" y="553394"/>
                    <a:pt x="292703" y="553394"/>
                  </a:cubicBezTo>
                  <a:lnTo>
                    <a:pt x="277273" y="553394"/>
                  </a:lnTo>
                  <a:lnTo>
                    <a:pt x="277273" y="944"/>
                  </a:lnTo>
                  <a:cubicBezTo>
                    <a:pt x="281559" y="753"/>
                    <a:pt x="285559" y="372"/>
                    <a:pt x="289655" y="372"/>
                  </a:cubicBezTo>
                  <a:cubicBezTo>
                    <a:pt x="412432" y="372"/>
                    <a:pt x="535305" y="-580"/>
                    <a:pt x="658082" y="563"/>
                  </a:cubicBezTo>
                  <a:cubicBezTo>
                    <a:pt x="936784" y="3134"/>
                    <a:pt x="1179862" y="97527"/>
                    <a:pt x="1383221" y="288694"/>
                  </a:cubicBezTo>
                  <a:cubicBezTo>
                    <a:pt x="1542669" y="438522"/>
                    <a:pt x="1645348" y="621402"/>
                    <a:pt x="1691164" y="835810"/>
                  </a:cubicBezTo>
                  <a:cubicBezTo>
                    <a:pt x="1710404" y="925440"/>
                    <a:pt x="1717643" y="1016213"/>
                    <a:pt x="1712690" y="1107558"/>
                  </a:cubicBezTo>
                  <a:cubicBezTo>
                    <a:pt x="1698593" y="1366733"/>
                    <a:pt x="1603248" y="1592095"/>
                    <a:pt x="1424749" y="1780690"/>
                  </a:cubicBezTo>
                  <a:cubicBezTo>
                    <a:pt x="1266920" y="1947473"/>
                    <a:pt x="1074134" y="2051676"/>
                    <a:pt x="847915" y="2093205"/>
                  </a:cubicBezTo>
                  <a:cubicBezTo>
                    <a:pt x="776288" y="2106350"/>
                    <a:pt x="703993" y="2110731"/>
                    <a:pt x="631317" y="2109493"/>
                  </a:cubicBezTo>
                  <a:cubicBezTo>
                    <a:pt x="608552" y="2109112"/>
                    <a:pt x="585692" y="2109683"/>
                    <a:pt x="562927" y="2109302"/>
                  </a:cubicBezTo>
                  <a:cubicBezTo>
                    <a:pt x="555022" y="2109207"/>
                    <a:pt x="551593" y="2111684"/>
                    <a:pt x="552545" y="2119780"/>
                  </a:cubicBezTo>
                  <a:cubicBezTo>
                    <a:pt x="552926" y="2122733"/>
                    <a:pt x="552545" y="2125876"/>
                    <a:pt x="552545" y="2128924"/>
                  </a:cubicBezTo>
                  <a:cubicBezTo>
                    <a:pt x="552545" y="2388575"/>
                    <a:pt x="552545" y="2648132"/>
                    <a:pt x="552545" y="2907783"/>
                  </a:cubicBezTo>
                  <a:cubicBezTo>
                    <a:pt x="552545" y="2913117"/>
                    <a:pt x="552545" y="2918356"/>
                    <a:pt x="552545" y="2924642"/>
                  </a:cubicBezTo>
                  <a:lnTo>
                    <a:pt x="95" y="2924642"/>
                  </a:lnTo>
                  <a:lnTo>
                    <a:pt x="95" y="1557424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B82BADA-C32C-04B5-DD2E-0E4B72F53EDF}"/>
                </a:ext>
              </a:extLst>
            </p:cNvPr>
            <p:cNvSpPr/>
            <p:nvPr/>
          </p:nvSpPr>
          <p:spPr>
            <a:xfrm>
              <a:off x="3414712" y="1223962"/>
              <a:ext cx="1713050" cy="2923604"/>
            </a:xfrm>
            <a:custGeom>
              <a:avLst/>
              <a:gdLst>
                <a:gd name="connsiteX0" fmla="*/ 276320 w 1713050"/>
                <a:gd name="connsiteY0" fmla="*/ 2923413 h 2923604"/>
                <a:gd name="connsiteX1" fmla="*/ 276320 w 1713050"/>
                <a:gd name="connsiteY1" fmla="*/ 2371439 h 2923604"/>
                <a:gd name="connsiteX2" fmla="*/ 291179 w 1713050"/>
                <a:gd name="connsiteY2" fmla="*/ 2371439 h 2923604"/>
                <a:gd name="connsiteX3" fmla="*/ 657320 w 1713050"/>
                <a:gd name="connsiteY3" fmla="*/ 2371439 h 2923604"/>
                <a:gd name="connsiteX4" fmla="*/ 1151192 w 1713050"/>
                <a:gd name="connsiteY4" fmla="*/ 1966817 h 2923604"/>
                <a:gd name="connsiteX5" fmla="*/ 749237 w 1713050"/>
                <a:gd name="connsiteY5" fmla="*/ 1376458 h 2923604"/>
                <a:gd name="connsiteX6" fmla="*/ 654177 w 1713050"/>
                <a:gd name="connsiteY6" fmla="*/ 1367790 h 2923604"/>
                <a:gd name="connsiteX7" fmla="*/ 15431 w 1713050"/>
                <a:gd name="connsiteY7" fmla="*/ 1367409 h 2923604"/>
                <a:gd name="connsiteX8" fmla="*/ 0 w 1713050"/>
                <a:gd name="connsiteY8" fmla="*/ 1367409 h 2923604"/>
                <a:gd name="connsiteX9" fmla="*/ 0 w 1713050"/>
                <a:gd name="connsiteY9" fmla="*/ 0 h 2923604"/>
                <a:gd name="connsiteX10" fmla="*/ 551021 w 1713050"/>
                <a:gd name="connsiteY10" fmla="*/ 0 h 2923604"/>
                <a:gd name="connsiteX11" fmla="*/ 551688 w 1713050"/>
                <a:gd name="connsiteY11" fmla="*/ 15431 h 2923604"/>
                <a:gd name="connsiteX12" fmla="*/ 551688 w 1713050"/>
                <a:gd name="connsiteY12" fmla="*/ 794290 h 2923604"/>
                <a:gd name="connsiteX13" fmla="*/ 551688 w 1713050"/>
                <a:gd name="connsiteY13" fmla="*/ 805720 h 2923604"/>
                <a:gd name="connsiteX14" fmla="*/ 560356 w 1713050"/>
                <a:gd name="connsiteY14" fmla="*/ 814388 h 2923604"/>
                <a:gd name="connsiteX15" fmla="*/ 605981 w 1713050"/>
                <a:gd name="connsiteY15" fmla="*/ 814388 h 2923604"/>
                <a:gd name="connsiteX16" fmla="*/ 803815 w 1713050"/>
                <a:gd name="connsiteY16" fmla="*/ 824675 h 2923604"/>
                <a:gd name="connsiteX17" fmla="*/ 1114425 w 1713050"/>
                <a:gd name="connsiteY17" fmla="*/ 917638 h 2923604"/>
                <a:gd name="connsiteX18" fmla="*/ 1411224 w 1713050"/>
                <a:gd name="connsiteY18" fmla="*/ 1130332 h 2923604"/>
                <a:gd name="connsiteX19" fmla="*/ 1696307 w 1713050"/>
                <a:gd name="connsiteY19" fmla="*/ 1682306 h 2923604"/>
                <a:gd name="connsiteX20" fmla="*/ 1429322 w 1713050"/>
                <a:gd name="connsiteY20" fmla="*/ 2588800 h 2923604"/>
                <a:gd name="connsiteX21" fmla="*/ 866204 w 1713050"/>
                <a:gd name="connsiteY21" fmla="*/ 2903887 h 2923604"/>
                <a:gd name="connsiteX22" fmla="*/ 670465 w 1713050"/>
                <a:gd name="connsiteY22" fmla="*/ 2923604 h 2923604"/>
                <a:gd name="connsiteX23" fmla="*/ 291751 w 1713050"/>
                <a:gd name="connsiteY23" fmla="*/ 2923604 h 2923604"/>
                <a:gd name="connsiteX24" fmla="*/ 276416 w 1713050"/>
                <a:gd name="connsiteY24" fmla="*/ 2923604 h 2923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13050" h="2923604">
                  <a:moveTo>
                    <a:pt x="276320" y="2923413"/>
                  </a:moveTo>
                  <a:lnTo>
                    <a:pt x="276320" y="2371439"/>
                  </a:lnTo>
                  <a:lnTo>
                    <a:pt x="291179" y="2371439"/>
                  </a:lnTo>
                  <a:cubicBezTo>
                    <a:pt x="413195" y="2371439"/>
                    <a:pt x="535305" y="2371439"/>
                    <a:pt x="657320" y="2371439"/>
                  </a:cubicBezTo>
                  <a:cubicBezTo>
                    <a:pt x="897065" y="2371439"/>
                    <a:pt x="1104233" y="2201704"/>
                    <a:pt x="1151192" y="1966817"/>
                  </a:cubicBezTo>
                  <a:cubicBezTo>
                    <a:pt x="1205770" y="1693736"/>
                    <a:pt x="1023557" y="1425607"/>
                    <a:pt x="749237" y="1376458"/>
                  </a:cubicBezTo>
                  <a:cubicBezTo>
                    <a:pt x="717995" y="1370838"/>
                    <a:pt x="685895" y="1367885"/>
                    <a:pt x="654177" y="1367790"/>
                  </a:cubicBezTo>
                  <a:cubicBezTo>
                    <a:pt x="441293" y="1367028"/>
                    <a:pt x="228314" y="1367409"/>
                    <a:pt x="15431" y="1367409"/>
                  </a:cubicBezTo>
                  <a:lnTo>
                    <a:pt x="0" y="1367409"/>
                  </a:lnTo>
                  <a:lnTo>
                    <a:pt x="0" y="0"/>
                  </a:lnTo>
                  <a:lnTo>
                    <a:pt x="551021" y="0"/>
                  </a:lnTo>
                  <a:cubicBezTo>
                    <a:pt x="551212" y="5144"/>
                    <a:pt x="551688" y="10287"/>
                    <a:pt x="551688" y="15431"/>
                  </a:cubicBezTo>
                  <a:cubicBezTo>
                    <a:pt x="551688" y="275082"/>
                    <a:pt x="551688" y="534734"/>
                    <a:pt x="551688" y="794290"/>
                  </a:cubicBezTo>
                  <a:cubicBezTo>
                    <a:pt x="551688" y="798100"/>
                    <a:pt x="551974" y="801910"/>
                    <a:pt x="551688" y="805720"/>
                  </a:cubicBezTo>
                  <a:cubicBezTo>
                    <a:pt x="551212" y="812102"/>
                    <a:pt x="553974" y="814483"/>
                    <a:pt x="560356" y="814388"/>
                  </a:cubicBezTo>
                  <a:cubicBezTo>
                    <a:pt x="575596" y="814102"/>
                    <a:pt x="590741" y="814388"/>
                    <a:pt x="605981" y="814388"/>
                  </a:cubicBezTo>
                  <a:cubicBezTo>
                    <a:pt x="672084" y="814388"/>
                    <a:pt x="738092" y="815626"/>
                    <a:pt x="803815" y="824675"/>
                  </a:cubicBezTo>
                  <a:cubicBezTo>
                    <a:pt x="912209" y="839629"/>
                    <a:pt x="1015746" y="870395"/>
                    <a:pt x="1114425" y="917638"/>
                  </a:cubicBezTo>
                  <a:cubicBezTo>
                    <a:pt x="1225868" y="970979"/>
                    <a:pt x="1325023" y="1041940"/>
                    <a:pt x="1411224" y="1130332"/>
                  </a:cubicBezTo>
                  <a:cubicBezTo>
                    <a:pt x="1562291" y="1285208"/>
                    <a:pt x="1660970" y="1468469"/>
                    <a:pt x="1696307" y="1682306"/>
                  </a:cubicBezTo>
                  <a:cubicBezTo>
                    <a:pt x="1753076" y="2026539"/>
                    <a:pt x="1665827" y="2330863"/>
                    <a:pt x="1429322" y="2588800"/>
                  </a:cubicBezTo>
                  <a:cubicBezTo>
                    <a:pt x="1276826" y="2755106"/>
                    <a:pt x="1087279" y="2858738"/>
                    <a:pt x="866204" y="2903887"/>
                  </a:cubicBezTo>
                  <a:cubicBezTo>
                    <a:pt x="801719" y="2917031"/>
                    <a:pt x="736378" y="2923699"/>
                    <a:pt x="670465" y="2923604"/>
                  </a:cubicBezTo>
                  <a:cubicBezTo>
                    <a:pt x="544259" y="2923413"/>
                    <a:pt x="418052" y="2923604"/>
                    <a:pt x="291751" y="2923604"/>
                  </a:cubicBezTo>
                  <a:lnTo>
                    <a:pt x="276416" y="2923604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41F6A31-F524-6913-0301-610BFEEAFC44}"/>
                </a:ext>
              </a:extLst>
            </p:cNvPr>
            <p:cNvSpPr/>
            <p:nvPr/>
          </p:nvSpPr>
          <p:spPr>
            <a:xfrm>
              <a:off x="5430202" y="2035872"/>
              <a:ext cx="551783" cy="2105310"/>
            </a:xfrm>
            <a:custGeom>
              <a:avLst/>
              <a:gdLst>
                <a:gd name="connsiteX0" fmla="*/ 551783 w 551783"/>
                <a:gd name="connsiteY0" fmla="*/ 0 h 2105310"/>
                <a:gd name="connsiteX1" fmla="*/ 551783 w 551783"/>
                <a:gd name="connsiteY1" fmla="*/ 2105311 h 2105310"/>
                <a:gd name="connsiteX2" fmla="*/ 0 w 551783"/>
                <a:gd name="connsiteY2" fmla="*/ 2105311 h 2105310"/>
                <a:gd name="connsiteX3" fmla="*/ 0 w 551783"/>
                <a:gd name="connsiteY3" fmla="*/ 0 h 2105310"/>
                <a:gd name="connsiteX4" fmla="*/ 551783 w 551783"/>
                <a:gd name="connsiteY4" fmla="*/ 0 h 210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1783" h="2105310">
                  <a:moveTo>
                    <a:pt x="551783" y="0"/>
                  </a:moveTo>
                  <a:lnTo>
                    <a:pt x="551783" y="2105311"/>
                  </a:lnTo>
                  <a:lnTo>
                    <a:pt x="0" y="2105311"/>
                  </a:lnTo>
                  <a:lnTo>
                    <a:pt x="0" y="0"/>
                  </a:lnTo>
                  <a:lnTo>
                    <a:pt x="551783" y="0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4D8D972-84DE-D2D1-B133-9D10E3CD9F14}"/>
                </a:ext>
              </a:extLst>
            </p:cNvPr>
            <p:cNvSpPr/>
            <p:nvPr/>
          </p:nvSpPr>
          <p:spPr>
            <a:xfrm>
              <a:off x="8225979" y="3593115"/>
              <a:ext cx="550735" cy="548068"/>
            </a:xfrm>
            <a:custGeom>
              <a:avLst/>
              <a:gdLst>
                <a:gd name="connsiteX0" fmla="*/ 0 w 550735"/>
                <a:gd name="connsiteY0" fmla="*/ 0 h 548068"/>
                <a:gd name="connsiteX1" fmla="*/ 550736 w 550735"/>
                <a:gd name="connsiteY1" fmla="*/ 0 h 548068"/>
                <a:gd name="connsiteX2" fmla="*/ 550736 w 550735"/>
                <a:gd name="connsiteY2" fmla="*/ 548068 h 548068"/>
                <a:gd name="connsiteX3" fmla="*/ 0 w 550735"/>
                <a:gd name="connsiteY3" fmla="*/ 548068 h 548068"/>
                <a:gd name="connsiteX4" fmla="*/ 0 w 550735"/>
                <a:gd name="connsiteY4" fmla="*/ 0 h 548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0735" h="548068">
                  <a:moveTo>
                    <a:pt x="0" y="0"/>
                  </a:moveTo>
                  <a:lnTo>
                    <a:pt x="550736" y="0"/>
                  </a:lnTo>
                  <a:lnTo>
                    <a:pt x="550736" y="548068"/>
                  </a:lnTo>
                  <a:lnTo>
                    <a:pt x="0" y="5480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62A99B5-355B-7BEA-806B-67A29F3C3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3525" y="962174"/>
            <a:ext cx="11667206" cy="54195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B19A5C9-0D31-A59C-E929-2397D9E37AF9}"/>
              </a:ext>
            </a:extLst>
          </p:cNvPr>
          <p:cNvGrpSpPr/>
          <p:nvPr userDrawn="1"/>
        </p:nvGrpSpPr>
        <p:grpSpPr>
          <a:xfrm>
            <a:off x="-1192696" y="55165"/>
            <a:ext cx="1104706" cy="6802835"/>
            <a:chOff x="-1192696" y="55165"/>
            <a:chExt cx="1104706" cy="680283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795FAC84-5294-3E88-797D-02C2FC011478}"/>
                </a:ext>
              </a:extLst>
            </p:cNvPr>
            <p:cNvGrpSpPr/>
            <p:nvPr userDrawn="1"/>
          </p:nvGrpSpPr>
          <p:grpSpPr>
            <a:xfrm>
              <a:off x="-1192696" y="283678"/>
              <a:ext cx="1104706" cy="3145322"/>
              <a:chOff x="-2141717" y="1398059"/>
              <a:chExt cx="1694244" cy="428448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BBB65855-A94B-10B2-C747-83F9B0EF713A}"/>
                  </a:ext>
                </a:extLst>
              </p:cNvPr>
              <p:cNvSpPr/>
              <p:nvPr userDrawn="1"/>
            </p:nvSpPr>
            <p:spPr>
              <a:xfrm>
                <a:off x="-2141717" y="1398059"/>
                <a:ext cx="847123" cy="353792"/>
              </a:xfrm>
              <a:prstGeom prst="rect">
                <a:avLst/>
              </a:prstGeom>
              <a:solidFill>
                <a:srgbClr val="DA29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l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#DA291C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D54E2F46-D865-D7C2-C136-CA9D39F0873A}"/>
                  </a:ext>
                </a:extLst>
              </p:cNvPr>
              <p:cNvSpPr/>
              <p:nvPr userDrawn="1"/>
            </p:nvSpPr>
            <p:spPr>
              <a:xfrm>
                <a:off x="-1294596" y="1398059"/>
                <a:ext cx="847123" cy="353792"/>
              </a:xfrm>
              <a:prstGeom prst="rect">
                <a:avLst/>
              </a:prstGeom>
              <a:solidFill>
                <a:srgbClr val="0C234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l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#0C2340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A13B95C3-031F-0240-2B1B-CC2C19B98FD4}"/>
                  </a:ext>
                </a:extLst>
              </p:cNvPr>
              <p:cNvSpPr/>
              <p:nvPr userDrawn="1"/>
            </p:nvSpPr>
            <p:spPr>
              <a:xfrm>
                <a:off x="-2141717" y="1751851"/>
                <a:ext cx="1694244" cy="7465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l"/>
                <a:r>
                  <a:rPr lang="pt-BR" sz="800" dirty="0">
                    <a:solidFill>
                      <a:srgbClr val="0C2340"/>
                    </a:solidFill>
                    <a:latin typeface="Work Sans" pitchFamily="2" charset="0"/>
                  </a:rPr>
                  <a:t>#FFFFFF</a:t>
                </a:r>
                <a:endParaRPr lang="en-GB" sz="800" dirty="0">
                  <a:solidFill>
                    <a:srgbClr val="0C2340"/>
                  </a:solidFill>
                  <a:latin typeface="Work Sans" pitchFamily="2" charset="0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D1A587C-CF04-A1F0-D9FC-C2CC60C723F8}"/>
                </a:ext>
              </a:extLst>
            </p:cNvPr>
            <p:cNvGrpSpPr/>
            <p:nvPr userDrawn="1"/>
          </p:nvGrpSpPr>
          <p:grpSpPr>
            <a:xfrm>
              <a:off x="-1192696" y="3920372"/>
              <a:ext cx="1104706" cy="2937628"/>
              <a:chOff x="-1544321" y="1938472"/>
              <a:chExt cx="1426513" cy="3689646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606C636-F241-1C17-6F93-359E692B8D98}"/>
                  </a:ext>
                </a:extLst>
              </p:cNvPr>
              <p:cNvSpPr/>
              <p:nvPr userDrawn="1"/>
            </p:nvSpPr>
            <p:spPr>
              <a:xfrm>
                <a:off x="-1544321" y="3168354"/>
                <a:ext cx="713257" cy="614941"/>
              </a:xfrm>
              <a:prstGeom prst="rect">
                <a:avLst/>
              </a:prstGeom>
              <a:solidFill>
                <a:srgbClr val="F976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#F97673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B26459C-363B-6DEF-7E9F-442717B3778E}"/>
                  </a:ext>
                </a:extLst>
              </p:cNvPr>
              <p:cNvSpPr/>
              <p:nvPr userDrawn="1"/>
            </p:nvSpPr>
            <p:spPr>
              <a:xfrm>
                <a:off x="-831065" y="3168354"/>
                <a:ext cx="713257" cy="614941"/>
              </a:xfrm>
              <a:prstGeom prst="rect">
                <a:avLst/>
              </a:prstGeom>
              <a:solidFill>
                <a:srgbClr val="9DA7B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#9DA7B3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A248EE4-896C-5230-85A9-642757E49F94}"/>
                  </a:ext>
                </a:extLst>
              </p:cNvPr>
              <p:cNvSpPr/>
              <p:nvPr userDrawn="1"/>
            </p:nvSpPr>
            <p:spPr>
              <a:xfrm>
                <a:off x="-1544321" y="3783295"/>
                <a:ext cx="713257" cy="614941"/>
              </a:xfrm>
              <a:prstGeom prst="rect">
                <a:avLst/>
              </a:prstGeom>
              <a:solidFill>
                <a:srgbClr val="ED423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#ED4239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ECC30E1-E97B-9793-448D-21CFF3650851}"/>
                  </a:ext>
                </a:extLst>
              </p:cNvPr>
              <p:cNvSpPr/>
              <p:nvPr userDrawn="1"/>
            </p:nvSpPr>
            <p:spPr>
              <a:xfrm>
                <a:off x="-831065" y="3783295"/>
                <a:ext cx="713257" cy="614941"/>
              </a:xfrm>
              <a:prstGeom prst="rect">
                <a:avLst/>
              </a:prstGeom>
              <a:solidFill>
                <a:srgbClr val="7F879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#7F8799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6E67A09-BDF0-1054-BD2B-B6CC5839BE5D}"/>
                  </a:ext>
                </a:extLst>
              </p:cNvPr>
              <p:cNvSpPr/>
              <p:nvPr userDrawn="1"/>
            </p:nvSpPr>
            <p:spPr>
              <a:xfrm>
                <a:off x="-831065" y="4398236"/>
                <a:ext cx="713257" cy="614941"/>
              </a:xfrm>
              <a:prstGeom prst="rect">
                <a:avLst/>
              </a:prstGeom>
              <a:solidFill>
                <a:srgbClr val="54657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#546579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B7FCD09-A0DB-EFD2-1F0B-35BAFF27365B}"/>
                  </a:ext>
                </a:extLst>
              </p:cNvPr>
              <p:cNvSpPr/>
              <p:nvPr userDrawn="1"/>
            </p:nvSpPr>
            <p:spPr>
              <a:xfrm>
                <a:off x="-1544321" y="4398237"/>
                <a:ext cx="713257" cy="614941"/>
              </a:xfrm>
              <a:prstGeom prst="rect">
                <a:avLst/>
              </a:prstGeom>
              <a:solidFill>
                <a:srgbClr val="96111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#961111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601C267-2674-A2BF-5801-2298A89AA9B5}"/>
                  </a:ext>
                </a:extLst>
              </p:cNvPr>
              <p:cNvSpPr/>
              <p:nvPr userDrawn="1"/>
            </p:nvSpPr>
            <p:spPr>
              <a:xfrm>
                <a:off x="-831065" y="5013177"/>
                <a:ext cx="713257" cy="614941"/>
              </a:xfrm>
              <a:prstGeom prst="rect">
                <a:avLst/>
              </a:prstGeom>
              <a:solidFill>
                <a:srgbClr val="3542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#354259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371D873-2A43-C164-DB42-F5F2B52943F5}"/>
                  </a:ext>
                </a:extLst>
              </p:cNvPr>
              <p:cNvSpPr/>
              <p:nvPr userDrawn="1"/>
            </p:nvSpPr>
            <p:spPr>
              <a:xfrm>
                <a:off x="-1544321" y="5013177"/>
                <a:ext cx="713257" cy="614941"/>
              </a:xfrm>
              <a:prstGeom prst="rect">
                <a:avLst/>
              </a:prstGeom>
              <a:solidFill>
                <a:srgbClr val="3D040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#3D0404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8BBD594-0E02-8213-7DBD-291F04F431D4}"/>
                  </a:ext>
                </a:extLst>
              </p:cNvPr>
              <p:cNvSpPr/>
              <p:nvPr userDrawn="1"/>
            </p:nvSpPr>
            <p:spPr>
              <a:xfrm>
                <a:off x="-1544321" y="1938472"/>
                <a:ext cx="713257" cy="614941"/>
              </a:xfrm>
              <a:prstGeom prst="rect">
                <a:avLst/>
              </a:prstGeom>
              <a:solidFill>
                <a:srgbClr val="FFE3E3"/>
              </a:solidFill>
              <a:ln w="127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rgbClr val="DA291C"/>
                    </a:solidFill>
                    <a:latin typeface="Work Sans" pitchFamily="2" charset="0"/>
                  </a:rPr>
                  <a:t>#FFE3E3</a:t>
                </a:r>
                <a:endParaRPr lang="en-GB" sz="800" dirty="0">
                  <a:solidFill>
                    <a:srgbClr val="DA291C"/>
                  </a:solidFill>
                  <a:latin typeface="Work Sans" pitchFamily="2" charset="0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7BE1352-1E43-A27F-7E79-07B9BA62D864}"/>
                  </a:ext>
                </a:extLst>
              </p:cNvPr>
              <p:cNvSpPr/>
              <p:nvPr userDrawn="1"/>
            </p:nvSpPr>
            <p:spPr>
              <a:xfrm>
                <a:off x="-831065" y="1938472"/>
                <a:ext cx="713257" cy="614941"/>
              </a:xfrm>
              <a:prstGeom prst="rect">
                <a:avLst/>
              </a:prstGeom>
              <a:solidFill>
                <a:srgbClr val="F1F2F3"/>
              </a:solidFill>
              <a:ln w="127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rgbClr val="0C2340"/>
                    </a:solidFill>
                    <a:latin typeface="Work Sans" pitchFamily="2" charset="0"/>
                  </a:rPr>
                  <a:t>#F1F2F3</a:t>
                </a:r>
                <a:endParaRPr lang="en-GB" sz="800" dirty="0">
                  <a:solidFill>
                    <a:srgbClr val="0C2340"/>
                  </a:solidFill>
                  <a:latin typeface="Work Sans" pitchFamily="2" charset="0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036081C9-D55F-C532-1F44-74B6A2E5512A}"/>
                  </a:ext>
                </a:extLst>
              </p:cNvPr>
              <p:cNvSpPr/>
              <p:nvPr userDrawn="1"/>
            </p:nvSpPr>
            <p:spPr>
              <a:xfrm>
                <a:off x="-1544321" y="2553413"/>
                <a:ext cx="713257" cy="614941"/>
              </a:xfrm>
              <a:prstGeom prst="rect">
                <a:avLst/>
              </a:prstGeom>
              <a:solidFill>
                <a:srgbClr val="FCB7B3"/>
              </a:solidFill>
              <a:ln w="127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rgbClr val="DA291C"/>
                    </a:solidFill>
                    <a:latin typeface="Work Sans" pitchFamily="2" charset="0"/>
                  </a:rPr>
                  <a:t>#FCB7B3</a:t>
                </a:r>
                <a:endParaRPr lang="en-GB" sz="800" dirty="0">
                  <a:solidFill>
                    <a:srgbClr val="DA291C"/>
                  </a:solidFill>
                  <a:latin typeface="Work Sans" pitchFamily="2" charset="0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2970E4D-17F8-8F7E-F4BB-EB169AB4F889}"/>
                  </a:ext>
                </a:extLst>
              </p:cNvPr>
              <p:cNvSpPr/>
              <p:nvPr userDrawn="1"/>
            </p:nvSpPr>
            <p:spPr>
              <a:xfrm>
                <a:off x="-831065" y="2553413"/>
                <a:ext cx="713257" cy="614941"/>
              </a:xfrm>
              <a:prstGeom prst="rect">
                <a:avLst/>
              </a:prstGeom>
              <a:solidFill>
                <a:srgbClr val="DADEE2"/>
              </a:solidFill>
              <a:ln w="127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rgbClr val="0C2340"/>
                    </a:solidFill>
                    <a:latin typeface="Work Sans" pitchFamily="2" charset="0"/>
                  </a:rPr>
                  <a:t>#DADEE2</a:t>
                </a:r>
                <a:endParaRPr lang="en-GB" sz="800" dirty="0">
                  <a:solidFill>
                    <a:srgbClr val="0C2340"/>
                  </a:solidFill>
                  <a:latin typeface="Work Sans" pitchFamily="2" charset="0"/>
                </a:endParaRP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F13597C-5EE1-724D-3760-0913C7516DE5}"/>
                </a:ext>
              </a:extLst>
            </p:cNvPr>
            <p:cNvSpPr txBox="1"/>
            <p:nvPr userDrawn="1"/>
          </p:nvSpPr>
          <p:spPr>
            <a:xfrm>
              <a:off x="-1192696" y="55165"/>
              <a:ext cx="110470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pt-BR" sz="800" dirty="0">
                  <a:solidFill>
                    <a:schemeClr val="tx1">
                      <a:alpha val="60000"/>
                    </a:schemeClr>
                  </a:solidFill>
                  <a:latin typeface="Work Sans" pitchFamily="2" charset="0"/>
                </a:rPr>
                <a:t>Primary </a:t>
              </a:r>
              <a:r>
                <a:rPr lang="pt-BR" sz="800" dirty="0" err="1">
                  <a:solidFill>
                    <a:schemeClr val="tx1">
                      <a:alpha val="60000"/>
                    </a:schemeClr>
                  </a:solidFill>
                  <a:latin typeface="Work Sans" pitchFamily="2" charset="0"/>
                </a:rPr>
                <a:t>Colors</a:t>
              </a:r>
              <a:endParaRPr lang="en-GB" sz="800" dirty="0">
                <a:solidFill>
                  <a:schemeClr val="tx1">
                    <a:alpha val="60000"/>
                  </a:schemeClr>
                </a:solidFill>
                <a:latin typeface="Work Sans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99CF6C7-8AC1-E2A9-1ED1-5FDC0C54F065}"/>
                </a:ext>
              </a:extLst>
            </p:cNvPr>
            <p:cNvSpPr txBox="1"/>
            <p:nvPr userDrawn="1"/>
          </p:nvSpPr>
          <p:spPr>
            <a:xfrm>
              <a:off x="-1192696" y="3697357"/>
              <a:ext cx="110470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pt-BR" sz="800" dirty="0" err="1">
                  <a:solidFill>
                    <a:schemeClr val="tx1">
                      <a:alpha val="60000"/>
                    </a:schemeClr>
                  </a:solidFill>
                  <a:latin typeface="Work Sans" pitchFamily="2" charset="0"/>
                </a:rPr>
                <a:t>Support</a:t>
              </a:r>
              <a:r>
                <a:rPr lang="pt-BR" sz="800" dirty="0">
                  <a:solidFill>
                    <a:schemeClr val="tx1">
                      <a:alpha val="60000"/>
                    </a:schemeClr>
                  </a:solidFill>
                  <a:latin typeface="Work Sans" pitchFamily="2" charset="0"/>
                </a:rPr>
                <a:t> </a:t>
              </a:r>
              <a:r>
                <a:rPr lang="pt-BR" sz="800" dirty="0" err="1">
                  <a:solidFill>
                    <a:schemeClr val="tx1">
                      <a:alpha val="60000"/>
                    </a:schemeClr>
                  </a:solidFill>
                  <a:latin typeface="Work Sans" pitchFamily="2" charset="0"/>
                </a:rPr>
                <a:t>Palette</a:t>
              </a:r>
              <a:endParaRPr lang="en-GB" sz="800" dirty="0">
                <a:solidFill>
                  <a:schemeClr val="tx1">
                    <a:alpha val="60000"/>
                  </a:schemeClr>
                </a:solidFill>
                <a:latin typeface="Work San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53424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858" r:id="rId2"/>
    <p:sldLayoutId id="2147483843" r:id="rId3"/>
    <p:sldLayoutId id="2147483842" r:id="rId4"/>
    <p:sldLayoutId id="2147483852" r:id="rId5"/>
    <p:sldLayoutId id="2147483853" r:id="rId6"/>
    <p:sldLayoutId id="2147483854" r:id="rId7"/>
    <p:sldLayoutId id="2147483855" r:id="rId8"/>
    <p:sldLayoutId id="2147483856" r:id="rId9"/>
    <p:sldLayoutId id="2147483857" r:id="rId10"/>
    <p:sldLayoutId id="2147483844" r:id="rId11"/>
  </p:sldLayoutIdLst>
  <p:hf hdr="0" ftr="0" dt="0"/>
  <p:txStyles>
    <p:titleStyle>
      <a:lvl1pPr algn="l" defTabSz="609585" rtl="0" eaLnBrk="1" latinLnBrk="0" hangingPunct="1">
        <a:lnSpc>
          <a:spcPct val="90000"/>
        </a:lnSpc>
        <a:spcBef>
          <a:spcPct val="0"/>
        </a:spcBef>
        <a:buNone/>
        <a:defRPr sz="3600" b="0" i="0" kern="0" spc="0" baseline="0">
          <a:solidFill>
            <a:srgbClr val="0C2340"/>
          </a:solidFill>
          <a:latin typeface="Work Sans Light" pitchFamily="2" charset="0"/>
          <a:ea typeface="+mj-ea"/>
          <a:cs typeface="+mj-cs"/>
        </a:defRPr>
      </a:lvl1pPr>
    </p:titleStyle>
    <p:bodyStyle>
      <a:lvl1pPr marL="0" indent="0" algn="l" defTabSz="609585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Tx/>
        <a:buNone/>
        <a:defRPr sz="1200" b="0" kern="1200" baseline="0">
          <a:solidFill>
            <a:srgbClr val="0C2340"/>
          </a:solidFill>
          <a:latin typeface="+mn-lt"/>
          <a:ea typeface="+mn-ea"/>
          <a:cs typeface="+mn-cs"/>
        </a:defRPr>
      </a:lvl1pPr>
      <a:lvl2pPr marL="608013" indent="-608013" algn="l" defTabSz="609585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+mj-lt"/>
        <a:buNone/>
        <a:defRPr sz="1200" kern="1200" baseline="0">
          <a:solidFill>
            <a:srgbClr val="0C2340"/>
          </a:solidFill>
          <a:latin typeface="+mn-lt"/>
          <a:ea typeface="+mn-ea"/>
          <a:cs typeface="+mn-cs"/>
        </a:defRPr>
      </a:lvl2pPr>
      <a:lvl3pPr marL="538163" indent="-182563" algn="l" defTabSz="609585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+mj-lt"/>
        <a:buAutoNum type="arabicPeriod"/>
        <a:defRPr sz="1200" kern="1200" baseline="0">
          <a:solidFill>
            <a:srgbClr val="0C2340"/>
          </a:solidFill>
          <a:latin typeface="+mn-lt"/>
          <a:ea typeface="+mn-ea"/>
          <a:cs typeface="+mn-cs"/>
        </a:defRPr>
      </a:lvl3pPr>
      <a:lvl4pPr marL="893763" indent="-173038" algn="l" defTabSz="609585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+mj-lt"/>
        <a:buAutoNum type="alphaUcPeriod"/>
        <a:defRPr sz="1200" kern="1200" baseline="0">
          <a:solidFill>
            <a:srgbClr val="0C2340"/>
          </a:solidFill>
          <a:latin typeface="+mn-lt"/>
          <a:ea typeface="+mn-ea"/>
          <a:cs typeface="+mn-cs"/>
        </a:defRPr>
      </a:lvl4pPr>
      <a:lvl5pPr marL="1260475" indent="-184150" algn="l" defTabSz="609585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DA291C"/>
        </a:buClr>
        <a:buFont typeface="Wingdings" panose="05000000000000000000" pitchFamily="2" charset="2"/>
        <a:buChar char="§"/>
        <a:defRPr sz="1200" kern="1200" baseline="0">
          <a:solidFill>
            <a:srgbClr val="DA291C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166">
          <p15:clr>
            <a:srgbClr val="F26B43"/>
          </p15:clr>
        </p15:guide>
        <p15:guide id="3" orient="horz" pos="187">
          <p15:clr>
            <a:srgbClr val="F26B43"/>
          </p15:clr>
        </p15:guide>
        <p15:guide id="4" pos="7514">
          <p15:clr>
            <a:srgbClr val="F26B43"/>
          </p15:clr>
        </p15:guide>
        <p15:guide id="5" orient="horz" pos="4020">
          <p15:clr>
            <a:srgbClr val="F26B43"/>
          </p15:clr>
        </p15:guide>
        <p15:guide id="6" orient="horz" pos="4178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A29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numero diapositiva 3">
            <a:extLst>
              <a:ext uri="{FF2B5EF4-FFF2-40B4-BE49-F238E27FC236}">
                <a16:creationId xmlns:a16="http://schemas.microsoft.com/office/drawing/2014/main" id="{48B86079-8055-54E2-967C-5BB6A992C7D0}"/>
              </a:ext>
            </a:extLst>
          </p:cNvPr>
          <p:cNvSpPr txBox="1">
            <a:spLocks/>
          </p:cNvSpPr>
          <p:nvPr userDrawn="1"/>
        </p:nvSpPr>
        <p:spPr>
          <a:xfrm>
            <a:off x="258396" y="6522680"/>
            <a:ext cx="494299" cy="197211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it-IT"/>
            </a:defPPr>
            <a:lvl1pPr marL="0" algn="l" defTabSz="457200" rtl="0" eaLnBrk="1" latinLnBrk="0" hangingPunct="1">
              <a:defRPr sz="600" b="0" i="0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9C18EA95-C3D3-214C-9452-EF8527DBCD86}" type="slidenum">
              <a:rPr lang="it-IT" sz="800" smtClean="0">
                <a:solidFill>
                  <a:schemeClr val="bg1"/>
                </a:solidFill>
                <a:latin typeface="+mn-lt"/>
              </a:rPr>
              <a:pPr algn="l"/>
              <a:t>‹#›</a:t>
            </a:fld>
            <a:endParaRPr lang="it-IT" sz="8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Segnaposto titolo 4"/>
          <p:cNvSpPr>
            <a:spLocks noGrp="1"/>
          </p:cNvSpPr>
          <p:nvPr>
            <p:ph type="title"/>
          </p:nvPr>
        </p:nvSpPr>
        <p:spPr>
          <a:xfrm>
            <a:off x="263525" y="312742"/>
            <a:ext cx="11667206" cy="5154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/>
              <a:t>Title here</a:t>
            </a:r>
            <a:endParaRPr lang="en-GB"/>
          </a:p>
        </p:txBody>
      </p:sp>
      <p:grpSp>
        <p:nvGrpSpPr>
          <p:cNvPr id="22" name="Graphic 6">
            <a:extLst>
              <a:ext uri="{FF2B5EF4-FFF2-40B4-BE49-F238E27FC236}">
                <a16:creationId xmlns:a16="http://schemas.microsoft.com/office/drawing/2014/main" id="{0AEDAF7C-5160-AD8E-0DC4-7807EDCD172F}"/>
              </a:ext>
            </a:extLst>
          </p:cNvPr>
          <p:cNvGrpSpPr/>
          <p:nvPr/>
        </p:nvGrpSpPr>
        <p:grpSpPr>
          <a:xfrm>
            <a:off x="11618002" y="6507090"/>
            <a:ext cx="312729" cy="218045"/>
            <a:chOff x="3414712" y="1223962"/>
            <a:chExt cx="5362003" cy="3738562"/>
          </a:xfrm>
          <a:solidFill>
            <a:schemeClr val="bg1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CB30FE0-AD6C-B08A-E8E5-34150463D083}"/>
                </a:ext>
              </a:extLst>
            </p:cNvPr>
            <p:cNvSpPr/>
            <p:nvPr/>
          </p:nvSpPr>
          <p:spPr>
            <a:xfrm>
              <a:off x="6326790" y="2037882"/>
              <a:ext cx="1714200" cy="2924642"/>
            </a:xfrm>
            <a:custGeom>
              <a:avLst/>
              <a:gdLst>
                <a:gd name="connsiteX0" fmla="*/ 0 w 1714200"/>
                <a:gd name="connsiteY0" fmla="*/ 1557424 h 2924642"/>
                <a:gd name="connsiteX1" fmla="*/ 16288 w 1714200"/>
                <a:gd name="connsiteY1" fmla="*/ 1557424 h 2924642"/>
                <a:gd name="connsiteX2" fmla="*/ 658463 w 1714200"/>
                <a:gd name="connsiteY2" fmla="*/ 1557424 h 2924642"/>
                <a:gd name="connsiteX3" fmla="*/ 1153477 w 1714200"/>
                <a:gd name="connsiteY3" fmla="*/ 1142229 h 2924642"/>
                <a:gd name="connsiteX4" fmla="*/ 750475 w 1714200"/>
                <a:gd name="connsiteY4" fmla="*/ 562538 h 2924642"/>
                <a:gd name="connsiteX5" fmla="*/ 653129 w 1714200"/>
                <a:gd name="connsiteY5" fmla="*/ 553775 h 2924642"/>
                <a:gd name="connsiteX6" fmla="*/ 292703 w 1714200"/>
                <a:gd name="connsiteY6" fmla="*/ 553394 h 2924642"/>
                <a:gd name="connsiteX7" fmla="*/ 277273 w 1714200"/>
                <a:gd name="connsiteY7" fmla="*/ 553394 h 2924642"/>
                <a:gd name="connsiteX8" fmla="*/ 277273 w 1714200"/>
                <a:gd name="connsiteY8" fmla="*/ 944 h 2924642"/>
                <a:gd name="connsiteX9" fmla="*/ 289655 w 1714200"/>
                <a:gd name="connsiteY9" fmla="*/ 372 h 2924642"/>
                <a:gd name="connsiteX10" fmla="*/ 658082 w 1714200"/>
                <a:gd name="connsiteY10" fmla="*/ 563 h 2924642"/>
                <a:gd name="connsiteX11" fmla="*/ 1383221 w 1714200"/>
                <a:gd name="connsiteY11" fmla="*/ 288694 h 2924642"/>
                <a:gd name="connsiteX12" fmla="*/ 1691164 w 1714200"/>
                <a:gd name="connsiteY12" fmla="*/ 835810 h 2924642"/>
                <a:gd name="connsiteX13" fmla="*/ 1712690 w 1714200"/>
                <a:gd name="connsiteY13" fmla="*/ 1107558 h 2924642"/>
                <a:gd name="connsiteX14" fmla="*/ 1424749 w 1714200"/>
                <a:gd name="connsiteY14" fmla="*/ 1780690 h 2924642"/>
                <a:gd name="connsiteX15" fmla="*/ 847915 w 1714200"/>
                <a:gd name="connsiteY15" fmla="*/ 2093205 h 2924642"/>
                <a:gd name="connsiteX16" fmla="*/ 631317 w 1714200"/>
                <a:gd name="connsiteY16" fmla="*/ 2109493 h 2924642"/>
                <a:gd name="connsiteX17" fmla="*/ 562927 w 1714200"/>
                <a:gd name="connsiteY17" fmla="*/ 2109302 h 2924642"/>
                <a:gd name="connsiteX18" fmla="*/ 552545 w 1714200"/>
                <a:gd name="connsiteY18" fmla="*/ 2119780 h 2924642"/>
                <a:gd name="connsiteX19" fmla="*/ 552545 w 1714200"/>
                <a:gd name="connsiteY19" fmla="*/ 2128924 h 2924642"/>
                <a:gd name="connsiteX20" fmla="*/ 552545 w 1714200"/>
                <a:gd name="connsiteY20" fmla="*/ 2907783 h 2924642"/>
                <a:gd name="connsiteX21" fmla="*/ 552545 w 1714200"/>
                <a:gd name="connsiteY21" fmla="*/ 2924642 h 2924642"/>
                <a:gd name="connsiteX22" fmla="*/ 95 w 1714200"/>
                <a:gd name="connsiteY22" fmla="*/ 2924642 h 2924642"/>
                <a:gd name="connsiteX23" fmla="*/ 95 w 1714200"/>
                <a:gd name="connsiteY23" fmla="*/ 1557424 h 292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14200" h="2924642">
                  <a:moveTo>
                    <a:pt x="0" y="1557424"/>
                  </a:moveTo>
                  <a:cubicBezTo>
                    <a:pt x="6477" y="1557424"/>
                    <a:pt x="11335" y="1557424"/>
                    <a:pt x="16288" y="1557424"/>
                  </a:cubicBezTo>
                  <a:cubicBezTo>
                    <a:pt x="230314" y="1557424"/>
                    <a:pt x="444341" y="1557424"/>
                    <a:pt x="658463" y="1557424"/>
                  </a:cubicBezTo>
                  <a:cubicBezTo>
                    <a:pt x="901922" y="1557424"/>
                    <a:pt x="1110901" y="1382069"/>
                    <a:pt x="1153477" y="1142229"/>
                  </a:cubicBezTo>
                  <a:cubicBezTo>
                    <a:pt x="1201388" y="872005"/>
                    <a:pt x="1019461" y="609782"/>
                    <a:pt x="750475" y="562538"/>
                  </a:cubicBezTo>
                  <a:cubicBezTo>
                    <a:pt x="718471" y="556918"/>
                    <a:pt x="685609" y="554060"/>
                    <a:pt x="653129" y="553775"/>
                  </a:cubicBezTo>
                  <a:cubicBezTo>
                    <a:pt x="533019" y="552727"/>
                    <a:pt x="412813" y="553394"/>
                    <a:pt x="292703" y="553394"/>
                  </a:cubicBezTo>
                  <a:lnTo>
                    <a:pt x="277273" y="553394"/>
                  </a:lnTo>
                  <a:lnTo>
                    <a:pt x="277273" y="944"/>
                  </a:lnTo>
                  <a:cubicBezTo>
                    <a:pt x="281559" y="753"/>
                    <a:pt x="285559" y="372"/>
                    <a:pt x="289655" y="372"/>
                  </a:cubicBezTo>
                  <a:cubicBezTo>
                    <a:pt x="412432" y="372"/>
                    <a:pt x="535305" y="-580"/>
                    <a:pt x="658082" y="563"/>
                  </a:cubicBezTo>
                  <a:cubicBezTo>
                    <a:pt x="936784" y="3134"/>
                    <a:pt x="1179862" y="97527"/>
                    <a:pt x="1383221" y="288694"/>
                  </a:cubicBezTo>
                  <a:cubicBezTo>
                    <a:pt x="1542669" y="438522"/>
                    <a:pt x="1645348" y="621402"/>
                    <a:pt x="1691164" y="835810"/>
                  </a:cubicBezTo>
                  <a:cubicBezTo>
                    <a:pt x="1710404" y="925440"/>
                    <a:pt x="1717643" y="1016213"/>
                    <a:pt x="1712690" y="1107558"/>
                  </a:cubicBezTo>
                  <a:cubicBezTo>
                    <a:pt x="1698593" y="1366733"/>
                    <a:pt x="1603248" y="1592095"/>
                    <a:pt x="1424749" y="1780690"/>
                  </a:cubicBezTo>
                  <a:cubicBezTo>
                    <a:pt x="1266920" y="1947473"/>
                    <a:pt x="1074134" y="2051676"/>
                    <a:pt x="847915" y="2093205"/>
                  </a:cubicBezTo>
                  <a:cubicBezTo>
                    <a:pt x="776288" y="2106350"/>
                    <a:pt x="703993" y="2110731"/>
                    <a:pt x="631317" y="2109493"/>
                  </a:cubicBezTo>
                  <a:cubicBezTo>
                    <a:pt x="608552" y="2109112"/>
                    <a:pt x="585692" y="2109683"/>
                    <a:pt x="562927" y="2109302"/>
                  </a:cubicBezTo>
                  <a:cubicBezTo>
                    <a:pt x="555022" y="2109207"/>
                    <a:pt x="551593" y="2111684"/>
                    <a:pt x="552545" y="2119780"/>
                  </a:cubicBezTo>
                  <a:cubicBezTo>
                    <a:pt x="552926" y="2122733"/>
                    <a:pt x="552545" y="2125876"/>
                    <a:pt x="552545" y="2128924"/>
                  </a:cubicBezTo>
                  <a:cubicBezTo>
                    <a:pt x="552545" y="2388575"/>
                    <a:pt x="552545" y="2648132"/>
                    <a:pt x="552545" y="2907783"/>
                  </a:cubicBezTo>
                  <a:cubicBezTo>
                    <a:pt x="552545" y="2913117"/>
                    <a:pt x="552545" y="2918356"/>
                    <a:pt x="552545" y="2924642"/>
                  </a:cubicBezTo>
                  <a:lnTo>
                    <a:pt x="95" y="2924642"/>
                  </a:lnTo>
                  <a:lnTo>
                    <a:pt x="95" y="15574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B82BADA-C32C-04B5-DD2E-0E4B72F53EDF}"/>
                </a:ext>
              </a:extLst>
            </p:cNvPr>
            <p:cNvSpPr/>
            <p:nvPr/>
          </p:nvSpPr>
          <p:spPr>
            <a:xfrm>
              <a:off x="3414712" y="1223962"/>
              <a:ext cx="1713050" cy="2923604"/>
            </a:xfrm>
            <a:custGeom>
              <a:avLst/>
              <a:gdLst>
                <a:gd name="connsiteX0" fmla="*/ 276320 w 1713050"/>
                <a:gd name="connsiteY0" fmla="*/ 2923413 h 2923604"/>
                <a:gd name="connsiteX1" fmla="*/ 276320 w 1713050"/>
                <a:gd name="connsiteY1" fmla="*/ 2371439 h 2923604"/>
                <a:gd name="connsiteX2" fmla="*/ 291179 w 1713050"/>
                <a:gd name="connsiteY2" fmla="*/ 2371439 h 2923604"/>
                <a:gd name="connsiteX3" fmla="*/ 657320 w 1713050"/>
                <a:gd name="connsiteY3" fmla="*/ 2371439 h 2923604"/>
                <a:gd name="connsiteX4" fmla="*/ 1151192 w 1713050"/>
                <a:gd name="connsiteY4" fmla="*/ 1966817 h 2923604"/>
                <a:gd name="connsiteX5" fmla="*/ 749237 w 1713050"/>
                <a:gd name="connsiteY5" fmla="*/ 1376458 h 2923604"/>
                <a:gd name="connsiteX6" fmla="*/ 654177 w 1713050"/>
                <a:gd name="connsiteY6" fmla="*/ 1367790 h 2923604"/>
                <a:gd name="connsiteX7" fmla="*/ 15431 w 1713050"/>
                <a:gd name="connsiteY7" fmla="*/ 1367409 h 2923604"/>
                <a:gd name="connsiteX8" fmla="*/ 0 w 1713050"/>
                <a:gd name="connsiteY8" fmla="*/ 1367409 h 2923604"/>
                <a:gd name="connsiteX9" fmla="*/ 0 w 1713050"/>
                <a:gd name="connsiteY9" fmla="*/ 0 h 2923604"/>
                <a:gd name="connsiteX10" fmla="*/ 551021 w 1713050"/>
                <a:gd name="connsiteY10" fmla="*/ 0 h 2923604"/>
                <a:gd name="connsiteX11" fmla="*/ 551688 w 1713050"/>
                <a:gd name="connsiteY11" fmla="*/ 15431 h 2923604"/>
                <a:gd name="connsiteX12" fmla="*/ 551688 w 1713050"/>
                <a:gd name="connsiteY12" fmla="*/ 794290 h 2923604"/>
                <a:gd name="connsiteX13" fmla="*/ 551688 w 1713050"/>
                <a:gd name="connsiteY13" fmla="*/ 805720 h 2923604"/>
                <a:gd name="connsiteX14" fmla="*/ 560356 w 1713050"/>
                <a:gd name="connsiteY14" fmla="*/ 814388 h 2923604"/>
                <a:gd name="connsiteX15" fmla="*/ 605981 w 1713050"/>
                <a:gd name="connsiteY15" fmla="*/ 814388 h 2923604"/>
                <a:gd name="connsiteX16" fmla="*/ 803815 w 1713050"/>
                <a:gd name="connsiteY16" fmla="*/ 824675 h 2923604"/>
                <a:gd name="connsiteX17" fmla="*/ 1114425 w 1713050"/>
                <a:gd name="connsiteY17" fmla="*/ 917638 h 2923604"/>
                <a:gd name="connsiteX18" fmla="*/ 1411224 w 1713050"/>
                <a:gd name="connsiteY18" fmla="*/ 1130332 h 2923604"/>
                <a:gd name="connsiteX19" fmla="*/ 1696307 w 1713050"/>
                <a:gd name="connsiteY19" fmla="*/ 1682306 h 2923604"/>
                <a:gd name="connsiteX20" fmla="*/ 1429322 w 1713050"/>
                <a:gd name="connsiteY20" fmla="*/ 2588800 h 2923604"/>
                <a:gd name="connsiteX21" fmla="*/ 866204 w 1713050"/>
                <a:gd name="connsiteY21" fmla="*/ 2903887 h 2923604"/>
                <a:gd name="connsiteX22" fmla="*/ 670465 w 1713050"/>
                <a:gd name="connsiteY22" fmla="*/ 2923604 h 2923604"/>
                <a:gd name="connsiteX23" fmla="*/ 291751 w 1713050"/>
                <a:gd name="connsiteY23" fmla="*/ 2923604 h 2923604"/>
                <a:gd name="connsiteX24" fmla="*/ 276416 w 1713050"/>
                <a:gd name="connsiteY24" fmla="*/ 2923604 h 2923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13050" h="2923604">
                  <a:moveTo>
                    <a:pt x="276320" y="2923413"/>
                  </a:moveTo>
                  <a:lnTo>
                    <a:pt x="276320" y="2371439"/>
                  </a:lnTo>
                  <a:lnTo>
                    <a:pt x="291179" y="2371439"/>
                  </a:lnTo>
                  <a:cubicBezTo>
                    <a:pt x="413195" y="2371439"/>
                    <a:pt x="535305" y="2371439"/>
                    <a:pt x="657320" y="2371439"/>
                  </a:cubicBezTo>
                  <a:cubicBezTo>
                    <a:pt x="897065" y="2371439"/>
                    <a:pt x="1104233" y="2201704"/>
                    <a:pt x="1151192" y="1966817"/>
                  </a:cubicBezTo>
                  <a:cubicBezTo>
                    <a:pt x="1205770" y="1693736"/>
                    <a:pt x="1023557" y="1425607"/>
                    <a:pt x="749237" y="1376458"/>
                  </a:cubicBezTo>
                  <a:cubicBezTo>
                    <a:pt x="717995" y="1370838"/>
                    <a:pt x="685895" y="1367885"/>
                    <a:pt x="654177" y="1367790"/>
                  </a:cubicBezTo>
                  <a:cubicBezTo>
                    <a:pt x="441293" y="1367028"/>
                    <a:pt x="228314" y="1367409"/>
                    <a:pt x="15431" y="1367409"/>
                  </a:cubicBezTo>
                  <a:lnTo>
                    <a:pt x="0" y="1367409"/>
                  </a:lnTo>
                  <a:lnTo>
                    <a:pt x="0" y="0"/>
                  </a:lnTo>
                  <a:lnTo>
                    <a:pt x="551021" y="0"/>
                  </a:lnTo>
                  <a:cubicBezTo>
                    <a:pt x="551212" y="5144"/>
                    <a:pt x="551688" y="10287"/>
                    <a:pt x="551688" y="15431"/>
                  </a:cubicBezTo>
                  <a:cubicBezTo>
                    <a:pt x="551688" y="275082"/>
                    <a:pt x="551688" y="534734"/>
                    <a:pt x="551688" y="794290"/>
                  </a:cubicBezTo>
                  <a:cubicBezTo>
                    <a:pt x="551688" y="798100"/>
                    <a:pt x="551974" y="801910"/>
                    <a:pt x="551688" y="805720"/>
                  </a:cubicBezTo>
                  <a:cubicBezTo>
                    <a:pt x="551212" y="812102"/>
                    <a:pt x="553974" y="814483"/>
                    <a:pt x="560356" y="814388"/>
                  </a:cubicBezTo>
                  <a:cubicBezTo>
                    <a:pt x="575596" y="814102"/>
                    <a:pt x="590741" y="814388"/>
                    <a:pt x="605981" y="814388"/>
                  </a:cubicBezTo>
                  <a:cubicBezTo>
                    <a:pt x="672084" y="814388"/>
                    <a:pt x="738092" y="815626"/>
                    <a:pt x="803815" y="824675"/>
                  </a:cubicBezTo>
                  <a:cubicBezTo>
                    <a:pt x="912209" y="839629"/>
                    <a:pt x="1015746" y="870395"/>
                    <a:pt x="1114425" y="917638"/>
                  </a:cubicBezTo>
                  <a:cubicBezTo>
                    <a:pt x="1225868" y="970979"/>
                    <a:pt x="1325023" y="1041940"/>
                    <a:pt x="1411224" y="1130332"/>
                  </a:cubicBezTo>
                  <a:cubicBezTo>
                    <a:pt x="1562291" y="1285208"/>
                    <a:pt x="1660970" y="1468469"/>
                    <a:pt x="1696307" y="1682306"/>
                  </a:cubicBezTo>
                  <a:cubicBezTo>
                    <a:pt x="1753076" y="2026539"/>
                    <a:pt x="1665827" y="2330863"/>
                    <a:pt x="1429322" y="2588800"/>
                  </a:cubicBezTo>
                  <a:cubicBezTo>
                    <a:pt x="1276826" y="2755106"/>
                    <a:pt x="1087279" y="2858738"/>
                    <a:pt x="866204" y="2903887"/>
                  </a:cubicBezTo>
                  <a:cubicBezTo>
                    <a:pt x="801719" y="2917031"/>
                    <a:pt x="736378" y="2923699"/>
                    <a:pt x="670465" y="2923604"/>
                  </a:cubicBezTo>
                  <a:cubicBezTo>
                    <a:pt x="544259" y="2923413"/>
                    <a:pt x="418052" y="2923604"/>
                    <a:pt x="291751" y="2923604"/>
                  </a:cubicBezTo>
                  <a:lnTo>
                    <a:pt x="276416" y="292360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41F6A31-F524-6913-0301-610BFEEAFC44}"/>
                </a:ext>
              </a:extLst>
            </p:cNvPr>
            <p:cNvSpPr/>
            <p:nvPr/>
          </p:nvSpPr>
          <p:spPr>
            <a:xfrm>
              <a:off x="5430202" y="2035872"/>
              <a:ext cx="551783" cy="2105310"/>
            </a:xfrm>
            <a:custGeom>
              <a:avLst/>
              <a:gdLst>
                <a:gd name="connsiteX0" fmla="*/ 551783 w 551783"/>
                <a:gd name="connsiteY0" fmla="*/ 0 h 2105310"/>
                <a:gd name="connsiteX1" fmla="*/ 551783 w 551783"/>
                <a:gd name="connsiteY1" fmla="*/ 2105311 h 2105310"/>
                <a:gd name="connsiteX2" fmla="*/ 0 w 551783"/>
                <a:gd name="connsiteY2" fmla="*/ 2105311 h 2105310"/>
                <a:gd name="connsiteX3" fmla="*/ 0 w 551783"/>
                <a:gd name="connsiteY3" fmla="*/ 0 h 2105310"/>
                <a:gd name="connsiteX4" fmla="*/ 551783 w 551783"/>
                <a:gd name="connsiteY4" fmla="*/ 0 h 210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1783" h="2105310">
                  <a:moveTo>
                    <a:pt x="551783" y="0"/>
                  </a:moveTo>
                  <a:lnTo>
                    <a:pt x="551783" y="2105311"/>
                  </a:lnTo>
                  <a:lnTo>
                    <a:pt x="0" y="2105311"/>
                  </a:lnTo>
                  <a:lnTo>
                    <a:pt x="0" y="0"/>
                  </a:lnTo>
                  <a:lnTo>
                    <a:pt x="5517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4D8D972-84DE-D2D1-B133-9D10E3CD9F14}"/>
                </a:ext>
              </a:extLst>
            </p:cNvPr>
            <p:cNvSpPr/>
            <p:nvPr/>
          </p:nvSpPr>
          <p:spPr>
            <a:xfrm>
              <a:off x="8225979" y="3593115"/>
              <a:ext cx="550735" cy="548068"/>
            </a:xfrm>
            <a:custGeom>
              <a:avLst/>
              <a:gdLst>
                <a:gd name="connsiteX0" fmla="*/ 0 w 550735"/>
                <a:gd name="connsiteY0" fmla="*/ 0 h 548068"/>
                <a:gd name="connsiteX1" fmla="*/ 550736 w 550735"/>
                <a:gd name="connsiteY1" fmla="*/ 0 h 548068"/>
                <a:gd name="connsiteX2" fmla="*/ 550736 w 550735"/>
                <a:gd name="connsiteY2" fmla="*/ 548068 h 548068"/>
                <a:gd name="connsiteX3" fmla="*/ 0 w 550735"/>
                <a:gd name="connsiteY3" fmla="*/ 548068 h 548068"/>
                <a:gd name="connsiteX4" fmla="*/ 0 w 550735"/>
                <a:gd name="connsiteY4" fmla="*/ 0 h 548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0735" h="548068">
                  <a:moveTo>
                    <a:pt x="0" y="0"/>
                  </a:moveTo>
                  <a:lnTo>
                    <a:pt x="550736" y="0"/>
                  </a:lnTo>
                  <a:lnTo>
                    <a:pt x="550736" y="548068"/>
                  </a:lnTo>
                  <a:lnTo>
                    <a:pt x="0" y="54806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62A99B5-355B-7BEA-806B-67A29F3C3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3525" y="962174"/>
            <a:ext cx="11667206" cy="54195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78DF01F-AF81-DBAA-AB8C-0A4DFC9DBFEB}"/>
              </a:ext>
            </a:extLst>
          </p:cNvPr>
          <p:cNvGrpSpPr/>
          <p:nvPr userDrawn="1"/>
        </p:nvGrpSpPr>
        <p:grpSpPr>
          <a:xfrm>
            <a:off x="-1192696" y="55165"/>
            <a:ext cx="1104706" cy="6802835"/>
            <a:chOff x="-1192696" y="55165"/>
            <a:chExt cx="1104706" cy="680283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2BEB1EA-68C1-4E0B-36A1-EBB8E51D436B}"/>
                </a:ext>
              </a:extLst>
            </p:cNvPr>
            <p:cNvGrpSpPr/>
            <p:nvPr userDrawn="1"/>
          </p:nvGrpSpPr>
          <p:grpSpPr>
            <a:xfrm>
              <a:off x="-1192696" y="283678"/>
              <a:ext cx="1104706" cy="3145322"/>
              <a:chOff x="-2141717" y="1398059"/>
              <a:chExt cx="1694244" cy="428448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9777042-13AB-8467-0176-56E0D2418BC7}"/>
                  </a:ext>
                </a:extLst>
              </p:cNvPr>
              <p:cNvSpPr/>
              <p:nvPr userDrawn="1"/>
            </p:nvSpPr>
            <p:spPr>
              <a:xfrm>
                <a:off x="-2141717" y="1398059"/>
                <a:ext cx="847123" cy="353792"/>
              </a:xfrm>
              <a:prstGeom prst="rect">
                <a:avLst/>
              </a:prstGeom>
              <a:solidFill>
                <a:srgbClr val="DA29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l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#DA291C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227FCCAC-0E02-A336-2BB2-F1F1A0362662}"/>
                  </a:ext>
                </a:extLst>
              </p:cNvPr>
              <p:cNvSpPr/>
              <p:nvPr userDrawn="1"/>
            </p:nvSpPr>
            <p:spPr>
              <a:xfrm>
                <a:off x="-1294596" y="1398059"/>
                <a:ext cx="847123" cy="353792"/>
              </a:xfrm>
              <a:prstGeom prst="rect">
                <a:avLst/>
              </a:prstGeom>
              <a:solidFill>
                <a:srgbClr val="0C234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l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#0C2340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BAAF6F72-AB01-C429-3FE2-16DC2F744956}"/>
                  </a:ext>
                </a:extLst>
              </p:cNvPr>
              <p:cNvSpPr/>
              <p:nvPr userDrawn="1"/>
            </p:nvSpPr>
            <p:spPr>
              <a:xfrm>
                <a:off x="-2141717" y="1751851"/>
                <a:ext cx="1694244" cy="7465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l"/>
                <a:r>
                  <a:rPr lang="pt-BR" sz="800" dirty="0">
                    <a:solidFill>
                      <a:srgbClr val="0C2340"/>
                    </a:solidFill>
                    <a:latin typeface="Work Sans" pitchFamily="2" charset="0"/>
                  </a:rPr>
                  <a:t>#FFFFFF</a:t>
                </a:r>
                <a:endParaRPr lang="en-GB" sz="800" dirty="0">
                  <a:solidFill>
                    <a:srgbClr val="0C2340"/>
                  </a:solidFill>
                  <a:latin typeface="Work Sans" pitchFamily="2" charset="0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C11E5CA-5A38-90B8-85B6-AA60F139751B}"/>
                </a:ext>
              </a:extLst>
            </p:cNvPr>
            <p:cNvGrpSpPr/>
            <p:nvPr userDrawn="1"/>
          </p:nvGrpSpPr>
          <p:grpSpPr>
            <a:xfrm>
              <a:off x="-1192696" y="3920372"/>
              <a:ext cx="1104706" cy="2937628"/>
              <a:chOff x="-1544321" y="1938472"/>
              <a:chExt cx="1426513" cy="3689646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226B1D1-70FC-2092-9F6C-A1E2D30F4651}"/>
                  </a:ext>
                </a:extLst>
              </p:cNvPr>
              <p:cNvSpPr/>
              <p:nvPr userDrawn="1"/>
            </p:nvSpPr>
            <p:spPr>
              <a:xfrm>
                <a:off x="-1544321" y="3168354"/>
                <a:ext cx="713257" cy="614941"/>
              </a:xfrm>
              <a:prstGeom prst="rect">
                <a:avLst/>
              </a:prstGeom>
              <a:solidFill>
                <a:srgbClr val="F976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#F97673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0E63EC4-8664-FA21-915E-4CF22B1E2C8F}"/>
                  </a:ext>
                </a:extLst>
              </p:cNvPr>
              <p:cNvSpPr/>
              <p:nvPr userDrawn="1"/>
            </p:nvSpPr>
            <p:spPr>
              <a:xfrm>
                <a:off x="-831065" y="3168354"/>
                <a:ext cx="713257" cy="614941"/>
              </a:xfrm>
              <a:prstGeom prst="rect">
                <a:avLst/>
              </a:prstGeom>
              <a:solidFill>
                <a:srgbClr val="9DA7B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#9DA7B3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2C71892-55AE-F750-3BA2-3B9C1468D1CF}"/>
                  </a:ext>
                </a:extLst>
              </p:cNvPr>
              <p:cNvSpPr/>
              <p:nvPr userDrawn="1"/>
            </p:nvSpPr>
            <p:spPr>
              <a:xfrm>
                <a:off x="-1544321" y="3783295"/>
                <a:ext cx="713257" cy="614941"/>
              </a:xfrm>
              <a:prstGeom prst="rect">
                <a:avLst/>
              </a:prstGeom>
              <a:solidFill>
                <a:srgbClr val="ED423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#ED4239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2359C00-104D-D83D-9664-41376D08683E}"/>
                  </a:ext>
                </a:extLst>
              </p:cNvPr>
              <p:cNvSpPr/>
              <p:nvPr userDrawn="1"/>
            </p:nvSpPr>
            <p:spPr>
              <a:xfrm>
                <a:off x="-831065" y="3783295"/>
                <a:ext cx="713257" cy="614941"/>
              </a:xfrm>
              <a:prstGeom prst="rect">
                <a:avLst/>
              </a:prstGeom>
              <a:solidFill>
                <a:srgbClr val="7F879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#7F8799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DEEB16A-A30D-F739-BB2F-581B7B2278DA}"/>
                  </a:ext>
                </a:extLst>
              </p:cNvPr>
              <p:cNvSpPr/>
              <p:nvPr userDrawn="1"/>
            </p:nvSpPr>
            <p:spPr>
              <a:xfrm>
                <a:off x="-831065" y="4398236"/>
                <a:ext cx="713257" cy="614941"/>
              </a:xfrm>
              <a:prstGeom prst="rect">
                <a:avLst/>
              </a:prstGeom>
              <a:solidFill>
                <a:srgbClr val="54657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#546579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F10C074-E6FC-D2E8-2F37-98107E617665}"/>
                  </a:ext>
                </a:extLst>
              </p:cNvPr>
              <p:cNvSpPr/>
              <p:nvPr userDrawn="1"/>
            </p:nvSpPr>
            <p:spPr>
              <a:xfrm>
                <a:off x="-1544321" y="4398237"/>
                <a:ext cx="713257" cy="614941"/>
              </a:xfrm>
              <a:prstGeom prst="rect">
                <a:avLst/>
              </a:prstGeom>
              <a:solidFill>
                <a:srgbClr val="96111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#961111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78106CA-64C1-0E1D-0808-5E3623F201D2}"/>
                  </a:ext>
                </a:extLst>
              </p:cNvPr>
              <p:cNvSpPr/>
              <p:nvPr userDrawn="1"/>
            </p:nvSpPr>
            <p:spPr>
              <a:xfrm>
                <a:off x="-831065" y="5013177"/>
                <a:ext cx="713257" cy="614941"/>
              </a:xfrm>
              <a:prstGeom prst="rect">
                <a:avLst/>
              </a:prstGeom>
              <a:solidFill>
                <a:srgbClr val="3542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#354259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249C1C87-2A89-8CFE-F90C-4760FFA046C6}"/>
                  </a:ext>
                </a:extLst>
              </p:cNvPr>
              <p:cNvSpPr/>
              <p:nvPr userDrawn="1"/>
            </p:nvSpPr>
            <p:spPr>
              <a:xfrm>
                <a:off x="-1544321" y="5013177"/>
                <a:ext cx="713257" cy="614941"/>
              </a:xfrm>
              <a:prstGeom prst="rect">
                <a:avLst/>
              </a:prstGeom>
              <a:solidFill>
                <a:srgbClr val="3D040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#3D0404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9F6A866-10E0-A5D1-AB8D-6E3263B8C8F3}"/>
                  </a:ext>
                </a:extLst>
              </p:cNvPr>
              <p:cNvSpPr/>
              <p:nvPr userDrawn="1"/>
            </p:nvSpPr>
            <p:spPr>
              <a:xfrm>
                <a:off x="-1544321" y="1938472"/>
                <a:ext cx="713257" cy="614941"/>
              </a:xfrm>
              <a:prstGeom prst="rect">
                <a:avLst/>
              </a:prstGeom>
              <a:solidFill>
                <a:srgbClr val="FFE3E3"/>
              </a:solidFill>
              <a:ln w="127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rgbClr val="DA291C"/>
                    </a:solidFill>
                    <a:latin typeface="Work Sans" pitchFamily="2" charset="0"/>
                  </a:rPr>
                  <a:t>#FFE3E3</a:t>
                </a:r>
                <a:endParaRPr lang="en-GB" sz="800" dirty="0">
                  <a:solidFill>
                    <a:srgbClr val="DA291C"/>
                  </a:solidFill>
                  <a:latin typeface="Work Sans" pitchFamily="2" charset="0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363F0CC-9C3F-3CDE-31B8-21B17C7944C7}"/>
                  </a:ext>
                </a:extLst>
              </p:cNvPr>
              <p:cNvSpPr/>
              <p:nvPr userDrawn="1"/>
            </p:nvSpPr>
            <p:spPr>
              <a:xfrm>
                <a:off x="-831065" y="1938472"/>
                <a:ext cx="713257" cy="614941"/>
              </a:xfrm>
              <a:prstGeom prst="rect">
                <a:avLst/>
              </a:prstGeom>
              <a:solidFill>
                <a:srgbClr val="F1F2F3"/>
              </a:solidFill>
              <a:ln w="127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rgbClr val="0C2340"/>
                    </a:solidFill>
                    <a:latin typeface="Work Sans" pitchFamily="2" charset="0"/>
                  </a:rPr>
                  <a:t>#F1F2F3</a:t>
                </a:r>
                <a:endParaRPr lang="en-GB" sz="800" dirty="0">
                  <a:solidFill>
                    <a:srgbClr val="0C2340"/>
                  </a:solidFill>
                  <a:latin typeface="Work Sans" pitchFamily="2" charset="0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52CF8AB-B09D-83B0-3DA9-6B3E0860AE6B}"/>
                  </a:ext>
                </a:extLst>
              </p:cNvPr>
              <p:cNvSpPr/>
              <p:nvPr userDrawn="1"/>
            </p:nvSpPr>
            <p:spPr>
              <a:xfrm>
                <a:off x="-1544321" y="2553413"/>
                <a:ext cx="713257" cy="614941"/>
              </a:xfrm>
              <a:prstGeom prst="rect">
                <a:avLst/>
              </a:prstGeom>
              <a:solidFill>
                <a:srgbClr val="FCB7B3"/>
              </a:solidFill>
              <a:ln w="127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rgbClr val="DA291C"/>
                    </a:solidFill>
                    <a:latin typeface="Work Sans" pitchFamily="2" charset="0"/>
                  </a:rPr>
                  <a:t>#FCB7B3</a:t>
                </a:r>
                <a:endParaRPr lang="en-GB" sz="800" dirty="0">
                  <a:solidFill>
                    <a:srgbClr val="DA291C"/>
                  </a:solidFill>
                  <a:latin typeface="Work Sans" pitchFamily="2" charset="0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82D77388-2AAD-3DFE-6AE2-6ADF5EAF4E86}"/>
                  </a:ext>
                </a:extLst>
              </p:cNvPr>
              <p:cNvSpPr/>
              <p:nvPr userDrawn="1"/>
            </p:nvSpPr>
            <p:spPr>
              <a:xfrm>
                <a:off x="-831065" y="2553413"/>
                <a:ext cx="713257" cy="614941"/>
              </a:xfrm>
              <a:prstGeom prst="rect">
                <a:avLst/>
              </a:prstGeom>
              <a:solidFill>
                <a:srgbClr val="DADEE2"/>
              </a:solidFill>
              <a:ln w="127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rgbClr val="0C2340"/>
                    </a:solidFill>
                    <a:latin typeface="Work Sans" pitchFamily="2" charset="0"/>
                  </a:rPr>
                  <a:t>#DADEE2</a:t>
                </a:r>
                <a:endParaRPr lang="en-GB" sz="800" dirty="0">
                  <a:solidFill>
                    <a:srgbClr val="0C2340"/>
                  </a:solidFill>
                  <a:latin typeface="Work Sans" pitchFamily="2" charset="0"/>
                </a:endParaRP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697103B-4F09-D77B-C402-C77FB093A330}"/>
                </a:ext>
              </a:extLst>
            </p:cNvPr>
            <p:cNvSpPr txBox="1"/>
            <p:nvPr userDrawn="1"/>
          </p:nvSpPr>
          <p:spPr>
            <a:xfrm>
              <a:off x="-1192696" y="55165"/>
              <a:ext cx="110470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pt-BR" sz="800" dirty="0">
                  <a:solidFill>
                    <a:schemeClr val="tx1">
                      <a:alpha val="60000"/>
                    </a:schemeClr>
                  </a:solidFill>
                  <a:latin typeface="Work Sans" pitchFamily="2" charset="0"/>
                </a:rPr>
                <a:t>Primary </a:t>
              </a:r>
              <a:r>
                <a:rPr lang="pt-BR" sz="800" dirty="0" err="1">
                  <a:solidFill>
                    <a:schemeClr val="tx1">
                      <a:alpha val="60000"/>
                    </a:schemeClr>
                  </a:solidFill>
                  <a:latin typeface="Work Sans" pitchFamily="2" charset="0"/>
                </a:rPr>
                <a:t>Colors</a:t>
              </a:r>
              <a:endParaRPr lang="en-GB" sz="800" dirty="0">
                <a:solidFill>
                  <a:schemeClr val="tx1">
                    <a:alpha val="60000"/>
                  </a:schemeClr>
                </a:solidFill>
                <a:latin typeface="Work Sans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E60671C-0796-86C9-513D-FE93FD0ED8B1}"/>
                </a:ext>
              </a:extLst>
            </p:cNvPr>
            <p:cNvSpPr txBox="1"/>
            <p:nvPr userDrawn="1"/>
          </p:nvSpPr>
          <p:spPr>
            <a:xfrm>
              <a:off x="-1192696" y="3697357"/>
              <a:ext cx="110470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pt-BR" sz="800" dirty="0" err="1">
                  <a:solidFill>
                    <a:schemeClr val="tx1">
                      <a:alpha val="60000"/>
                    </a:schemeClr>
                  </a:solidFill>
                  <a:latin typeface="Work Sans" pitchFamily="2" charset="0"/>
                </a:rPr>
                <a:t>Support</a:t>
              </a:r>
              <a:r>
                <a:rPr lang="pt-BR" sz="800" dirty="0">
                  <a:solidFill>
                    <a:schemeClr val="tx1">
                      <a:alpha val="60000"/>
                    </a:schemeClr>
                  </a:solidFill>
                  <a:latin typeface="Work Sans" pitchFamily="2" charset="0"/>
                </a:rPr>
                <a:t> </a:t>
              </a:r>
              <a:r>
                <a:rPr lang="pt-BR" sz="800" dirty="0" err="1">
                  <a:solidFill>
                    <a:schemeClr val="tx1">
                      <a:alpha val="60000"/>
                    </a:schemeClr>
                  </a:solidFill>
                  <a:latin typeface="Work Sans" pitchFamily="2" charset="0"/>
                </a:rPr>
                <a:t>Palette</a:t>
              </a:r>
              <a:endParaRPr lang="en-GB" sz="800" dirty="0">
                <a:solidFill>
                  <a:schemeClr val="tx1">
                    <a:alpha val="60000"/>
                  </a:schemeClr>
                </a:solidFill>
                <a:latin typeface="Work San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09929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2" r:id="rId1"/>
    <p:sldLayoutId id="2147483872" r:id="rId2"/>
    <p:sldLayoutId id="2147483863" r:id="rId3"/>
    <p:sldLayoutId id="2147483864" r:id="rId4"/>
    <p:sldLayoutId id="2147483865" r:id="rId5"/>
    <p:sldLayoutId id="2147483866" r:id="rId6"/>
    <p:sldLayoutId id="2147483867" r:id="rId7"/>
    <p:sldLayoutId id="2147483868" r:id="rId8"/>
    <p:sldLayoutId id="2147483869" r:id="rId9"/>
    <p:sldLayoutId id="2147483870" r:id="rId10"/>
    <p:sldLayoutId id="2147483871" r:id="rId11"/>
  </p:sldLayoutIdLst>
  <p:hf hdr="0" ftr="0" dt="0"/>
  <p:txStyles>
    <p:titleStyle>
      <a:lvl1pPr algn="l" defTabSz="609585" rtl="0" eaLnBrk="1" latinLnBrk="0" hangingPunct="1">
        <a:lnSpc>
          <a:spcPct val="90000"/>
        </a:lnSpc>
        <a:spcBef>
          <a:spcPct val="0"/>
        </a:spcBef>
        <a:buNone/>
        <a:defRPr sz="3600" b="0" i="0" kern="0" spc="0" baseline="0">
          <a:solidFill>
            <a:schemeClr val="bg1"/>
          </a:solidFill>
          <a:latin typeface="Work Sans Light" pitchFamily="2" charset="0"/>
          <a:ea typeface="+mj-ea"/>
          <a:cs typeface="+mj-cs"/>
        </a:defRPr>
      </a:lvl1pPr>
    </p:titleStyle>
    <p:bodyStyle>
      <a:lvl1pPr marL="0" indent="0" algn="l" defTabSz="609585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Tx/>
        <a:buNone/>
        <a:defRPr sz="1200" b="0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608013" indent="-608013" algn="l" defTabSz="609585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+mj-lt"/>
        <a:buNone/>
        <a:defRPr sz="1200" kern="1200" baseline="0">
          <a:solidFill>
            <a:schemeClr val="bg1"/>
          </a:solidFill>
          <a:latin typeface="+mn-lt"/>
          <a:ea typeface="+mn-ea"/>
          <a:cs typeface="+mn-cs"/>
        </a:defRPr>
      </a:lvl2pPr>
      <a:lvl3pPr marL="538163" indent="-182563" algn="l" defTabSz="609585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+mj-lt"/>
        <a:buAutoNum type="arabicPeriod"/>
        <a:defRPr sz="1200" kern="1200" baseline="0">
          <a:solidFill>
            <a:schemeClr val="bg1"/>
          </a:solidFill>
          <a:latin typeface="+mn-lt"/>
          <a:ea typeface="+mn-ea"/>
          <a:cs typeface="+mn-cs"/>
        </a:defRPr>
      </a:lvl3pPr>
      <a:lvl4pPr marL="893763" indent="-173038" algn="l" defTabSz="609585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+mj-lt"/>
        <a:buAutoNum type="alphaUcPeriod"/>
        <a:defRPr sz="1200" kern="1200" baseline="0">
          <a:solidFill>
            <a:schemeClr val="bg1"/>
          </a:solidFill>
          <a:latin typeface="+mn-lt"/>
          <a:ea typeface="+mn-ea"/>
          <a:cs typeface="+mn-cs"/>
        </a:defRPr>
      </a:lvl4pPr>
      <a:lvl5pPr marL="1260475" indent="-184150" algn="l" defTabSz="609585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bg1"/>
        </a:buClr>
        <a:buFont typeface="Wingdings" panose="05000000000000000000" pitchFamily="2" charset="2"/>
        <a:buChar char="§"/>
        <a:defRPr sz="1200" kern="1200" baseline="0">
          <a:solidFill>
            <a:schemeClr val="bg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166">
          <p15:clr>
            <a:srgbClr val="F26B43"/>
          </p15:clr>
        </p15:guide>
        <p15:guide id="3" orient="horz" pos="187">
          <p15:clr>
            <a:srgbClr val="F26B43"/>
          </p15:clr>
        </p15:guide>
        <p15:guide id="4" pos="7514">
          <p15:clr>
            <a:srgbClr val="F26B43"/>
          </p15:clr>
        </p15:guide>
        <p15:guide id="5" orient="horz" pos="4020">
          <p15:clr>
            <a:srgbClr val="F26B43"/>
          </p15:clr>
        </p15:guide>
        <p15:guide id="6" orient="horz" pos="4178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numero diapositiva 3">
            <a:extLst>
              <a:ext uri="{FF2B5EF4-FFF2-40B4-BE49-F238E27FC236}">
                <a16:creationId xmlns:a16="http://schemas.microsoft.com/office/drawing/2014/main" id="{48B86079-8055-54E2-967C-5BB6A992C7D0}"/>
              </a:ext>
            </a:extLst>
          </p:cNvPr>
          <p:cNvSpPr txBox="1">
            <a:spLocks/>
          </p:cNvSpPr>
          <p:nvPr userDrawn="1"/>
        </p:nvSpPr>
        <p:spPr>
          <a:xfrm>
            <a:off x="258396" y="6522680"/>
            <a:ext cx="494299" cy="197211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it-IT"/>
            </a:defPPr>
            <a:lvl1pPr marL="0" algn="l" defTabSz="457200" rtl="0" eaLnBrk="1" latinLnBrk="0" hangingPunct="1">
              <a:defRPr sz="600" b="0" i="0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9C18EA95-C3D3-214C-9452-EF8527DBCD86}" type="slidenum">
              <a:rPr lang="it-IT" sz="800" smtClean="0">
                <a:solidFill>
                  <a:schemeClr val="bg1"/>
                </a:solidFill>
                <a:latin typeface="+mn-lt"/>
              </a:rPr>
              <a:pPr algn="l"/>
              <a:t>‹#›</a:t>
            </a:fld>
            <a:endParaRPr lang="it-IT" sz="8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Segnaposto titolo 4"/>
          <p:cNvSpPr>
            <a:spLocks noGrp="1"/>
          </p:cNvSpPr>
          <p:nvPr>
            <p:ph type="title"/>
          </p:nvPr>
        </p:nvSpPr>
        <p:spPr>
          <a:xfrm>
            <a:off x="275099" y="307439"/>
            <a:ext cx="11655631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 dirty="0"/>
              <a:t>Title here</a:t>
            </a:r>
            <a:endParaRPr lang="en-GB" dirty="0"/>
          </a:p>
        </p:txBody>
      </p:sp>
      <p:grpSp>
        <p:nvGrpSpPr>
          <p:cNvPr id="22" name="Graphic 6">
            <a:extLst>
              <a:ext uri="{FF2B5EF4-FFF2-40B4-BE49-F238E27FC236}">
                <a16:creationId xmlns:a16="http://schemas.microsoft.com/office/drawing/2014/main" id="{0AEDAF7C-5160-AD8E-0DC4-7807EDCD172F}"/>
              </a:ext>
            </a:extLst>
          </p:cNvPr>
          <p:cNvGrpSpPr/>
          <p:nvPr/>
        </p:nvGrpSpPr>
        <p:grpSpPr>
          <a:xfrm>
            <a:off x="11618002" y="6507090"/>
            <a:ext cx="312729" cy="218045"/>
            <a:chOff x="3414712" y="1223962"/>
            <a:chExt cx="5362003" cy="3738562"/>
          </a:xfrm>
          <a:solidFill>
            <a:srgbClr val="DA291C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CB30FE0-AD6C-B08A-E8E5-34150463D083}"/>
                </a:ext>
              </a:extLst>
            </p:cNvPr>
            <p:cNvSpPr/>
            <p:nvPr/>
          </p:nvSpPr>
          <p:spPr>
            <a:xfrm>
              <a:off x="6326790" y="2037882"/>
              <a:ext cx="1714200" cy="2924642"/>
            </a:xfrm>
            <a:custGeom>
              <a:avLst/>
              <a:gdLst>
                <a:gd name="connsiteX0" fmla="*/ 0 w 1714200"/>
                <a:gd name="connsiteY0" fmla="*/ 1557424 h 2924642"/>
                <a:gd name="connsiteX1" fmla="*/ 16288 w 1714200"/>
                <a:gd name="connsiteY1" fmla="*/ 1557424 h 2924642"/>
                <a:gd name="connsiteX2" fmla="*/ 658463 w 1714200"/>
                <a:gd name="connsiteY2" fmla="*/ 1557424 h 2924642"/>
                <a:gd name="connsiteX3" fmla="*/ 1153477 w 1714200"/>
                <a:gd name="connsiteY3" fmla="*/ 1142229 h 2924642"/>
                <a:gd name="connsiteX4" fmla="*/ 750475 w 1714200"/>
                <a:gd name="connsiteY4" fmla="*/ 562538 h 2924642"/>
                <a:gd name="connsiteX5" fmla="*/ 653129 w 1714200"/>
                <a:gd name="connsiteY5" fmla="*/ 553775 h 2924642"/>
                <a:gd name="connsiteX6" fmla="*/ 292703 w 1714200"/>
                <a:gd name="connsiteY6" fmla="*/ 553394 h 2924642"/>
                <a:gd name="connsiteX7" fmla="*/ 277273 w 1714200"/>
                <a:gd name="connsiteY7" fmla="*/ 553394 h 2924642"/>
                <a:gd name="connsiteX8" fmla="*/ 277273 w 1714200"/>
                <a:gd name="connsiteY8" fmla="*/ 944 h 2924642"/>
                <a:gd name="connsiteX9" fmla="*/ 289655 w 1714200"/>
                <a:gd name="connsiteY9" fmla="*/ 372 h 2924642"/>
                <a:gd name="connsiteX10" fmla="*/ 658082 w 1714200"/>
                <a:gd name="connsiteY10" fmla="*/ 563 h 2924642"/>
                <a:gd name="connsiteX11" fmla="*/ 1383221 w 1714200"/>
                <a:gd name="connsiteY11" fmla="*/ 288694 h 2924642"/>
                <a:gd name="connsiteX12" fmla="*/ 1691164 w 1714200"/>
                <a:gd name="connsiteY12" fmla="*/ 835810 h 2924642"/>
                <a:gd name="connsiteX13" fmla="*/ 1712690 w 1714200"/>
                <a:gd name="connsiteY13" fmla="*/ 1107558 h 2924642"/>
                <a:gd name="connsiteX14" fmla="*/ 1424749 w 1714200"/>
                <a:gd name="connsiteY14" fmla="*/ 1780690 h 2924642"/>
                <a:gd name="connsiteX15" fmla="*/ 847915 w 1714200"/>
                <a:gd name="connsiteY15" fmla="*/ 2093205 h 2924642"/>
                <a:gd name="connsiteX16" fmla="*/ 631317 w 1714200"/>
                <a:gd name="connsiteY16" fmla="*/ 2109493 h 2924642"/>
                <a:gd name="connsiteX17" fmla="*/ 562927 w 1714200"/>
                <a:gd name="connsiteY17" fmla="*/ 2109302 h 2924642"/>
                <a:gd name="connsiteX18" fmla="*/ 552545 w 1714200"/>
                <a:gd name="connsiteY18" fmla="*/ 2119780 h 2924642"/>
                <a:gd name="connsiteX19" fmla="*/ 552545 w 1714200"/>
                <a:gd name="connsiteY19" fmla="*/ 2128924 h 2924642"/>
                <a:gd name="connsiteX20" fmla="*/ 552545 w 1714200"/>
                <a:gd name="connsiteY20" fmla="*/ 2907783 h 2924642"/>
                <a:gd name="connsiteX21" fmla="*/ 552545 w 1714200"/>
                <a:gd name="connsiteY21" fmla="*/ 2924642 h 2924642"/>
                <a:gd name="connsiteX22" fmla="*/ 95 w 1714200"/>
                <a:gd name="connsiteY22" fmla="*/ 2924642 h 2924642"/>
                <a:gd name="connsiteX23" fmla="*/ 95 w 1714200"/>
                <a:gd name="connsiteY23" fmla="*/ 1557424 h 292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14200" h="2924642">
                  <a:moveTo>
                    <a:pt x="0" y="1557424"/>
                  </a:moveTo>
                  <a:cubicBezTo>
                    <a:pt x="6477" y="1557424"/>
                    <a:pt x="11335" y="1557424"/>
                    <a:pt x="16288" y="1557424"/>
                  </a:cubicBezTo>
                  <a:cubicBezTo>
                    <a:pt x="230314" y="1557424"/>
                    <a:pt x="444341" y="1557424"/>
                    <a:pt x="658463" y="1557424"/>
                  </a:cubicBezTo>
                  <a:cubicBezTo>
                    <a:pt x="901922" y="1557424"/>
                    <a:pt x="1110901" y="1382069"/>
                    <a:pt x="1153477" y="1142229"/>
                  </a:cubicBezTo>
                  <a:cubicBezTo>
                    <a:pt x="1201388" y="872005"/>
                    <a:pt x="1019461" y="609782"/>
                    <a:pt x="750475" y="562538"/>
                  </a:cubicBezTo>
                  <a:cubicBezTo>
                    <a:pt x="718471" y="556918"/>
                    <a:pt x="685609" y="554060"/>
                    <a:pt x="653129" y="553775"/>
                  </a:cubicBezTo>
                  <a:cubicBezTo>
                    <a:pt x="533019" y="552727"/>
                    <a:pt x="412813" y="553394"/>
                    <a:pt x="292703" y="553394"/>
                  </a:cubicBezTo>
                  <a:lnTo>
                    <a:pt x="277273" y="553394"/>
                  </a:lnTo>
                  <a:lnTo>
                    <a:pt x="277273" y="944"/>
                  </a:lnTo>
                  <a:cubicBezTo>
                    <a:pt x="281559" y="753"/>
                    <a:pt x="285559" y="372"/>
                    <a:pt x="289655" y="372"/>
                  </a:cubicBezTo>
                  <a:cubicBezTo>
                    <a:pt x="412432" y="372"/>
                    <a:pt x="535305" y="-580"/>
                    <a:pt x="658082" y="563"/>
                  </a:cubicBezTo>
                  <a:cubicBezTo>
                    <a:pt x="936784" y="3134"/>
                    <a:pt x="1179862" y="97527"/>
                    <a:pt x="1383221" y="288694"/>
                  </a:cubicBezTo>
                  <a:cubicBezTo>
                    <a:pt x="1542669" y="438522"/>
                    <a:pt x="1645348" y="621402"/>
                    <a:pt x="1691164" y="835810"/>
                  </a:cubicBezTo>
                  <a:cubicBezTo>
                    <a:pt x="1710404" y="925440"/>
                    <a:pt x="1717643" y="1016213"/>
                    <a:pt x="1712690" y="1107558"/>
                  </a:cubicBezTo>
                  <a:cubicBezTo>
                    <a:pt x="1698593" y="1366733"/>
                    <a:pt x="1603248" y="1592095"/>
                    <a:pt x="1424749" y="1780690"/>
                  </a:cubicBezTo>
                  <a:cubicBezTo>
                    <a:pt x="1266920" y="1947473"/>
                    <a:pt x="1074134" y="2051676"/>
                    <a:pt x="847915" y="2093205"/>
                  </a:cubicBezTo>
                  <a:cubicBezTo>
                    <a:pt x="776288" y="2106350"/>
                    <a:pt x="703993" y="2110731"/>
                    <a:pt x="631317" y="2109493"/>
                  </a:cubicBezTo>
                  <a:cubicBezTo>
                    <a:pt x="608552" y="2109112"/>
                    <a:pt x="585692" y="2109683"/>
                    <a:pt x="562927" y="2109302"/>
                  </a:cubicBezTo>
                  <a:cubicBezTo>
                    <a:pt x="555022" y="2109207"/>
                    <a:pt x="551593" y="2111684"/>
                    <a:pt x="552545" y="2119780"/>
                  </a:cubicBezTo>
                  <a:cubicBezTo>
                    <a:pt x="552926" y="2122733"/>
                    <a:pt x="552545" y="2125876"/>
                    <a:pt x="552545" y="2128924"/>
                  </a:cubicBezTo>
                  <a:cubicBezTo>
                    <a:pt x="552545" y="2388575"/>
                    <a:pt x="552545" y="2648132"/>
                    <a:pt x="552545" y="2907783"/>
                  </a:cubicBezTo>
                  <a:cubicBezTo>
                    <a:pt x="552545" y="2913117"/>
                    <a:pt x="552545" y="2918356"/>
                    <a:pt x="552545" y="2924642"/>
                  </a:cubicBezTo>
                  <a:lnTo>
                    <a:pt x="95" y="2924642"/>
                  </a:lnTo>
                  <a:lnTo>
                    <a:pt x="95" y="1557424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B82BADA-C32C-04B5-DD2E-0E4B72F53EDF}"/>
                </a:ext>
              </a:extLst>
            </p:cNvPr>
            <p:cNvSpPr/>
            <p:nvPr/>
          </p:nvSpPr>
          <p:spPr>
            <a:xfrm>
              <a:off x="3414712" y="1223962"/>
              <a:ext cx="1713050" cy="2923604"/>
            </a:xfrm>
            <a:custGeom>
              <a:avLst/>
              <a:gdLst>
                <a:gd name="connsiteX0" fmla="*/ 276320 w 1713050"/>
                <a:gd name="connsiteY0" fmla="*/ 2923413 h 2923604"/>
                <a:gd name="connsiteX1" fmla="*/ 276320 w 1713050"/>
                <a:gd name="connsiteY1" fmla="*/ 2371439 h 2923604"/>
                <a:gd name="connsiteX2" fmla="*/ 291179 w 1713050"/>
                <a:gd name="connsiteY2" fmla="*/ 2371439 h 2923604"/>
                <a:gd name="connsiteX3" fmla="*/ 657320 w 1713050"/>
                <a:gd name="connsiteY3" fmla="*/ 2371439 h 2923604"/>
                <a:gd name="connsiteX4" fmla="*/ 1151192 w 1713050"/>
                <a:gd name="connsiteY4" fmla="*/ 1966817 h 2923604"/>
                <a:gd name="connsiteX5" fmla="*/ 749237 w 1713050"/>
                <a:gd name="connsiteY5" fmla="*/ 1376458 h 2923604"/>
                <a:gd name="connsiteX6" fmla="*/ 654177 w 1713050"/>
                <a:gd name="connsiteY6" fmla="*/ 1367790 h 2923604"/>
                <a:gd name="connsiteX7" fmla="*/ 15431 w 1713050"/>
                <a:gd name="connsiteY7" fmla="*/ 1367409 h 2923604"/>
                <a:gd name="connsiteX8" fmla="*/ 0 w 1713050"/>
                <a:gd name="connsiteY8" fmla="*/ 1367409 h 2923604"/>
                <a:gd name="connsiteX9" fmla="*/ 0 w 1713050"/>
                <a:gd name="connsiteY9" fmla="*/ 0 h 2923604"/>
                <a:gd name="connsiteX10" fmla="*/ 551021 w 1713050"/>
                <a:gd name="connsiteY10" fmla="*/ 0 h 2923604"/>
                <a:gd name="connsiteX11" fmla="*/ 551688 w 1713050"/>
                <a:gd name="connsiteY11" fmla="*/ 15431 h 2923604"/>
                <a:gd name="connsiteX12" fmla="*/ 551688 w 1713050"/>
                <a:gd name="connsiteY12" fmla="*/ 794290 h 2923604"/>
                <a:gd name="connsiteX13" fmla="*/ 551688 w 1713050"/>
                <a:gd name="connsiteY13" fmla="*/ 805720 h 2923604"/>
                <a:gd name="connsiteX14" fmla="*/ 560356 w 1713050"/>
                <a:gd name="connsiteY14" fmla="*/ 814388 h 2923604"/>
                <a:gd name="connsiteX15" fmla="*/ 605981 w 1713050"/>
                <a:gd name="connsiteY15" fmla="*/ 814388 h 2923604"/>
                <a:gd name="connsiteX16" fmla="*/ 803815 w 1713050"/>
                <a:gd name="connsiteY16" fmla="*/ 824675 h 2923604"/>
                <a:gd name="connsiteX17" fmla="*/ 1114425 w 1713050"/>
                <a:gd name="connsiteY17" fmla="*/ 917638 h 2923604"/>
                <a:gd name="connsiteX18" fmla="*/ 1411224 w 1713050"/>
                <a:gd name="connsiteY18" fmla="*/ 1130332 h 2923604"/>
                <a:gd name="connsiteX19" fmla="*/ 1696307 w 1713050"/>
                <a:gd name="connsiteY19" fmla="*/ 1682306 h 2923604"/>
                <a:gd name="connsiteX20" fmla="*/ 1429322 w 1713050"/>
                <a:gd name="connsiteY20" fmla="*/ 2588800 h 2923604"/>
                <a:gd name="connsiteX21" fmla="*/ 866204 w 1713050"/>
                <a:gd name="connsiteY21" fmla="*/ 2903887 h 2923604"/>
                <a:gd name="connsiteX22" fmla="*/ 670465 w 1713050"/>
                <a:gd name="connsiteY22" fmla="*/ 2923604 h 2923604"/>
                <a:gd name="connsiteX23" fmla="*/ 291751 w 1713050"/>
                <a:gd name="connsiteY23" fmla="*/ 2923604 h 2923604"/>
                <a:gd name="connsiteX24" fmla="*/ 276416 w 1713050"/>
                <a:gd name="connsiteY24" fmla="*/ 2923604 h 2923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13050" h="2923604">
                  <a:moveTo>
                    <a:pt x="276320" y="2923413"/>
                  </a:moveTo>
                  <a:lnTo>
                    <a:pt x="276320" y="2371439"/>
                  </a:lnTo>
                  <a:lnTo>
                    <a:pt x="291179" y="2371439"/>
                  </a:lnTo>
                  <a:cubicBezTo>
                    <a:pt x="413195" y="2371439"/>
                    <a:pt x="535305" y="2371439"/>
                    <a:pt x="657320" y="2371439"/>
                  </a:cubicBezTo>
                  <a:cubicBezTo>
                    <a:pt x="897065" y="2371439"/>
                    <a:pt x="1104233" y="2201704"/>
                    <a:pt x="1151192" y="1966817"/>
                  </a:cubicBezTo>
                  <a:cubicBezTo>
                    <a:pt x="1205770" y="1693736"/>
                    <a:pt x="1023557" y="1425607"/>
                    <a:pt x="749237" y="1376458"/>
                  </a:cubicBezTo>
                  <a:cubicBezTo>
                    <a:pt x="717995" y="1370838"/>
                    <a:pt x="685895" y="1367885"/>
                    <a:pt x="654177" y="1367790"/>
                  </a:cubicBezTo>
                  <a:cubicBezTo>
                    <a:pt x="441293" y="1367028"/>
                    <a:pt x="228314" y="1367409"/>
                    <a:pt x="15431" y="1367409"/>
                  </a:cubicBezTo>
                  <a:lnTo>
                    <a:pt x="0" y="1367409"/>
                  </a:lnTo>
                  <a:lnTo>
                    <a:pt x="0" y="0"/>
                  </a:lnTo>
                  <a:lnTo>
                    <a:pt x="551021" y="0"/>
                  </a:lnTo>
                  <a:cubicBezTo>
                    <a:pt x="551212" y="5144"/>
                    <a:pt x="551688" y="10287"/>
                    <a:pt x="551688" y="15431"/>
                  </a:cubicBezTo>
                  <a:cubicBezTo>
                    <a:pt x="551688" y="275082"/>
                    <a:pt x="551688" y="534734"/>
                    <a:pt x="551688" y="794290"/>
                  </a:cubicBezTo>
                  <a:cubicBezTo>
                    <a:pt x="551688" y="798100"/>
                    <a:pt x="551974" y="801910"/>
                    <a:pt x="551688" y="805720"/>
                  </a:cubicBezTo>
                  <a:cubicBezTo>
                    <a:pt x="551212" y="812102"/>
                    <a:pt x="553974" y="814483"/>
                    <a:pt x="560356" y="814388"/>
                  </a:cubicBezTo>
                  <a:cubicBezTo>
                    <a:pt x="575596" y="814102"/>
                    <a:pt x="590741" y="814388"/>
                    <a:pt x="605981" y="814388"/>
                  </a:cubicBezTo>
                  <a:cubicBezTo>
                    <a:pt x="672084" y="814388"/>
                    <a:pt x="738092" y="815626"/>
                    <a:pt x="803815" y="824675"/>
                  </a:cubicBezTo>
                  <a:cubicBezTo>
                    <a:pt x="912209" y="839629"/>
                    <a:pt x="1015746" y="870395"/>
                    <a:pt x="1114425" y="917638"/>
                  </a:cubicBezTo>
                  <a:cubicBezTo>
                    <a:pt x="1225868" y="970979"/>
                    <a:pt x="1325023" y="1041940"/>
                    <a:pt x="1411224" y="1130332"/>
                  </a:cubicBezTo>
                  <a:cubicBezTo>
                    <a:pt x="1562291" y="1285208"/>
                    <a:pt x="1660970" y="1468469"/>
                    <a:pt x="1696307" y="1682306"/>
                  </a:cubicBezTo>
                  <a:cubicBezTo>
                    <a:pt x="1753076" y="2026539"/>
                    <a:pt x="1665827" y="2330863"/>
                    <a:pt x="1429322" y="2588800"/>
                  </a:cubicBezTo>
                  <a:cubicBezTo>
                    <a:pt x="1276826" y="2755106"/>
                    <a:pt x="1087279" y="2858738"/>
                    <a:pt x="866204" y="2903887"/>
                  </a:cubicBezTo>
                  <a:cubicBezTo>
                    <a:pt x="801719" y="2917031"/>
                    <a:pt x="736378" y="2923699"/>
                    <a:pt x="670465" y="2923604"/>
                  </a:cubicBezTo>
                  <a:cubicBezTo>
                    <a:pt x="544259" y="2923413"/>
                    <a:pt x="418052" y="2923604"/>
                    <a:pt x="291751" y="2923604"/>
                  </a:cubicBezTo>
                  <a:lnTo>
                    <a:pt x="276416" y="2923604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41F6A31-F524-6913-0301-610BFEEAFC44}"/>
                </a:ext>
              </a:extLst>
            </p:cNvPr>
            <p:cNvSpPr/>
            <p:nvPr/>
          </p:nvSpPr>
          <p:spPr>
            <a:xfrm>
              <a:off x="5430202" y="2035872"/>
              <a:ext cx="551783" cy="2105310"/>
            </a:xfrm>
            <a:custGeom>
              <a:avLst/>
              <a:gdLst>
                <a:gd name="connsiteX0" fmla="*/ 551783 w 551783"/>
                <a:gd name="connsiteY0" fmla="*/ 0 h 2105310"/>
                <a:gd name="connsiteX1" fmla="*/ 551783 w 551783"/>
                <a:gd name="connsiteY1" fmla="*/ 2105311 h 2105310"/>
                <a:gd name="connsiteX2" fmla="*/ 0 w 551783"/>
                <a:gd name="connsiteY2" fmla="*/ 2105311 h 2105310"/>
                <a:gd name="connsiteX3" fmla="*/ 0 w 551783"/>
                <a:gd name="connsiteY3" fmla="*/ 0 h 2105310"/>
                <a:gd name="connsiteX4" fmla="*/ 551783 w 551783"/>
                <a:gd name="connsiteY4" fmla="*/ 0 h 210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1783" h="2105310">
                  <a:moveTo>
                    <a:pt x="551783" y="0"/>
                  </a:moveTo>
                  <a:lnTo>
                    <a:pt x="551783" y="2105311"/>
                  </a:lnTo>
                  <a:lnTo>
                    <a:pt x="0" y="2105311"/>
                  </a:lnTo>
                  <a:lnTo>
                    <a:pt x="0" y="0"/>
                  </a:lnTo>
                  <a:lnTo>
                    <a:pt x="551783" y="0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4D8D972-84DE-D2D1-B133-9D10E3CD9F14}"/>
                </a:ext>
              </a:extLst>
            </p:cNvPr>
            <p:cNvSpPr/>
            <p:nvPr/>
          </p:nvSpPr>
          <p:spPr>
            <a:xfrm>
              <a:off x="8225979" y="3593115"/>
              <a:ext cx="550735" cy="548068"/>
            </a:xfrm>
            <a:custGeom>
              <a:avLst/>
              <a:gdLst>
                <a:gd name="connsiteX0" fmla="*/ 0 w 550735"/>
                <a:gd name="connsiteY0" fmla="*/ 0 h 548068"/>
                <a:gd name="connsiteX1" fmla="*/ 550736 w 550735"/>
                <a:gd name="connsiteY1" fmla="*/ 0 h 548068"/>
                <a:gd name="connsiteX2" fmla="*/ 550736 w 550735"/>
                <a:gd name="connsiteY2" fmla="*/ 548068 h 548068"/>
                <a:gd name="connsiteX3" fmla="*/ 0 w 550735"/>
                <a:gd name="connsiteY3" fmla="*/ 548068 h 548068"/>
                <a:gd name="connsiteX4" fmla="*/ 0 w 550735"/>
                <a:gd name="connsiteY4" fmla="*/ 0 h 548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0735" h="548068">
                  <a:moveTo>
                    <a:pt x="0" y="0"/>
                  </a:moveTo>
                  <a:lnTo>
                    <a:pt x="550736" y="0"/>
                  </a:lnTo>
                  <a:lnTo>
                    <a:pt x="550736" y="548068"/>
                  </a:lnTo>
                  <a:lnTo>
                    <a:pt x="0" y="5480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35" name="Text Placeholder 1">
            <a:extLst>
              <a:ext uri="{FF2B5EF4-FFF2-40B4-BE49-F238E27FC236}">
                <a16:creationId xmlns:a16="http://schemas.microsoft.com/office/drawing/2014/main" id="{84E9D118-7602-3AA8-0AD5-359A7A2EE8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5099" y="934720"/>
            <a:ext cx="11655631" cy="544703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1993FD2-0B5C-2E42-6B1E-E9EDD9F0ABFC}"/>
              </a:ext>
            </a:extLst>
          </p:cNvPr>
          <p:cNvGrpSpPr/>
          <p:nvPr userDrawn="1"/>
        </p:nvGrpSpPr>
        <p:grpSpPr>
          <a:xfrm>
            <a:off x="-1192696" y="55165"/>
            <a:ext cx="1104706" cy="6802835"/>
            <a:chOff x="-1192696" y="55165"/>
            <a:chExt cx="1104706" cy="68028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E803B33-0338-1837-FCB1-AF30307FFD2E}"/>
                </a:ext>
              </a:extLst>
            </p:cNvPr>
            <p:cNvGrpSpPr/>
            <p:nvPr userDrawn="1"/>
          </p:nvGrpSpPr>
          <p:grpSpPr>
            <a:xfrm>
              <a:off x="-1192696" y="283678"/>
              <a:ext cx="1104706" cy="3145322"/>
              <a:chOff x="-2141717" y="1398059"/>
              <a:chExt cx="1694244" cy="428448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8D8E0688-1C4B-ED4C-BA39-3232BB994A74}"/>
                  </a:ext>
                </a:extLst>
              </p:cNvPr>
              <p:cNvSpPr/>
              <p:nvPr userDrawn="1"/>
            </p:nvSpPr>
            <p:spPr>
              <a:xfrm>
                <a:off x="-2141717" y="1398059"/>
                <a:ext cx="847123" cy="353792"/>
              </a:xfrm>
              <a:prstGeom prst="rect">
                <a:avLst/>
              </a:prstGeom>
              <a:solidFill>
                <a:srgbClr val="DA29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l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#DA291C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A5B984C3-888C-E7BB-9ED7-779917AF05C9}"/>
                  </a:ext>
                </a:extLst>
              </p:cNvPr>
              <p:cNvSpPr/>
              <p:nvPr userDrawn="1"/>
            </p:nvSpPr>
            <p:spPr>
              <a:xfrm>
                <a:off x="-1294596" y="1398059"/>
                <a:ext cx="847123" cy="353792"/>
              </a:xfrm>
              <a:prstGeom prst="rect">
                <a:avLst/>
              </a:prstGeom>
              <a:solidFill>
                <a:srgbClr val="0C234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l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#0C2340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F3EBC176-A20C-D5CA-8E8F-AC2FD3DA7678}"/>
                  </a:ext>
                </a:extLst>
              </p:cNvPr>
              <p:cNvSpPr/>
              <p:nvPr userDrawn="1"/>
            </p:nvSpPr>
            <p:spPr>
              <a:xfrm>
                <a:off x="-2141717" y="1751851"/>
                <a:ext cx="1694244" cy="7465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l"/>
                <a:r>
                  <a:rPr lang="pt-BR" sz="800" dirty="0">
                    <a:solidFill>
                      <a:srgbClr val="0C2340"/>
                    </a:solidFill>
                    <a:latin typeface="Work Sans" pitchFamily="2" charset="0"/>
                  </a:rPr>
                  <a:t>#FFFFFF</a:t>
                </a:r>
                <a:endParaRPr lang="en-GB" sz="800" dirty="0">
                  <a:solidFill>
                    <a:srgbClr val="0C2340"/>
                  </a:solidFill>
                  <a:latin typeface="Work Sans" pitchFamily="2" charset="0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2C27BA1-A615-E6BD-5551-8BA20568AB02}"/>
                </a:ext>
              </a:extLst>
            </p:cNvPr>
            <p:cNvGrpSpPr/>
            <p:nvPr userDrawn="1"/>
          </p:nvGrpSpPr>
          <p:grpSpPr>
            <a:xfrm>
              <a:off x="-1192696" y="3920372"/>
              <a:ext cx="1104706" cy="2937628"/>
              <a:chOff x="-1544321" y="1938472"/>
              <a:chExt cx="1426513" cy="3689646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D4B8A18-A084-3C5B-31DC-81987FC13A0F}"/>
                  </a:ext>
                </a:extLst>
              </p:cNvPr>
              <p:cNvSpPr/>
              <p:nvPr userDrawn="1"/>
            </p:nvSpPr>
            <p:spPr>
              <a:xfrm>
                <a:off x="-1544321" y="3168354"/>
                <a:ext cx="713257" cy="614941"/>
              </a:xfrm>
              <a:prstGeom prst="rect">
                <a:avLst/>
              </a:prstGeom>
              <a:solidFill>
                <a:srgbClr val="F976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#F97673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98BBCDC-B531-7696-3897-6ECE09ACB3F2}"/>
                  </a:ext>
                </a:extLst>
              </p:cNvPr>
              <p:cNvSpPr/>
              <p:nvPr userDrawn="1"/>
            </p:nvSpPr>
            <p:spPr>
              <a:xfrm>
                <a:off x="-831065" y="3168354"/>
                <a:ext cx="713257" cy="614941"/>
              </a:xfrm>
              <a:prstGeom prst="rect">
                <a:avLst/>
              </a:prstGeom>
              <a:solidFill>
                <a:srgbClr val="9DA7B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#9DA7B3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CEBD64B-5C33-0DAA-75E2-5A2003C7566A}"/>
                  </a:ext>
                </a:extLst>
              </p:cNvPr>
              <p:cNvSpPr/>
              <p:nvPr userDrawn="1"/>
            </p:nvSpPr>
            <p:spPr>
              <a:xfrm>
                <a:off x="-1544321" y="3783295"/>
                <a:ext cx="713257" cy="614941"/>
              </a:xfrm>
              <a:prstGeom prst="rect">
                <a:avLst/>
              </a:prstGeom>
              <a:solidFill>
                <a:srgbClr val="ED423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#ED4239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3E0BF90-8B0E-E367-56EB-AC5071C0D398}"/>
                  </a:ext>
                </a:extLst>
              </p:cNvPr>
              <p:cNvSpPr/>
              <p:nvPr userDrawn="1"/>
            </p:nvSpPr>
            <p:spPr>
              <a:xfrm>
                <a:off x="-831065" y="3783295"/>
                <a:ext cx="713257" cy="614941"/>
              </a:xfrm>
              <a:prstGeom prst="rect">
                <a:avLst/>
              </a:prstGeom>
              <a:solidFill>
                <a:srgbClr val="7F879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#7F8799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0F54C5E-7F97-3994-17C3-84233DCDCE75}"/>
                  </a:ext>
                </a:extLst>
              </p:cNvPr>
              <p:cNvSpPr/>
              <p:nvPr userDrawn="1"/>
            </p:nvSpPr>
            <p:spPr>
              <a:xfrm>
                <a:off x="-831065" y="4398236"/>
                <a:ext cx="713257" cy="614941"/>
              </a:xfrm>
              <a:prstGeom prst="rect">
                <a:avLst/>
              </a:prstGeom>
              <a:solidFill>
                <a:srgbClr val="54657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#546579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687C4C8-B9FD-B00C-16A8-C2F07737241D}"/>
                  </a:ext>
                </a:extLst>
              </p:cNvPr>
              <p:cNvSpPr/>
              <p:nvPr userDrawn="1"/>
            </p:nvSpPr>
            <p:spPr>
              <a:xfrm>
                <a:off x="-1544321" y="4398237"/>
                <a:ext cx="713257" cy="614941"/>
              </a:xfrm>
              <a:prstGeom prst="rect">
                <a:avLst/>
              </a:prstGeom>
              <a:solidFill>
                <a:srgbClr val="96111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#961111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87A148D-80F1-4278-8E64-9B5881E70A65}"/>
                  </a:ext>
                </a:extLst>
              </p:cNvPr>
              <p:cNvSpPr/>
              <p:nvPr userDrawn="1"/>
            </p:nvSpPr>
            <p:spPr>
              <a:xfrm>
                <a:off x="-831065" y="5013177"/>
                <a:ext cx="713257" cy="614941"/>
              </a:xfrm>
              <a:prstGeom prst="rect">
                <a:avLst/>
              </a:prstGeom>
              <a:solidFill>
                <a:srgbClr val="3542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#354259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C8FEE44-CA12-CD96-8420-8C4EF9804F87}"/>
                  </a:ext>
                </a:extLst>
              </p:cNvPr>
              <p:cNvSpPr/>
              <p:nvPr userDrawn="1"/>
            </p:nvSpPr>
            <p:spPr>
              <a:xfrm>
                <a:off x="-1544321" y="5013177"/>
                <a:ext cx="713257" cy="614941"/>
              </a:xfrm>
              <a:prstGeom prst="rect">
                <a:avLst/>
              </a:prstGeom>
              <a:solidFill>
                <a:srgbClr val="3D040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#3D0404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511E535-BB3C-16D0-3574-E180610F4762}"/>
                  </a:ext>
                </a:extLst>
              </p:cNvPr>
              <p:cNvSpPr/>
              <p:nvPr userDrawn="1"/>
            </p:nvSpPr>
            <p:spPr>
              <a:xfrm>
                <a:off x="-1544321" y="1938472"/>
                <a:ext cx="713257" cy="614941"/>
              </a:xfrm>
              <a:prstGeom prst="rect">
                <a:avLst/>
              </a:prstGeom>
              <a:solidFill>
                <a:srgbClr val="FFE3E3"/>
              </a:solidFill>
              <a:ln w="127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rgbClr val="DA291C"/>
                    </a:solidFill>
                    <a:latin typeface="Work Sans" pitchFamily="2" charset="0"/>
                  </a:rPr>
                  <a:t>#FFE3E3</a:t>
                </a:r>
                <a:endParaRPr lang="en-GB" sz="800" dirty="0">
                  <a:solidFill>
                    <a:srgbClr val="DA291C"/>
                  </a:solidFill>
                  <a:latin typeface="Work Sans" pitchFamily="2" charset="0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71B3B8B3-7F88-8BF2-20DC-815B7FA93CEC}"/>
                  </a:ext>
                </a:extLst>
              </p:cNvPr>
              <p:cNvSpPr/>
              <p:nvPr userDrawn="1"/>
            </p:nvSpPr>
            <p:spPr>
              <a:xfrm>
                <a:off x="-831065" y="1938472"/>
                <a:ext cx="713257" cy="614941"/>
              </a:xfrm>
              <a:prstGeom prst="rect">
                <a:avLst/>
              </a:prstGeom>
              <a:solidFill>
                <a:srgbClr val="F1F2F3"/>
              </a:solidFill>
              <a:ln w="127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rgbClr val="0C2340"/>
                    </a:solidFill>
                    <a:latin typeface="Work Sans" pitchFamily="2" charset="0"/>
                  </a:rPr>
                  <a:t>#F1F2F3</a:t>
                </a:r>
                <a:endParaRPr lang="en-GB" sz="800" dirty="0">
                  <a:solidFill>
                    <a:srgbClr val="0C2340"/>
                  </a:solidFill>
                  <a:latin typeface="Work Sans" pitchFamily="2" charset="0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2EAC8A8-E283-0F94-2FDA-6BB70EDFD624}"/>
                  </a:ext>
                </a:extLst>
              </p:cNvPr>
              <p:cNvSpPr/>
              <p:nvPr userDrawn="1"/>
            </p:nvSpPr>
            <p:spPr>
              <a:xfrm>
                <a:off x="-1544321" y="2553413"/>
                <a:ext cx="713257" cy="614941"/>
              </a:xfrm>
              <a:prstGeom prst="rect">
                <a:avLst/>
              </a:prstGeom>
              <a:solidFill>
                <a:srgbClr val="FCB7B3"/>
              </a:solidFill>
              <a:ln w="127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rgbClr val="DA291C"/>
                    </a:solidFill>
                    <a:latin typeface="Work Sans" pitchFamily="2" charset="0"/>
                  </a:rPr>
                  <a:t>#FCB7B3</a:t>
                </a:r>
                <a:endParaRPr lang="en-GB" sz="800" dirty="0">
                  <a:solidFill>
                    <a:srgbClr val="DA291C"/>
                  </a:solidFill>
                  <a:latin typeface="Work Sans" pitchFamily="2" charset="0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FDF87E6A-0BF7-E379-09CF-73B0E9D90887}"/>
                  </a:ext>
                </a:extLst>
              </p:cNvPr>
              <p:cNvSpPr/>
              <p:nvPr userDrawn="1"/>
            </p:nvSpPr>
            <p:spPr>
              <a:xfrm>
                <a:off x="-831065" y="2553413"/>
                <a:ext cx="713257" cy="614941"/>
              </a:xfrm>
              <a:prstGeom prst="rect">
                <a:avLst/>
              </a:prstGeom>
              <a:solidFill>
                <a:srgbClr val="DADEE2"/>
              </a:solidFill>
              <a:ln w="127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rgbClr val="0C2340"/>
                    </a:solidFill>
                    <a:latin typeface="Work Sans" pitchFamily="2" charset="0"/>
                  </a:rPr>
                  <a:t>#DADEE2</a:t>
                </a:r>
                <a:endParaRPr lang="en-GB" sz="800" dirty="0">
                  <a:solidFill>
                    <a:srgbClr val="0C2340"/>
                  </a:solidFill>
                  <a:latin typeface="Work Sans" pitchFamily="2" charset="0"/>
                </a:endParaRP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8F49283-6E92-FE89-A4E9-A2E857F9C28D}"/>
                </a:ext>
              </a:extLst>
            </p:cNvPr>
            <p:cNvSpPr txBox="1"/>
            <p:nvPr userDrawn="1"/>
          </p:nvSpPr>
          <p:spPr>
            <a:xfrm>
              <a:off x="-1192696" y="55165"/>
              <a:ext cx="110470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pt-BR" sz="800" dirty="0">
                  <a:solidFill>
                    <a:schemeClr val="tx1">
                      <a:alpha val="60000"/>
                    </a:schemeClr>
                  </a:solidFill>
                  <a:latin typeface="Work Sans" pitchFamily="2" charset="0"/>
                </a:rPr>
                <a:t>Primary </a:t>
              </a:r>
              <a:r>
                <a:rPr lang="pt-BR" sz="800" dirty="0" err="1">
                  <a:solidFill>
                    <a:schemeClr val="tx1">
                      <a:alpha val="60000"/>
                    </a:schemeClr>
                  </a:solidFill>
                  <a:latin typeface="Work Sans" pitchFamily="2" charset="0"/>
                </a:rPr>
                <a:t>Colors</a:t>
              </a:r>
              <a:endParaRPr lang="en-GB" sz="800" dirty="0">
                <a:solidFill>
                  <a:schemeClr val="tx1">
                    <a:alpha val="60000"/>
                  </a:schemeClr>
                </a:solidFill>
                <a:latin typeface="Work Sans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42AC377-065D-8C3F-B2C9-0E670FA42FEE}"/>
                </a:ext>
              </a:extLst>
            </p:cNvPr>
            <p:cNvSpPr txBox="1"/>
            <p:nvPr userDrawn="1"/>
          </p:nvSpPr>
          <p:spPr>
            <a:xfrm>
              <a:off x="-1192696" y="3697357"/>
              <a:ext cx="110470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pt-BR" sz="800" dirty="0" err="1">
                  <a:solidFill>
                    <a:schemeClr val="tx1">
                      <a:alpha val="60000"/>
                    </a:schemeClr>
                  </a:solidFill>
                  <a:latin typeface="Work Sans" pitchFamily="2" charset="0"/>
                </a:rPr>
                <a:t>Support</a:t>
              </a:r>
              <a:r>
                <a:rPr lang="pt-BR" sz="800" dirty="0">
                  <a:solidFill>
                    <a:schemeClr val="tx1">
                      <a:alpha val="60000"/>
                    </a:schemeClr>
                  </a:solidFill>
                  <a:latin typeface="Work Sans" pitchFamily="2" charset="0"/>
                </a:rPr>
                <a:t> </a:t>
              </a:r>
              <a:r>
                <a:rPr lang="pt-BR" sz="800" dirty="0" err="1">
                  <a:solidFill>
                    <a:schemeClr val="tx1">
                      <a:alpha val="60000"/>
                    </a:schemeClr>
                  </a:solidFill>
                  <a:latin typeface="Work Sans" pitchFamily="2" charset="0"/>
                </a:rPr>
                <a:t>Palette</a:t>
              </a:r>
              <a:endParaRPr lang="en-GB" sz="800" dirty="0">
                <a:solidFill>
                  <a:schemeClr val="tx1">
                    <a:alpha val="60000"/>
                  </a:schemeClr>
                </a:solidFill>
                <a:latin typeface="Work San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65798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5" r:id="rId1"/>
    <p:sldLayoutId id="2147483909" r:id="rId2"/>
    <p:sldLayoutId id="2147483876" r:id="rId3"/>
    <p:sldLayoutId id="2147483877" r:id="rId4"/>
    <p:sldLayoutId id="2147483878" r:id="rId5"/>
    <p:sldLayoutId id="2147483880" r:id="rId6"/>
  </p:sldLayoutIdLst>
  <p:hf hdr="0" ftr="0" dt="0"/>
  <p:txStyles>
    <p:titleStyle>
      <a:lvl1pPr algn="l" defTabSz="609585" rtl="0" eaLnBrk="1" latinLnBrk="0" hangingPunct="1">
        <a:lnSpc>
          <a:spcPct val="90000"/>
        </a:lnSpc>
        <a:spcBef>
          <a:spcPct val="0"/>
        </a:spcBef>
        <a:spcAft>
          <a:spcPts val="1200"/>
        </a:spcAft>
        <a:buNone/>
        <a:defRPr sz="3600" b="0" i="0" kern="0" spc="0" baseline="0">
          <a:solidFill>
            <a:schemeClr val="bg1"/>
          </a:solidFill>
          <a:latin typeface="Work Sans Light" pitchFamily="2" charset="0"/>
          <a:ea typeface="+mj-ea"/>
          <a:cs typeface="+mj-cs"/>
        </a:defRPr>
      </a:lvl1pPr>
    </p:titleStyle>
    <p:bodyStyle>
      <a:lvl1pPr marL="0" indent="0" algn="l" defTabSz="609585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Tx/>
        <a:buNone/>
        <a:defRPr sz="1200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0" indent="0" algn="l" defTabSz="609585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200" kern="1200" baseline="0">
          <a:solidFill>
            <a:schemeClr val="bg1"/>
          </a:solidFill>
          <a:latin typeface="+mn-lt"/>
          <a:ea typeface="+mn-ea"/>
          <a:cs typeface="+mn-cs"/>
        </a:defRPr>
      </a:lvl2pPr>
      <a:lvl3pPr marL="538163" indent="-182563" algn="l" defTabSz="609585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+mj-lt"/>
        <a:buAutoNum type="arabicPeriod"/>
        <a:defRPr sz="1200" kern="1200" baseline="0">
          <a:solidFill>
            <a:schemeClr val="bg1"/>
          </a:solidFill>
          <a:latin typeface="+mn-lt"/>
          <a:ea typeface="+mn-ea"/>
          <a:cs typeface="+mn-cs"/>
        </a:defRPr>
      </a:lvl3pPr>
      <a:lvl4pPr marL="893763" indent="-173038" algn="l" defTabSz="609585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+mj-lt"/>
        <a:buAutoNum type="alphaUcPeriod"/>
        <a:defRPr sz="1200" kern="1200" baseline="0">
          <a:solidFill>
            <a:schemeClr val="bg1"/>
          </a:solidFill>
          <a:latin typeface="+mn-lt"/>
          <a:ea typeface="+mn-ea"/>
          <a:cs typeface="+mn-cs"/>
        </a:defRPr>
      </a:lvl4pPr>
      <a:lvl5pPr marL="1247775" indent="-171450" algn="l" defTabSz="609585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bg1"/>
        </a:buClr>
        <a:buFont typeface="Wingdings" panose="05000000000000000000" pitchFamily="2" charset="2"/>
        <a:buChar char="§"/>
        <a:defRPr sz="1200" kern="1200" baseline="0">
          <a:solidFill>
            <a:schemeClr val="bg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166">
          <p15:clr>
            <a:srgbClr val="F26B43"/>
          </p15:clr>
        </p15:guide>
        <p15:guide id="3" orient="horz" pos="187">
          <p15:clr>
            <a:srgbClr val="F26B43"/>
          </p15:clr>
        </p15:guide>
        <p15:guide id="4" pos="7514">
          <p15:clr>
            <a:srgbClr val="F26B43"/>
          </p15:clr>
        </p15:guide>
        <p15:guide id="5" orient="horz" pos="4020">
          <p15:clr>
            <a:srgbClr val="F26B43"/>
          </p15:clr>
        </p15:guide>
        <p15:guide id="6" orient="horz" pos="420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numero diapositiva 3">
            <a:extLst>
              <a:ext uri="{FF2B5EF4-FFF2-40B4-BE49-F238E27FC236}">
                <a16:creationId xmlns:a16="http://schemas.microsoft.com/office/drawing/2014/main" id="{48B86079-8055-54E2-967C-5BB6A992C7D0}"/>
              </a:ext>
            </a:extLst>
          </p:cNvPr>
          <p:cNvSpPr txBox="1">
            <a:spLocks/>
          </p:cNvSpPr>
          <p:nvPr userDrawn="1"/>
        </p:nvSpPr>
        <p:spPr>
          <a:xfrm>
            <a:off x="258396" y="6522680"/>
            <a:ext cx="494299" cy="197211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it-IT"/>
            </a:defPPr>
            <a:lvl1pPr marL="0" algn="l" defTabSz="457200" rtl="0" eaLnBrk="1" latinLnBrk="0" hangingPunct="1">
              <a:defRPr sz="600" b="0" i="0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9C18EA95-C3D3-214C-9452-EF8527DBCD86}" type="slidenum">
              <a:rPr lang="it-IT" sz="800" smtClean="0">
                <a:latin typeface="+mn-lt"/>
              </a:rPr>
              <a:pPr algn="l"/>
              <a:t>‹#›</a:t>
            </a:fld>
            <a:endParaRPr lang="it-IT" sz="800">
              <a:latin typeface="+mn-lt"/>
            </a:endParaRPr>
          </a:p>
        </p:txBody>
      </p:sp>
      <p:sp>
        <p:nvSpPr>
          <p:cNvPr id="5" name="Segnaposto titolo 4"/>
          <p:cNvSpPr>
            <a:spLocks noGrp="1"/>
          </p:cNvSpPr>
          <p:nvPr>
            <p:ph type="title"/>
          </p:nvPr>
        </p:nvSpPr>
        <p:spPr>
          <a:xfrm>
            <a:off x="275099" y="307439"/>
            <a:ext cx="11655631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/>
              <a:t>Title here</a:t>
            </a:r>
            <a:endParaRPr lang="en-GB"/>
          </a:p>
        </p:txBody>
      </p:sp>
      <p:grpSp>
        <p:nvGrpSpPr>
          <p:cNvPr id="22" name="Graphic 6">
            <a:extLst>
              <a:ext uri="{FF2B5EF4-FFF2-40B4-BE49-F238E27FC236}">
                <a16:creationId xmlns:a16="http://schemas.microsoft.com/office/drawing/2014/main" id="{0AEDAF7C-5160-AD8E-0DC4-7807EDCD172F}"/>
              </a:ext>
            </a:extLst>
          </p:cNvPr>
          <p:cNvGrpSpPr/>
          <p:nvPr/>
        </p:nvGrpSpPr>
        <p:grpSpPr>
          <a:xfrm>
            <a:off x="11618002" y="6507090"/>
            <a:ext cx="312729" cy="218045"/>
            <a:chOff x="3414712" y="1223962"/>
            <a:chExt cx="5362003" cy="3738562"/>
          </a:xfrm>
          <a:solidFill>
            <a:srgbClr val="DA291C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CB30FE0-AD6C-B08A-E8E5-34150463D083}"/>
                </a:ext>
              </a:extLst>
            </p:cNvPr>
            <p:cNvSpPr/>
            <p:nvPr/>
          </p:nvSpPr>
          <p:spPr>
            <a:xfrm>
              <a:off x="6326790" y="2037882"/>
              <a:ext cx="1714200" cy="2924642"/>
            </a:xfrm>
            <a:custGeom>
              <a:avLst/>
              <a:gdLst>
                <a:gd name="connsiteX0" fmla="*/ 0 w 1714200"/>
                <a:gd name="connsiteY0" fmla="*/ 1557424 h 2924642"/>
                <a:gd name="connsiteX1" fmla="*/ 16288 w 1714200"/>
                <a:gd name="connsiteY1" fmla="*/ 1557424 h 2924642"/>
                <a:gd name="connsiteX2" fmla="*/ 658463 w 1714200"/>
                <a:gd name="connsiteY2" fmla="*/ 1557424 h 2924642"/>
                <a:gd name="connsiteX3" fmla="*/ 1153477 w 1714200"/>
                <a:gd name="connsiteY3" fmla="*/ 1142229 h 2924642"/>
                <a:gd name="connsiteX4" fmla="*/ 750475 w 1714200"/>
                <a:gd name="connsiteY4" fmla="*/ 562538 h 2924642"/>
                <a:gd name="connsiteX5" fmla="*/ 653129 w 1714200"/>
                <a:gd name="connsiteY5" fmla="*/ 553775 h 2924642"/>
                <a:gd name="connsiteX6" fmla="*/ 292703 w 1714200"/>
                <a:gd name="connsiteY6" fmla="*/ 553394 h 2924642"/>
                <a:gd name="connsiteX7" fmla="*/ 277273 w 1714200"/>
                <a:gd name="connsiteY7" fmla="*/ 553394 h 2924642"/>
                <a:gd name="connsiteX8" fmla="*/ 277273 w 1714200"/>
                <a:gd name="connsiteY8" fmla="*/ 944 h 2924642"/>
                <a:gd name="connsiteX9" fmla="*/ 289655 w 1714200"/>
                <a:gd name="connsiteY9" fmla="*/ 372 h 2924642"/>
                <a:gd name="connsiteX10" fmla="*/ 658082 w 1714200"/>
                <a:gd name="connsiteY10" fmla="*/ 563 h 2924642"/>
                <a:gd name="connsiteX11" fmla="*/ 1383221 w 1714200"/>
                <a:gd name="connsiteY11" fmla="*/ 288694 h 2924642"/>
                <a:gd name="connsiteX12" fmla="*/ 1691164 w 1714200"/>
                <a:gd name="connsiteY12" fmla="*/ 835810 h 2924642"/>
                <a:gd name="connsiteX13" fmla="*/ 1712690 w 1714200"/>
                <a:gd name="connsiteY13" fmla="*/ 1107558 h 2924642"/>
                <a:gd name="connsiteX14" fmla="*/ 1424749 w 1714200"/>
                <a:gd name="connsiteY14" fmla="*/ 1780690 h 2924642"/>
                <a:gd name="connsiteX15" fmla="*/ 847915 w 1714200"/>
                <a:gd name="connsiteY15" fmla="*/ 2093205 h 2924642"/>
                <a:gd name="connsiteX16" fmla="*/ 631317 w 1714200"/>
                <a:gd name="connsiteY16" fmla="*/ 2109493 h 2924642"/>
                <a:gd name="connsiteX17" fmla="*/ 562927 w 1714200"/>
                <a:gd name="connsiteY17" fmla="*/ 2109302 h 2924642"/>
                <a:gd name="connsiteX18" fmla="*/ 552545 w 1714200"/>
                <a:gd name="connsiteY18" fmla="*/ 2119780 h 2924642"/>
                <a:gd name="connsiteX19" fmla="*/ 552545 w 1714200"/>
                <a:gd name="connsiteY19" fmla="*/ 2128924 h 2924642"/>
                <a:gd name="connsiteX20" fmla="*/ 552545 w 1714200"/>
                <a:gd name="connsiteY20" fmla="*/ 2907783 h 2924642"/>
                <a:gd name="connsiteX21" fmla="*/ 552545 w 1714200"/>
                <a:gd name="connsiteY21" fmla="*/ 2924642 h 2924642"/>
                <a:gd name="connsiteX22" fmla="*/ 95 w 1714200"/>
                <a:gd name="connsiteY22" fmla="*/ 2924642 h 2924642"/>
                <a:gd name="connsiteX23" fmla="*/ 95 w 1714200"/>
                <a:gd name="connsiteY23" fmla="*/ 1557424 h 292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14200" h="2924642">
                  <a:moveTo>
                    <a:pt x="0" y="1557424"/>
                  </a:moveTo>
                  <a:cubicBezTo>
                    <a:pt x="6477" y="1557424"/>
                    <a:pt x="11335" y="1557424"/>
                    <a:pt x="16288" y="1557424"/>
                  </a:cubicBezTo>
                  <a:cubicBezTo>
                    <a:pt x="230314" y="1557424"/>
                    <a:pt x="444341" y="1557424"/>
                    <a:pt x="658463" y="1557424"/>
                  </a:cubicBezTo>
                  <a:cubicBezTo>
                    <a:pt x="901922" y="1557424"/>
                    <a:pt x="1110901" y="1382069"/>
                    <a:pt x="1153477" y="1142229"/>
                  </a:cubicBezTo>
                  <a:cubicBezTo>
                    <a:pt x="1201388" y="872005"/>
                    <a:pt x="1019461" y="609782"/>
                    <a:pt x="750475" y="562538"/>
                  </a:cubicBezTo>
                  <a:cubicBezTo>
                    <a:pt x="718471" y="556918"/>
                    <a:pt x="685609" y="554060"/>
                    <a:pt x="653129" y="553775"/>
                  </a:cubicBezTo>
                  <a:cubicBezTo>
                    <a:pt x="533019" y="552727"/>
                    <a:pt x="412813" y="553394"/>
                    <a:pt x="292703" y="553394"/>
                  </a:cubicBezTo>
                  <a:lnTo>
                    <a:pt x="277273" y="553394"/>
                  </a:lnTo>
                  <a:lnTo>
                    <a:pt x="277273" y="944"/>
                  </a:lnTo>
                  <a:cubicBezTo>
                    <a:pt x="281559" y="753"/>
                    <a:pt x="285559" y="372"/>
                    <a:pt x="289655" y="372"/>
                  </a:cubicBezTo>
                  <a:cubicBezTo>
                    <a:pt x="412432" y="372"/>
                    <a:pt x="535305" y="-580"/>
                    <a:pt x="658082" y="563"/>
                  </a:cubicBezTo>
                  <a:cubicBezTo>
                    <a:pt x="936784" y="3134"/>
                    <a:pt x="1179862" y="97527"/>
                    <a:pt x="1383221" y="288694"/>
                  </a:cubicBezTo>
                  <a:cubicBezTo>
                    <a:pt x="1542669" y="438522"/>
                    <a:pt x="1645348" y="621402"/>
                    <a:pt x="1691164" y="835810"/>
                  </a:cubicBezTo>
                  <a:cubicBezTo>
                    <a:pt x="1710404" y="925440"/>
                    <a:pt x="1717643" y="1016213"/>
                    <a:pt x="1712690" y="1107558"/>
                  </a:cubicBezTo>
                  <a:cubicBezTo>
                    <a:pt x="1698593" y="1366733"/>
                    <a:pt x="1603248" y="1592095"/>
                    <a:pt x="1424749" y="1780690"/>
                  </a:cubicBezTo>
                  <a:cubicBezTo>
                    <a:pt x="1266920" y="1947473"/>
                    <a:pt x="1074134" y="2051676"/>
                    <a:pt x="847915" y="2093205"/>
                  </a:cubicBezTo>
                  <a:cubicBezTo>
                    <a:pt x="776288" y="2106350"/>
                    <a:pt x="703993" y="2110731"/>
                    <a:pt x="631317" y="2109493"/>
                  </a:cubicBezTo>
                  <a:cubicBezTo>
                    <a:pt x="608552" y="2109112"/>
                    <a:pt x="585692" y="2109683"/>
                    <a:pt x="562927" y="2109302"/>
                  </a:cubicBezTo>
                  <a:cubicBezTo>
                    <a:pt x="555022" y="2109207"/>
                    <a:pt x="551593" y="2111684"/>
                    <a:pt x="552545" y="2119780"/>
                  </a:cubicBezTo>
                  <a:cubicBezTo>
                    <a:pt x="552926" y="2122733"/>
                    <a:pt x="552545" y="2125876"/>
                    <a:pt x="552545" y="2128924"/>
                  </a:cubicBezTo>
                  <a:cubicBezTo>
                    <a:pt x="552545" y="2388575"/>
                    <a:pt x="552545" y="2648132"/>
                    <a:pt x="552545" y="2907783"/>
                  </a:cubicBezTo>
                  <a:cubicBezTo>
                    <a:pt x="552545" y="2913117"/>
                    <a:pt x="552545" y="2918356"/>
                    <a:pt x="552545" y="2924642"/>
                  </a:cubicBezTo>
                  <a:lnTo>
                    <a:pt x="95" y="2924642"/>
                  </a:lnTo>
                  <a:lnTo>
                    <a:pt x="95" y="1557424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B82BADA-C32C-04B5-DD2E-0E4B72F53EDF}"/>
                </a:ext>
              </a:extLst>
            </p:cNvPr>
            <p:cNvSpPr/>
            <p:nvPr/>
          </p:nvSpPr>
          <p:spPr>
            <a:xfrm>
              <a:off x="3414712" y="1223962"/>
              <a:ext cx="1713050" cy="2923604"/>
            </a:xfrm>
            <a:custGeom>
              <a:avLst/>
              <a:gdLst>
                <a:gd name="connsiteX0" fmla="*/ 276320 w 1713050"/>
                <a:gd name="connsiteY0" fmla="*/ 2923413 h 2923604"/>
                <a:gd name="connsiteX1" fmla="*/ 276320 w 1713050"/>
                <a:gd name="connsiteY1" fmla="*/ 2371439 h 2923604"/>
                <a:gd name="connsiteX2" fmla="*/ 291179 w 1713050"/>
                <a:gd name="connsiteY2" fmla="*/ 2371439 h 2923604"/>
                <a:gd name="connsiteX3" fmla="*/ 657320 w 1713050"/>
                <a:gd name="connsiteY3" fmla="*/ 2371439 h 2923604"/>
                <a:gd name="connsiteX4" fmla="*/ 1151192 w 1713050"/>
                <a:gd name="connsiteY4" fmla="*/ 1966817 h 2923604"/>
                <a:gd name="connsiteX5" fmla="*/ 749237 w 1713050"/>
                <a:gd name="connsiteY5" fmla="*/ 1376458 h 2923604"/>
                <a:gd name="connsiteX6" fmla="*/ 654177 w 1713050"/>
                <a:gd name="connsiteY6" fmla="*/ 1367790 h 2923604"/>
                <a:gd name="connsiteX7" fmla="*/ 15431 w 1713050"/>
                <a:gd name="connsiteY7" fmla="*/ 1367409 h 2923604"/>
                <a:gd name="connsiteX8" fmla="*/ 0 w 1713050"/>
                <a:gd name="connsiteY8" fmla="*/ 1367409 h 2923604"/>
                <a:gd name="connsiteX9" fmla="*/ 0 w 1713050"/>
                <a:gd name="connsiteY9" fmla="*/ 0 h 2923604"/>
                <a:gd name="connsiteX10" fmla="*/ 551021 w 1713050"/>
                <a:gd name="connsiteY10" fmla="*/ 0 h 2923604"/>
                <a:gd name="connsiteX11" fmla="*/ 551688 w 1713050"/>
                <a:gd name="connsiteY11" fmla="*/ 15431 h 2923604"/>
                <a:gd name="connsiteX12" fmla="*/ 551688 w 1713050"/>
                <a:gd name="connsiteY12" fmla="*/ 794290 h 2923604"/>
                <a:gd name="connsiteX13" fmla="*/ 551688 w 1713050"/>
                <a:gd name="connsiteY13" fmla="*/ 805720 h 2923604"/>
                <a:gd name="connsiteX14" fmla="*/ 560356 w 1713050"/>
                <a:gd name="connsiteY14" fmla="*/ 814388 h 2923604"/>
                <a:gd name="connsiteX15" fmla="*/ 605981 w 1713050"/>
                <a:gd name="connsiteY15" fmla="*/ 814388 h 2923604"/>
                <a:gd name="connsiteX16" fmla="*/ 803815 w 1713050"/>
                <a:gd name="connsiteY16" fmla="*/ 824675 h 2923604"/>
                <a:gd name="connsiteX17" fmla="*/ 1114425 w 1713050"/>
                <a:gd name="connsiteY17" fmla="*/ 917638 h 2923604"/>
                <a:gd name="connsiteX18" fmla="*/ 1411224 w 1713050"/>
                <a:gd name="connsiteY18" fmla="*/ 1130332 h 2923604"/>
                <a:gd name="connsiteX19" fmla="*/ 1696307 w 1713050"/>
                <a:gd name="connsiteY19" fmla="*/ 1682306 h 2923604"/>
                <a:gd name="connsiteX20" fmla="*/ 1429322 w 1713050"/>
                <a:gd name="connsiteY20" fmla="*/ 2588800 h 2923604"/>
                <a:gd name="connsiteX21" fmla="*/ 866204 w 1713050"/>
                <a:gd name="connsiteY21" fmla="*/ 2903887 h 2923604"/>
                <a:gd name="connsiteX22" fmla="*/ 670465 w 1713050"/>
                <a:gd name="connsiteY22" fmla="*/ 2923604 h 2923604"/>
                <a:gd name="connsiteX23" fmla="*/ 291751 w 1713050"/>
                <a:gd name="connsiteY23" fmla="*/ 2923604 h 2923604"/>
                <a:gd name="connsiteX24" fmla="*/ 276416 w 1713050"/>
                <a:gd name="connsiteY24" fmla="*/ 2923604 h 2923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13050" h="2923604">
                  <a:moveTo>
                    <a:pt x="276320" y="2923413"/>
                  </a:moveTo>
                  <a:lnTo>
                    <a:pt x="276320" y="2371439"/>
                  </a:lnTo>
                  <a:lnTo>
                    <a:pt x="291179" y="2371439"/>
                  </a:lnTo>
                  <a:cubicBezTo>
                    <a:pt x="413195" y="2371439"/>
                    <a:pt x="535305" y="2371439"/>
                    <a:pt x="657320" y="2371439"/>
                  </a:cubicBezTo>
                  <a:cubicBezTo>
                    <a:pt x="897065" y="2371439"/>
                    <a:pt x="1104233" y="2201704"/>
                    <a:pt x="1151192" y="1966817"/>
                  </a:cubicBezTo>
                  <a:cubicBezTo>
                    <a:pt x="1205770" y="1693736"/>
                    <a:pt x="1023557" y="1425607"/>
                    <a:pt x="749237" y="1376458"/>
                  </a:cubicBezTo>
                  <a:cubicBezTo>
                    <a:pt x="717995" y="1370838"/>
                    <a:pt x="685895" y="1367885"/>
                    <a:pt x="654177" y="1367790"/>
                  </a:cubicBezTo>
                  <a:cubicBezTo>
                    <a:pt x="441293" y="1367028"/>
                    <a:pt x="228314" y="1367409"/>
                    <a:pt x="15431" y="1367409"/>
                  </a:cubicBezTo>
                  <a:lnTo>
                    <a:pt x="0" y="1367409"/>
                  </a:lnTo>
                  <a:lnTo>
                    <a:pt x="0" y="0"/>
                  </a:lnTo>
                  <a:lnTo>
                    <a:pt x="551021" y="0"/>
                  </a:lnTo>
                  <a:cubicBezTo>
                    <a:pt x="551212" y="5144"/>
                    <a:pt x="551688" y="10287"/>
                    <a:pt x="551688" y="15431"/>
                  </a:cubicBezTo>
                  <a:cubicBezTo>
                    <a:pt x="551688" y="275082"/>
                    <a:pt x="551688" y="534734"/>
                    <a:pt x="551688" y="794290"/>
                  </a:cubicBezTo>
                  <a:cubicBezTo>
                    <a:pt x="551688" y="798100"/>
                    <a:pt x="551974" y="801910"/>
                    <a:pt x="551688" y="805720"/>
                  </a:cubicBezTo>
                  <a:cubicBezTo>
                    <a:pt x="551212" y="812102"/>
                    <a:pt x="553974" y="814483"/>
                    <a:pt x="560356" y="814388"/>
                  </a:cubicBezTo>
                  <a:cubicBezTo>
                    <a:pt x="575596" y="814102"/>
                    <a:pt x="590741" y="814388"/>
                    <a:pt x="605981" y="814388"/>
                  </a:cubicBezTo>
                  <a:cubicBezTo>
                    <a:pt x="672084" y="814388"/>
                    <a:pt x="738092" y="815626"/>
                    <a:pt x="803815" y="824675"/>
                  </a:cubicBezTo>
                  <a:cubicBezTo>
                    <a:pt x="912209" y="839629"/>
                    <a:pt x="1015746" y="870395"/>
                    <a:pt x="1114425" y="917638"/>
                  </a:cubicBezTo>
                  <a:cubicBezTo>
                    <a:pt x="1225868" y="970979"/>
                    <a:pt x="1325023" y="1041940"/>
                    <a:pt x="1411224" y="1130332"/>
                  </a:cubicBezTo>
                  <a:cubicBezTo>
                    <a:pt x="1562291" y="1285208"/>
                    <a:pt x="1660970" y="1468469"/>
                    <a:pt x="1696307" y="1682306"/>
                  </a:cubicBezTo>
                  <a:cubicBezTo>
                    <a:pt x="1753076" y="2026539"/>
                    <a:pt x="1665827" y="2330863"/>
                    <a:pt x="1429322" y="2588800"/>
                  </a:cubicBezTo>
                  <a:cubicBezTo>
                    <a:pt x="1276826" y="2755106"/>
                    <a:pt x="1087279" y="2858738"/>
                    <a:pt x="866204" y="2903887"/>
                  </a:cubicBezTo>
                  <a:cubicBezTo>
                    <a:pt x="801719" y="2917031"/>
                    <a:pt x="736378" y="2923699"/>
                    <a:pt x="670465" y="2923604"/>
                  </a:cubicBezTo>
                  <a:cubicBezTo>
                    <a:pt x="544259" y="2923413"/>
                    <a:pt x="418052" y="2923604"/>
                    <a:pt x="291751" y="2923604"/>
                  </a:cubicBezTo>
                  <a:lnTo>
                    <a:pt x="276416" y="2923604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41F6A31-F524-6913-0301-610BFEEAFC44}"/>
                </a:ext>
              </a:extLst>
            </p:cNvPr>
            <p:cNvSpPr/>
            <p:nvPr/>
          </p:nvSpPr>
          <p:spPr>
            <a:xfrm>
              <a:off x="5430202" y="2035872"/>
              <a:ext cx="551783" cy="2105310"/>
            </a:xfrm>
            <a:custGeom>
              <a:avLst/>
              <a:gdLst>
                <a:gd name="connsiteX0" fmla="*/ 551783 w 551783"/>
                <a:gd name="connsiteY0" fmla="*/ 0 h 2105310"/>
                <a:gd name="connsiteX1" fmla="*/ 551783 w 551783"/>
                <a:gd name="connsiteY1" fmla="*/ 2105311 h 2105310"/>
                <a:gd name="connsiteX2" fmla="*/ 0 w 551783"/>
                <a:gd name="connsiteY2" fmla="*/ 2105311 h 2105310"/>
                <a:gd name="connsiteX3" fmla="*/ 0 w 551783"/>
                <a:gd name="connsiteY3" fmla="*/ 0 h 2105310"/>
                <a:gd name="connsiteX4" fmla="*/ 551783 w 551783"/>
                <a:gd name="connsiteY4" fmla="*/ 0 h 210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1783" h="2105310">
                  <a:moveTo>
                    <a:pt x="551783" y="0"/>
                  </a:moveTo>
                  <a:lnTo>
                    <a:pt x="551783" y="2105311"/>
                  </a:lnTo>
                  <a:lnTo>
                    <a:pt x="0" y="2105311"/>
                  </a:lnTo>
                  <a:lnTo>
                    <a:pt x="0" y="0"/>
                  </a:lnTo>
                  <a:lnTo>
                    <a:pt x="551783" y="0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4D8D972-84DE-D2D1-B133-9D10E3CD9F14}"/>
                </a:ext>
              </a:extLst>
            </p:cNvPr>
            <p:cNvSpPr/>
            <p:nvPr/>
          </p:nvSpPr>
          <p:spPr>
            <a:xfrm>
              <a:off x="8225979" y="3593115"/>
              <a:ext cx="550735" cy="548068"/>
            </a:xfrm>
            <a:custGeom>
              <a:avLst/>
              <a:gdLst>
                <a:gd name="connsiteX0" fmla="*/ 0 w 550735"/>
                <a:gd name="connsiteY0" fmla="*/ 0 h 548068"/>
                <a:gd name="connsiteX1" fmla="*/ 550736 w 550735"/>
                <a:gd name="connsiteY1" fmla="*/ 0 h 548068"/>
                <a:gd name="connsiteX2" fmla="*/ 550736 w 550735"/>
                <a:gd name="connsiteY2" fmla="*/ 548068 h 548068"/>
                <a:gd name="connsiteX3" fmla="*/ 0 w 550735"/>
                <a:gd name="connsiteY3" fmla="*/ 548068 h 548068"/>
                <a:gd name="connsiteX4" fmla="*/ 0 w 550735"/>
                <a:gd name="connsiteY4" fmla="*/ 0 h 548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0735" h="548068">
                  <a:moveTo>
                    <a:pt x="0" y="0"/>
                  </a:moveTo>
                  <a:lnTo>
                    <a:pt x="550736" y="0"/>
                  </a:lnTo>
                  <a:lnTo>
                    <a:pt x="550736" y="548068"/>
                  </a:lnTo>
                  <a:lnTo>
                    <a:pt x="0" y="5480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35" name="Text Placeholder 1">
            <a:extLst>
              <a:ext uri="{FF2B5EF4-FFF2-40B4-BE49-F238E27FC236}">
                <a16:creationId xmlns:a16="http://schemas.microsoft.com/office/drawing/2014/main" id="{84E9D118-7602-3AA8-0AD5-359A7A2EE8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5099" y="934720"/>
            <a:ext cx="11655631" cy="544703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71724AA-245F-DE49-802C-145D69773A82}"/>
              </a:ext>
            </a:extLst>
          </p:cNvPr>
          <p:cNvGrpSpPr/>
          <p:nvPr userDrawn="1"/>
        </p:nvGrpSpPr>
        <p:grpSpPr>
          <a:xfrm>
            <a:off x="-1192696" y="55165"/>
            <a:ext cx="1104706" cy="6802835"/>
            <a:chOff x="-1192696" y="55165"/>
            <a:chExt cx="1104706" cy="68028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4CB78D2-C9A6-16F6-5D17-560D41DA2634}"/>
                </a:ext>
              </a:extLst>
            </p:cNvPr>
            <p:cNvGrpSpPr/>
            <p:nvPr userDrawn="1"/>
          </p:nvGrpSpPr>
          <p:grpSpPr>
            <a:xfrm>
              <a:off x="-1192696" y="283678"/>
              <a:ext cx="1104706" cy="3145322"/>
              <a:chOff x="-2141717" y="1398059"/>
              <a:chExt cx="1694244" cy="428448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DA896E1-81A7-A607-BAE2-3E0D797823C1}"/>
                  </a:ext>
                </a:extLst>
              </p:cNvPr>
              <p:cNvSpPr/>
              <p:nvPr userDrawn="1"/>
            </p:nvSpPr>
            <p:spPr>
              <a:xfrm>
                <a:off x="-2141717" y="1398059"/>
                <a:ext cx="847123" cy="353792"/>
              </a:xfrm>
              <a:prstGeom prst="rect">
                <a:avLst/>
              </a:prstGeom>
              <a:solidFill>
                <a:srgbClr val="DA29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l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#DA291C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A6A84419-6D1C-E1E9-47AD-46A6867154BB}"/>
                  </a:ext>
                </a:extLst>
              </p:cNvPr>
              <p:cNvSpPr/>
              <p:nvPr userDrawn="1"/>
            </p:nvSpPr>
            <p:spPr>
              <a:xfrm>
                <a:off x="-1294596" y="1398059"/>
                <a:ext cx="847123" cy="353792"/>
              </a:xfrm>
              <a:prstGeom prst="rect">
                <a:avLst/>
              </a:prstGeom>
              <a:solidFill>
                <a:srgbClr val="0C234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l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#0C2340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5CCF599C-850B-C6B8-1B6C-B4714C360043}"/>
                  </a:ext>
                </a:extLst>
              </p:cNvPr>
              <p:cNvSpPr/>
              <p:nvPr userDrawn="1"/>
            </p:nvSpPr>
            <p:spPr>
              <a:xfrm>
                <a:off x="-2141717" y="1751851"/>
                <a:ext cx="1694244" cy="7465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l"/>
                <a:r>
                  <a:rPr lang="pt-BR" sz="800" dirty="0">
                    <a:solidFill>
                      <a:srgbClr val="0C2340"/>
                    </a:solidFill>
                    <a:latin typeface="Work Sans" pitchFamily="2" charset="0"/>
                  </a:rPr>
                  <a:t>#FFFFFF</a:t>
                </a:r>
                <a:endParaRPr lang="en-GB" sz="800" dirty="0">
                  <a:solidFill>
                    <a:srgbClr val="0C2340"/>
                  </a:solidFill>
                  <a:latin typeface="Work Sans" pitchFamily="2" charset="0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D553D77-0C5D-3B8D-48CE-C010C35BA426}"/>
                </a:ext>
              </a:extLst>
            </p:cNvPr>
            <p:cNvGrpSpPr/>
            <p:nvPr userDrawn="1"/>
          </p:nvGrpSpPr>
          <p:grpSpPr>
            <a:xfrm>
              <a:off x="-1192696" y="3920372"/>
              <a:ext cx="1104706" cy="2937628"/>
              <a:chOff x="-1544321" y="1938472"/>
              <a:chExt cx="1426513" cy="3689646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C24F36A-E9D0-7EC2-9DA8-8CDDACEB1CD8}"/>
                  </a:ext>
                </a:extLst>
              </p:cNvPr>
              <p:cNvSpPr/>
              <p:nvPr userDrawn="1"/>
            </p:nvSpPr>
            <p:spPr>
              <a:xfrm>
                <a:off x="-1544321" y="3168354"/>
                <a:ext cx="713257" cy="614941"/>
              </a:xfrm>
              <a:prstGeom prst="rect">
                <a:avLst/>
              </a:prstGeom>
              <a:solidFill>
                <a:srgbClr val="F976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#F97673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98DB0D9-D4C6-DED6-58D5-B470FF344744}"/>
                  </a:ext>
                </a:extLst>
              </p:cNvPr>
              <p:cNvSpPr/>
              <p:nvPr userDrawn="1"/>
            </p:nvSpPr>
            <p:spPr>
              <a:xfrm>
                <a:off x="-831065" y="3168354"/>
                <a:ext cx="713257" cy="614941"/>
              </a:xfrm>
              <a:prstGeom prst="rect">
                <a:avLst/>
              </a:prstGeom>
              <a:solidFill>
                <a:srgbClr val="9DA7B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#9DA7B3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EF614CE-ED10-A06A-B197-A52E9A1B5DF7}"/>
                  </a:ext>
                </a:extLst>
              </p:cNvPr>
              <p:cNvSpPr/>
              <p:nvPr userDrawn="1"/>
            </p:nvSpPr>
            <p:spPr>
              <a:xfrm>
                <a:off x="-1544321" y="3783295"/>
                <a:ext cx="713257" cy="614941"/>
              </a:xfrm>
              <a:prstGeom prst="rect">
                <a:avLst/>
              </a:prstGeom>
              <a:solidFill>
                <a:srgbClr val="ED423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#ED4239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1AE0A3B-B3AA-9CDD-1313-83207B03DCED}"/>
                  </a:ext>
                </a:extLst>
              </p:cNvPr>
              <p:cNvSpPr/>
              <p:nvPr userDrawn="1"/>
            </p:nvSpPr>
            <p:spPr>
              <a:xfrm>
                <a:off x="-831065" y="3783295"/>
                <a:ext cx="713257" cy="614941"/>
              </a:xfrm>
              <a:prstGeom prst="rect">
                <a:avLst/>
              </a:prstGeom>
              <a:solidFill>
                <a:srgbClr val="7F879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#7F8799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743B1BA-1BF5-5D9F-508F-362698B6F82A}"/>
                  </a:ext>
                </a:extLst>
              </p:cNvPr>
              <p:cNvSpPr/>
              <p:nvPr userDrawn="1"/>
            </p:nvSpPr>
            <p:spPr>
              <a:xfrm>
                <a:off x="-831065" y="4398236"/>
                <a:ext cx="713257" cy="614941"/>
              </a:xfrm>
              <a:prstGeom prst="rect">
                <a:avLst/>
              </a:prstGeom>
              <a:solidFill>
                <a:srgbClr val="54657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#546579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D6CD7A8-DBE6-CCAB-AB63-FDAD12035722}"/>
                  </a:ext>
                </a:extLst>
              </p:cNvPr>
              <p:cNvSpPr/>
              <p:nvPr userDrawn="1"/>
            </p:nvSpPr>
            <p:spPr>
              <a:xfrm>
                <a:off x="-1544321" y="4398237"/>
                <a:ext cx="713257" cy="614941"/>
              </a:xfrm>
              <a:prstGeom prst="rect">
                <a:avLst/>
              </a:prstGeom>
              <a:solidFill>
                <a:srgbClr val="96111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#961111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1407F10-D8B4-7594-3F35-71730CAFF737}"/>
                  </a:ext>
                </a:extLst>
              </p:cNvPr>
              <p:cNvSpPr/>
              <p:nvPr userDrawn="1"/>
            </p:nvSpPr>
            <p:spPr>
              <a:xfrm>
                <a:off x="-831065" y="5013177"/>
                <a:ext cx="713257" cy="614941"/>
              </a:xfrm>
              <a:prstGeom prst="rect">
                <a:avLst/>
              </a:prstGeom>
              <a:solidFill>
                <a:srgbClr val="3542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#354259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40EF462-AAEF-7E90-32F9-033F40553FDA}"/>
                  </a:ext>
                </a:extLst>
              </p:cNvPr>
              <p:cNvSpPr/>
              <p:nvPr userDrawn="1"/>
            </p:nvSpPr>
            <p:spPr>
              <a:xfrm>
                <a:off x="-1544321" y="5013177"/>
                <a:ext cx="713257" cy="614941"/>
              </a:xfrm>
              <a:prstGeom prst="rect">
                <a:avLst/>
              </a:prstGeom>
              <a:solidFill>
                <a:srgbClr val="3D040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#3D0404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C29FD0C-B617-8623-13CC-18AACF1FB95E}"/>
                  </a:ext>
                </a:extLst>
              </p:cNvPr>
              <p:cNvSpPr/>
              <p:nvPr userDrawn="1"/>
            </p:nvSpPr>
            <p:spPr>
              <a:xfrm>
                <a:off x="-1544321" y="1938472"/>
                <a:ext cx="713257" cy="614941"/>
              </a:xfrm>
              <a:prstGeom prst="rect">
                <a:avLst/>
              </a:prstGeom>
              <a:solidFill>
                <a:srgbClr val="FFE3E3"/>
              </a:solidFill>
              <a:ln w="127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rgbClr val="DA291C"/>
                    </a:solidFill>
                    <a:latin typeface="Work Sans" pitchFamily="2" charset="0"/>
                  </a:rPr>
                  <a:t>#FFE3E3</a:t>
                </a:r>
                <a:endParaRPr lang="en-GB" sz="800" dirty="0">
                  <a:solidFill>
                    <a:srgbClr val="DA291C"/>
                  </a:solidFill>
                  <a:latin typeface="Work Sans" pitchFamily="2" charset="0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9889C73-3237-C24E-EA5C-607B8A8B2DEE}"/>
                  </a:ext>
                </a:extLst>
              </p:cNvPr>
              <p:cNvSpPr/>
              <p:nvPr userDrawn="1"/>
            </p:nvSpPr>
            <p:spPr>
              <a:xfrm>
                <a:off x="-831065" y="1938472"/>
                <a:ext cx="713257" cy="614941"/>
              </a:xfrm>
              <a:prstGeom prst="rect">
                <a:avLst/>
              </a:prstGeom>
              <a:solidFill>
                <a:srgbClr val="F1F2F3"/>
              </a:solidFill>
              <a:ln w="127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rgbClr val="0C2340"/>
                    </a:solidFill>
                    <a:latin typeface="Work Sans" pitchFamily="2" charset="0"/>
                  </a:rPr>
                  <a:t>#F1F2F3</a:t>
                </a:r>
                <a:endParaRPr lang="en-GB" sz="800" dirty="0">
                  <a:solidFill>
                    <a:srgbClr val="0C2340"/>
                  </a:solidFill>
                  <a:latin typeface="Work Sans" pitchFamily="2" charset="0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F5426E0-7E9C-2026-5E4F-3F8A70502A18}"/>
                  </a:ext>
                </a:extLst>
              </p:cNvPr>
              <p:cNvSpPr/>
              <p:nvPr userDrawn="1"/>
            </p:nvSpPr>
            <p:spPr>
              <a:xfrm>
                <a:off x="-1544321" y="2553413"/>
                <a:ext cx="713257" cy="614941"/>
              </a:xfrm>
              <a:prstGeom prst="rect">
                <a:avLst/>
              </a:prstGeom>
              <a:solidFill>
                <a:srgbClr val="FCB7B3"/>
              </a:solidFill>
              <a:ln w="127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rgbClr val="DA291C"/>
                    </a:solidFill>
                    <a:latin typeface="Work Sans" pitchFamily="2" charset="0"/>
                  </a:rPr>
                  <a:t>#FCB7B3</a:t>
                </a:r>
                <a:endParaRPr lang="en-GB" sz="800" dirty="0">
                  <a:solidFill>
                    <a:srgbClr val="DA291C"/>
                  </a:solidFill>
                  <a:latin typeface="Work Sans" pitchFamily="2" charset="0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0D595FD-F236-A50A-165C-E5DCF0216430}"/>
                  </a:ext>
                </a:extLst>
              </p:cNvPr>
              <p:cNvSpPr/>
              <p:nvPr userDrawn="1"/>
            </p:nvSpPr>
            <p:spPr>
              <a:xfrm>
                <a:off x="-831065" y="2553413"/>
                <a:ext cx="713257" cy="614941"/>
              </a:xfrm>
              <a:prstGeom prst="rect">
                <a:avLst/>
              </a:prstGeom>
              <a:solidFill>
                <a:srgbClr val="DADEE2"/>
              </a:solidFill>
              <a:ln w="127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rgbClr val="0C2340"/>
                    </a:solidFill>
                    <a:latin typeface="Work Sans" pitchFamily="2" charset="0"/>
                  </a:rPr>
                  <a:t>#DADEE2</a:t>
                </a:r>
                <a:endParaRPr lang="en-GB" sz="800" dirty="0">
                  <a:solidFill>
                    <a:srgbClr val="0C2340"/>
                  </a:solidFill>
                  <a:latin typeface="Work Sans" pitchFamily="2" charset="0"/>
                </a:endParaRP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4080F3A-C2DE-3F87-9E17-44CAD91CA0AC}"/>
                </a:ext>
              </a:extLst>
            </p:cNvPr>
            <p:cNvSpPr txBox="1"/>
            <p:nvPr userDrawn="1"/>
          </p:nvSpPr>
          <p:spPr>
            <a:xfrm>
              <a:off x="-1192696" y="55165"/>
              <a:ext cx="110470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pt-BR" sz="800" dirty="0">
                  <a:solidFill>
                    <a:schemeClr val="tx1">
                      <a:alpha val="60000"/>
                    </a:schemeClr>
                  </a:solidFill>
                  <a:latin typeface="Work Sans" pitchFamily="2" charset="0"/>
                </a:rPr>
                <a:t>Primary </a:t>
              </a:r>
              <a:r>
                <a:rPr lang="pt-BR" sz="800" dirty="0" err="1">
                  <a:solidFill>
                    <a:schemeClr val="tx1">
                      <a:alpha val="60000"/>
                    </a:schemeClr>
                  </a:solidFill>
                  <a:latin typeface="Work Sans" pitchFamily="2" charset="0"/>
                </a:rPr>
                <a:t>Colors</a:t>
              </a:r>
              <a:endParaRPr lang="en-GB" sz="800" dirty="0">
                <a:solidFill>
                  <a:schemeClr val="tx1">
                    <a:alpha val="60000"/>
                  </a:schemeClr>
                </a:solidFill>
                <a:latin typeface="Work Sans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321BEA5-440C-B93D-2302-CAFD5AA7893F}"/>
                </a:ext>
              </a:extLst>
            </p:cNvPr>
            <p:cNvSpPr txBox="1"/>
            <p:nvPr userDrawn="1"/>
          </p:nvSpPr>
          <p:spPr>
            <a:xfrm>
              <a:off x="-1192696" y="3697357"/>
              <a:ext cx="110470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pt-BR" sz="800" dirty="0" err="1">
                  <a:solidFill>
                    <a:schemeClr val="tx1">
                      <a:alpha val="60000"/>
                    </a:schemeClr>
                  </a:solidFill>
                  <a:latin typeface="Work Sans" pitchFamily="2" charset="0"/>
                </a:rPr>
                <a:t>Support</a:t>
              </a:r>
              <a:r>
                <a:rPr lang="pt-BR" sz="800" dirty="0">
                  <a:solidFill>
                    <a:schemeClr val="tx1">
                      <a:alpha val="60000"/>
                    </a:schemeClr>
                  </a:solidFill>
                  <a:latin typeface="Work Sans" pitchFamily="2" charset="0"/>
                </a:rPr>
                <a:t> </a:t>
              </a:r>
              <a:r>
                <a:rPr lang="pt-BR" sz="800" dirty="0" err="1">
                  <a:solidFill>
                    <a:schemeClr val="tx1">
                      <a:alpha val="60000"/>
                    </a:schemeClr>
                  </a:solidFill>
                  <a:latin typeface="Work Sans" pitchFamily="2" charset="0"/>
                </a:rPr>
                <a:t>Palette</a:t>
              </a:r>
              <a:endParaRPr lang="en-GB" sz="800" dirty="0">
                <a:solidFill>
                  <a:schemeClr val="tx1">
                    <a:alpha val="60000"/>
                  </a:schemeClr>
                </a:solidFill>
                <a:latin typeface="Work San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48858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71" r:id="rId2"/>
    <p:sldLayoutId id="2147483772" r:id="rId3"/>
    <p:sldLayoutId id="2147483773" r:id="rId4"/>
  </p:sldLayoutIdLst>
  <p:hf hdr="0" ftr="0" dt="0"/>
  <p:txStyles>
    <p:titleStyle>
      <a:lvl1pPr algn="l" defTabSz="609585" rtl="0" eaLnBrk="1" latinLnBrk="0" hangingPunct="1">
        <a:lnSpc>
          <a:spcPct val="90000"/>
        </a:lnSpc>
        <a:spcBef>
          <a:spcPct val="0"/>
        </a:spcBef>
        <a:spcAft>
          <a:spcPts val="1200"/>
        </a:spcAft>
        <a:buNone/>
        <a:defRPr sz="3600" b="0" i="0" kern="0" spc="0" baseline="0">
          <a:solidFill>
            <a:srgbClr val="0C2340"/>
          </a:solidFill>
          <a:latin typeface="Work Sans Light" pitchFamily="2" charset="0"/>
          <a:ea typeface="+mj-ea"/>
          <a:cs typeface="+mj-cs"/>
        </a:defRPr>
      </a:lvl1pPr>
    </p:titleStyle>
    <p:bodyStyle>
      <a:lvl1pPr marL="0" indent="0" algn="l" defTabSz="609585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Tx/>
        <a:buNone/>
        <a:defRPr sz="1200" kern="1200" baseline="0">
          <a:solidFill>
            <a:srgbClr val="0C2340"/>
          </a:solidFill>
          <a:latin typeface="+mn-lt"/>
          <a:ea typeface="+mn-ea"/>
          <a:cs typeface="+mn-cs"/>
        </a:defRPr>
      </a:lvl1pPr>
      <a:lvl2pPr marL="0" indent="0" algn="l" defTabSz="609585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200" kern="1200" baseline="0">
          <a:solidFill>
            <a:srgbClr val="0C2340"/>
          </a:solidFill>
          <a:latin typeface="+mn-lt"/>
          <a:ea typeface="+mn-ea"/>
          <a:cs typeface="+mn-cs"/>
        </a:defRPr>
      </a:lvl2pPr>
      <a:lvl3pPr marL="538163" indent="-182563" algn="l" defTabSz="609585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+mj-lt"/>
        <a:buAutoNum type="arabicPeriod"/>
        <a:defRPr sz="1200" kern="1200" baseline="0">
          <a:solidFill>
            <a:srgbClr val="0C2340"/>
          </a:solidFill>
          <a:latin typeface="+mn-lt"/>
          <a:ea typeface="+mn-ea"/>
          <a:cs typeface="+mn-cs"/>
        </a:defRPr>
      </a:lvl3pPr>
      <a:lvl4pPr marL="893763" indent="-173038" algn="l" defTabSz="609585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+mj-lt"/>
        <a:buAutoNum type="alphaUcPeriod"/>
        <a:defRPr sz="1200" kern="1200" baseline="0">
          <a:solidFill>
            <a:srgbClr val="0C2340"/>
          </a:solidFill>
          <a:latin typeface="+mn-lt"/>
          <a:ea typeface="+mn-ea"/>
          <a:cs typeface="+mn-cs"/>
        </a:defRPr>
      </a:lvl4pPr>
      <a:lvl5pPr marL="1247775" indent="-171450" algn="l" defTabSz="609585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DA291C"/>
        </a:buClr>
        <a:buFont typeface="Wingdings" panose="05000000000000000000" pitchFamily="2" charset="2"/>
        <a:buChar char="§"/>
        <a:defRPr sz="1200" b="0" kern="1200" baseline="0">
          <a:solidFill>
            <a:srgbClr val="546579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166" userDrawn="1">
          <p15:clr>
            <a:srgbClr val="F26B43"/>
          </p15:clr>
        </p15:guide>
        <p15:guide id="3" orient="horz" pos="187" userDrawn="1">
          <p15:clr>
            <a:srgbClr val="F26B43"/>
          </p15:clr>
        </p15:guide>
        <p15:guide id="4" pos="7514" userDrawn="1">
          <p15:clr>
            <a:srgbClr val="F26B43"/>
          </p15:clr>
        </p15:guide>
        <p15:guide id="5" orient="horz" pos="4020" userDrawn="1">
          <p15:clr>
            <a:srgbClr val="F26B43"/>
          </p15:clr>
        </p15:guide>
        <p15:guide id="6" orient="horz" pos="4201" userDrawn="1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itolo 4"/>
          <p:cNvSpPr>
            <a:spLocks noGrp="1"/>
          </p:cNvSpPr>
          <p:nvPr>
            <p:ph type="title"/>
          </p:nvPr>
        </p:nvSpPr>
        <p:spPr>
          <a:xfrm>
            <a:off x="263525" y="308392"/>
            <a:ext cx="11667206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 dirty="0"/>
              <a:t>Title here</a:t>
            </a:r>
            <a:endParaRPr lang="en-GB" dirty="0"/>
          </a:p>
        </p:txBody>
      </p:sp>
      <p:sp>
        <p:nvSpPr>
          <p:cNvPr id="2" name="Segnaposto numero diapositiva 3">
            <a:extLst>
              <a:ext uri="{FF2B5EF4-FFF2-40B4-BE49-F238E27FC236}">
                <a16:creationId xmlns:a16="http://schemas.microsoft.com/office/drawing/2014/main" id="{6EDDC3A0-3BA3-D03A-5653-E6097CB1B581}"/>
              </a:ext>
            </a:extLst>
          </p:cNvPr>
          <p:cNvSpPr txBox="1">
            <a:spLocks/>
          </p:cNvSpPr>
          <p:nvPr userDrawn="1"/>
        </p:nvSpPr>
        <p:spPr>
          <a:xfrm>
            <a:off x="258396" y="6522680"/>
            <a:ext cx="494299" cy="19721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it-IT"/>
            </a:defPPr>
            <a:lvl1pPr marL="0" algn="l" defTabSz="457200" rtl="0" eaLnBrk="1" latinLnBrk="0" hangingPunct="1">
              <a:defRPr sz="600" b="0" i="0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9C18EA95-C3D3-214C-9452-EF8527DBCD86}" type="slidenum">
              <a:rPr lang="it-IT" sz="800" smtClean="0">
                <a:solidFill>
                  <a:schemeClr val="bg1"/>
                </a:solidFill>
                <a:latin typeface="+mn-lt"/>
              </a:rPr>
              <a:pPr algn="l"/>
              <a:t>‹#›</a:t>
            </a:fld>
            <a:endParaRPr lang="it-IT" sz="800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3" name="Graphic 6">
            <a:extLst>
              <a:ext uri="{FF2B5EF4-FFF2-40B4-BE49-F238E27FC236}">
                <a16:creationId xmlns:a16="http://schemas.microsoft.com/office/drawing/2014/main" id="{45FE4123-661D-7624-C0C8-AD3EB77F795E}"/>
              </a:ext>
            </a:extLst>
          </p:cNvPr>
          <p:cNvGrpSpPr/>
          <p:nvPr userDrawn="1"/>
        </p:nvGrpSpPr>
        <p:grpSpPr>
          <a:xfrm>
            <a:off x="11618002" y="6507090"/>
            <a:ext cx="312729" cy="218045"/>
            <a:chOff x="3414712" y="1223962"/>
            <a:chExt cx="5362003" cy="3738562"/>
          </a:xfrm>
          <a:solidFill>
            <a:schemeClr val="bg1"/>
          </a:solidFill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B2D37B28-6D2D-54F1-5820-62B073BDCDCA}"/>
                </a:ext>
              </a:extLst>
            </p:cNvPr>
            <p:cNvSpPr/>
            <p:nvPr/>
          </p:nvSpPr>
          <p:spPr>
            <a:xfrm>
              <a:off x="6326790" y="2037882"/>
              <a:ext cx="1714200" cy="2924642"/>
            </a:xfrm>
            <a:custGeom>
              <a:avLst/>
              <a:gdLst>
                <a:gd name="connsiteX0" fmla="*/ 0 w 1714200"/>
                <a:gd name="connsiteY0" fmla="*/ 1557424 h 2924642"/>
                <a:gd name="connsiteX1" fmla="*/ 16288 w 1714200"/>
                <a:gd name="connsiteY1" fmla="*/ 1557424 h 2924642"/>
                <a:gd name="connsiteX2" fmla="*/ 658463 w 1714200"/>
                <a:gd name="connsiteY2" fmla="*/ 1557424 h 2924642"/>
                <a:gd name="connsiteX3" fmla="*/ 1153477 w 1714200"/>
                <a:gd name="connsiteY3" fmla="*/ 1142229 h 2924642"/>
                <a:gd name="connsiteX4" fmla="*/ 750475 w 1714200"/>
                <a:gd name="connsiteY4" fmla="*/ 562538 h 2924642"/>
                <a:gd name="connsiteX5" fmla="*/ 653129 w 1714200"/>
                <a:gd name="connsiteY5" fmla="*/ 553775 h 2924642"/>
                <a:gd name="connsiteX6" fmla="*/ 292703 w 1714200"/>
                <a:gd name="connsiteY6" fmla="*/ 553394 h 2924642"/>
                <a:gd name="connsiteX7" fmla="*/ 277273 w 1714200"/>
                <a:gd name="connsiteY7" fmla="*/ 553394 h 2924642"/>
                <a:gd name="connsiteX8" fmla="*/ 277273 w 1714200"/>
                <a:gd name="connsiteY8" fmla="*/ 944 h 2924642"/>
                <a:gd name="connsiteX9" fmla="*/ 289655 w 1714200"/>
                <a:gd name="connsiteY9" fmla="*/ 372 h 2924642"/>
                <a:gd name="connsiteX10" fmla="*/ 658082 w 1714200"/>
                <a:gd name="connsiteY10" fmla="*/ 563 h 2924642"/>
                <a:gd name="connsiteX11" fmla="*/ 1383221 w 1714200"/>
                <a:gd name="connsiteY11" fmla="*/ 288694 h 2924642"/>
                <a:gd name="connsiteX12" fmla="*/ 1691164 w 1714200"/>
                <a:gd name="connsiteY12" fmla="*/ 835810 h 2924642"/>
                <a:gd name="connsiteX13" fmla="*/ 1712690 w 1714200"/>
                <a:gd name="connsiteY13" fmla="*/ 1107558 h 2924642"/>
                <a:gd name="connsiteX14" fmla="*/ 1424749 w 1714200"/>
                <a:gd name="connsiteY14" fmla="*/ 1780690 h 2924642"/>
                <a:gd name="connsiteX15" fmla="*/ 847915 w 1714200"/>
                <a:gd name="connsiteY15" fmla="*/ 2093205 h 2924642"/>
                <a:gd name="connsiteX16" fmla="*/ 631317 w 1714200"/>
                <a:gd name="connsiteY16" fmla="*/ 2109493 h 2924642"/>
                <a:gd name="connsiteX17" fmla="*/ 562927 w 1714200"/>
                <a:gd name="connsiteY17" fmla="*/ 2109302 h 2924642"/>
                <a:gd name="connsiteX18" fmla="*/ 552545 w 1714200"/>
                <a:gd name="connsiteY18" fmla="*/ 2119780 h 2924642"/>
                <a:gd name="connsiteX19" fmla="*/ 552545 w 1714200"/>
                <a:gd name="connsiteY19" fmla="*/ 2128924 h 2924642"/>
                <a:gd name="connsiteX20" fmla="*/ 552545 w 1714200"/>
                <a:gd name="connsiteY20" fmla="*/ 2907783 h 2924642"/>
                <a:gd name="connsiteX21" fmla="*/ 552545 w 1714200"/>
                <a:gd name="connsiteY21" fmla="*/ 2924642 h 2924642"/>
                <a:gd name="connsiteX22" fmla="*/ 95 w 1714200"/>
                <a:gd name="connsiteY22" fmla="*/ 2924642 h 2924642"/>
                <a:gd name="connsiteX23" fmla="*/ 95 w 1714200"/>
                <a:gd name="connsiteY23" fmla="*/ 1557424 h 292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14200" h="2924642">
                  <a:moveTo>
                    <a:pt x="0" y="1557424"/>
                  </a:moveTo>
                  <a:cubicBezTo>
                    <a:pt x="6477" y="1557424"/>
                    <a:pt x="11335" y="1557424"/>
                    <a:pt x="16288" y="1557424"/>
                  </a:cubicBezTo>
                  <a:cubicBezTo>
                    <a:pt x="230314" y="1557424"/>
                    <a:pt x="444341" y="1557424"/>
                    <a:pt x="658463" y="1557424"/>
                  </a:cubicBezTo>
                  <a:cubicBezTo>
                    <a:pt x="901922" y="1557424"/>
                    <a:pt x="1110901" y="1382069"/>
                    <a:pt x="1153477" y="1142229"/>
                  </a:cubicBezTo>
                  <a:cubicBezTo>
                    <a:pt x="1201388" y="872005"/>
                    <a:pt x="1019461" y="609782"/>
                    <a:pt x="750475" y="562538"/>
                  </a:cubicBezTo>
                  <a:cubicBezTo>
                    <a:pt x="718471" y="556918"/>
                    <a:pt x="685609" y="554060"/>
                    <a:pt x="653129" y="553775"/>
                  </a:cubicBezTo>
                  <a:cubicBezTo>
                    <a:pt x="533019" y="552727"/>
                    <a:pt x="412813" y="553394"/>
                    <a:pt x="292703" y="553394"/>
                  </a:cubicBezTo>
                  <a:lnTo>
                    <a:pt x="277273" y="553394"/>
                  </a:lnTo>
                  <a:lnTo>
                    <a:pt x="277273" y="944"/>
                  </a:lnTo>
                  <a:cubicBezTo>
                    <a:pt x="281559" y="753"/>
                    <a:pt x="285559" y="372"/>
                    <a:pt x="289655" y="372"/>
                  </a:cubicBezTo>
                  <a:cubicBezTo>
                    <a:pt x="412432" y="372"/>
                    <a:pt x="535305" y="-580"/>
                    <a:pt x="658082" y="563"/>
                  </a:cubicBezTo>
                  <a:cubicBezTo>
                    <a:pt x="936784" y="3134"/>
                    <a:pt x="1179862" y="97527"/>
                    <a:pt x="1383221" y="288694"/>
                  </a:cubicBezTo>
                  <a:cubicBezTo>
                    <a:pt x="1542669" y="438522"/>
                    <a:pt x="1645348" y="621402"/>
                    <a:pt x="1691164" y="835810"/>
                  </a:cubicBezTo>
                  <a:cubicBezTo>
                    <a:pt x="1710404" y="925440"/>
                    <a:pt x="1717643" y="1016213"/>
                    <a:pt x="1712690" y="1107558"/>
                  </a:cubicBezTo>
                  <a:cubicBezTo>
                    <a:pt x="1698593" y="1366733"/>
                    <a:pt x="1603248" y="1592095"/>
                    <a:pt x="1424749" y="1780690"/>
                  </a:cubicBezTo>
                  <a:cubicBezTo>
                    <a:pt x="1266920" y="1947473"/>
                    <a:pt x="1074134" y="2051676"/>
                    <a:pt x="847915" y="2093205"/>
                  </a:cubicBezTo>
                  <a:cubicBezTo>
                    <a:pt x="776288" y="2106350"/>
                    <a:pt x="703993" y="2110731"/>
                    <a:pt x="631317" y="2109493"/>
                  </a:cubicBezTo>
                  <a:cubicBezTo>
                    <a:pt x="608552" y="2109112"/>
                    <a:pt x="585692" y="2109683"/>
                    <a:pt x="562927" y="2109302"/>
                  </a:cubicBezTo>
                  <a:cubicBezTo>
                    <a:pt x="555022" y="2109207"/>
                    <a:pt x="551593" y="2111684"/>
                    <a:pt x="552545" y="2119780"/>
                  </a:cubicBezTo>
                  <a:cubicBezTo>
                    <a:pt x="552926" y="2122733"/>
                    <a:pt x="552545" y="2125876"/>
                    <a:pt x="552545" y="2128924"/>
                  </a:cubicBezTo>
                  <a:cubicBezTo>
                    <a:pt x="552545" y="2388575"/>
                    <a:pt x="552545" y="2648132"/>
                    <a:pt x="552545" y="2907783"/>
                  </a:cubicBezTo>
                  <a:cubicBezTo>
                    <a:pt x="552545" y="2913117"/>
                    <a:pt x="552545" y="2918356"/>
                    <a:pt x="552545" y="2924642"/>
                  </a:cubicBezTo>
                  <a:lnTo>
                    <a:pt x="95" y="2924642"/>
                  </a:lnTo>
                  <a:lnTo>
                    <a:pt x="95" y="15574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D46E93A-B49C-0FD1-522D-A555B663461F}"/>
                </a:ext>
              </a:extLst>
            </p:cNvPr>
            <p:cNvSpPr/>
            <p:nvPr/>
          </p:nvSpPr>
          <p:spPr>
            <a:xfrm>
              <a:off x="3414712" y="1223962"/>
              <a:ext cx="1713050" cy="2923604"/>
            </a:xfrm>
            <a:custGeom>
              <a:avLst/>
              <a:gdLst>
                <a:gd name="connsiteX0" fmla="*/ 276320 w 1713050"/>
                <a:gd name="connsiteY0" fmla="*/ 2923413 h 2923604"/>
                <a:gd name="connsiteX1" fmla="*/ 276320 w 1713050"/>
                <a:gd name="connsiteY1" fmla="*/ 2371439 h 2923604"/>
                <a:gd name="connsiteX2" fmla="*/ 291179 w 1713050"/>
                <a:gd name="connsiteY2" fmla="*/ 2371439 h 2923604"/>
                <a:gd name="connsiteX3" fmla="*/ 657320 w 1713050"/>
                <a:gd name="connsiteY3" fmla="*/ 2371439 h 2923604"/>
                <a:gd name="connsiteX4" fmla="*/ 1151192 w 1713050"/>
                <a:gd name="connsiteY4" fmla="*/ 1966817 h 2923604"/>
                <a:gd name="connsiteX5" fmla="*/ 749237 w 1713050"/>
                <a:gd name="connsiteY5" fmla="*/ 1376458 h 2923604"/>
                <a:gd name="connsiteX6" fmla="*/ 654177 w 1713050"/>
                <a:gd name="connsiteY6" fmla="*/ 1367790 h 2923604"/>
                <a:gd name="connsiteX7" fmla="*/ 15431 w 1713050"/>
                <a:gd name="connsiteY7" fmla="*/ 1367409 h 2923604"/>
                <a:gd name="connsiteX8" fmla="*/ 0 w 1713050"/>
                <a:gd name="connsiteY8" fmla="*/ 1367409 h 2923604"/>
                <a:gd name="connsiteX9" fmla="*/ 0 w 1713050"/>
                <a:gd name="connsiteY9" fmla="*/ 0 h 2923604"/>
                <a:gd name="connsiteX10" fmla="*/ 551021 w 1713050"/>
                <a:gd name="connsiteY10" fmla="*/ 0 h 2923604"/>
                <a:gd name="connsiteX11" fmla="*/ 551688 w 1713050"/>
                <a:gd name="connsiteY11" fmla="*/ 15431 h 2923604"/>
                <a:gd name="connsiteX12" fmla="*/ 551688 w 1713050"/>
                <a:gd name="connsiteY12" fmla="*/ 794290 h 2923604"/>
                <a:gd name="connsiteX13" fmla="*/ 551688 w 1713050"/>
                <a:gd name="connsiteY13" fmla="*/ 805720 h 2923604"/>
                <a:gd name="connsiteX14" fmla="*/ 560356 w 1713050"/>
                <a:gd name="connsiteY14" fmla="*/ 814388 h 2923604"/>
                <a:gd name="connsiteX15" fmla="*/ 605981 w 1713050"/>
                <a:gd name="connsiteY15" fmla="*/ 814388 h 2923604"/>
                <a:gd name="connsiteX16" fmla="*/ 803815 w 1713050"/>
                <a:gd name="connsiteY16" fmla="*/ 824675 h 2923604"/>
                <a:gd name="connsiteX17" fmla="*/ 1114425 w 1713050"/>
                <a:gd name="connsiteY17" fmla="*/ 917638 h 2923604"/>
                <a:gd name="connsiteX18" fmla="*/ 1411224 w 1713050"/>
                <a:gd name="connsiteY18" fmla="*/ 1130332 h 2923604"/>
                <a:gd name="connsiteX19" fmla="*/ 1696307 w 1713050"/>
                <a:gd name="connsiteY19" fmla="*/ 1682306 h 2923604"/>
                <a:gd name="connsiteX20" fmla="*/ 1429322 w 1713050"/>
                <a:gd name="connsiteY20" fmla="*/ 2588800 h 2923604"/>
                <a:gd name="connsiteX21" fmla="*/ 866204 w 1713050"/>
                <a:gd name="connsiteY21" fmla="*/ 2903887 h 2923604"/>
                <a:gd name="connsiteX22" fmla="*/ 670465 w 1713050"/>
                <a:gd name="connsiteY22" fmla="*/ 2923604 h 2923604"/>
                <a:gd name="connsiteX23" fmla="*/ 291751 w 1713050"/>
                <a:gd name="connsiteY23" fmla="*/ 2923604 h 2923604"/>
                <a:gd name="connsiteX24" fmla="*/ 276416 w 1713050"/>
                <a:gd name="connsiteY24" fmla="*/ 2923604 h 2923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13050" h="2923604">
                  <a:moveTo>
                    <a:pt x="276320" y="2923413"/>
                  </a:moveTo>
                  <a:lnTo>
                    <a:pt x="276320" y="2371439"/>
                  </a:lnTo>
                  <a:lnTo>
                    <a:pt x="291179" y="2371439"/>
                  </a:lnTo>
                  <a:cubicBezTo>
                    <a:pt x="413195" y="2371439"/>
                    <a:pt x="535305" y="2371439"/>
                    <a:pt x="657320" y="2371439"/>
                  </a:cubicBezTo>
                  <a:cubicBezTo>
                    <a:pt x="897065" y="2371439"/>
                    <a:pt x="1104233" y="2201704"/>
                    <a:pt x="1151192" y="1966817"/>
                  </a:cubicBezTo>
                  <a:cubicBezTo>
                    <a:pt x="1205770" y="1693736"/>
                    <a:pt x="1023557" y="1425607"/>
                    <a:pt x="749237" y="1376458"/>
                  </a:cubicBezTo>
                  <a:cubicBezTo>
                    <a:pt x="717995" y="1370838"/>
                    <a:pt x="685895" y="1367885"/>
                    <a:pt x="654177" y="1367790"/>
                  </a:cubicBezTo>
                  <a:cubicBezTo>
                    <a:pt x="441293" y="1367028"/>
                    <a:pt x="228314" y="1367409"/>
                    <a:pt x="15431" y="1367409"/>
                  </a:cubicBezTo>
                  <a:lnTo>
                    <a:pt x="0" y="1367409"/>
                  </a:lnTo>
                  <a:lnTo>
                    <a:pt x="0" y="0"/>
                  </a:lnTo>
                  <a:lnTo>
                    <a:pt x="551021" y="0"/>
                  </a:lnTo>
                  <a:cubicBezTo>
                    <a:pt x="551212" y="5144"/>
                    <a:pt x="551688" y="10287"/>
                    <a:pt x="551688" y="15431"/>
                  </a:cubicBezTo>
                  <a:cubicBezTo>
                    <a:pt x="551688" y="275082"/>
                    <a:pt x="551688" y="534734"/>
                    <a:pt x="551688" y="794290"/>
                  </a:cubicBezTo>
                  <a:cubicBezTo>
                    <a:pt x="551688" y="798100"/>
                    <a:pt x="551974" y="801910"/>
                    <a:pt x="551688" y="805720"/>
                  </a:cubicBezTo>
                  <a:cubicBezTo>
                    <a:pt x="551212" y="812102"/>
                    <a:pt x="553974" y="814483"/>
                    <a:pt x="560356" y="814388"/>
                  </a:cubicBezTo>
                  <a:cubicBezTo>
                    <a:pt x="575596" y="814102"/>
                    <a:pt x="590741" y="814388"/>
                    <a:pt x="605981" y="814388"/>
                  </a:cubicBezTo>
                  <a:cubicBezTo>
                    <a:pt x="672084" y="814388"/>
                    <a:pt x="738092" y="815626"/>
                    <a:pt x="803815" y="824675"/>
                  </a:cubicBezTo>
                  <a:cubicBezTo>
                    <a:pt x="912209" y="839629"/>
                    <a:pt x="1015746" y="870395"/>
                    <a:pt x="1114425" y="917638"/>
                  </a:cubicBezTo>
                  <a:cubicBezTo>
                    <a:pt x="1225868" y="970979"/>
                    <a:pt x="1325023" y="1041940"/>
                    <a:pt x="1411224" y="1130332"/>
                  </a:cubicBezTo>
                  <a:cubicBezTo>
                    <a:pt x="1562291" y="1285208"/>
                    <a:pt x="1660970" y="1468469"/>
                    <a:pt x="1696307" y="1682306"/>
                  </a:cubicBezTo>
                  <a:cubicBezTo>
                    <a:pt x="1753076" y="2026539"/>
                    <a:pt x="1665827" y="2330863"/>
                    <a:pt x="1429322" y="2588800"/>
                  </a:cubicBezTo>
                  <a:cubicBezTo>
                    <a:pt x="1276826" y="2755106"/>
                    <a:pt x="1087279" y="2858738"/>
                    <a:pt x="866204" y="2903887"/>
                  </a:cubicBezTo>
                  <a:cubicBezTo>
                    <a:pt x="801719" y="2917031"/>
                    <a:pt x="736378" y="2923699"/>
                    <a:pt x="670465" y="2923604"/>
                  </a:cubicBezTo>
                  <a:cubicBezTo>
                    <a:pt x="544259" y="2923413"/>
                    <a:pt x="418052" y="2923604"/>
                    <a:pt x="291751" y="2923604"/>
                  </a:cubicBezTo>
                  <a:lnTo>
                    <a:pt x="276416" y="292360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745C26F1-82FC-8B98-1A92-56FC632581C5}"/>
                </a:ext>
              </a:extLst>
            </p:cNvPr>
            <p:cNvSpPr/>
            <p:nvPr/>
          </p:nvSpPr>
          <p:spPr>
            <a:xfrm>
              <a:off x="5430202" y="2035872"/>
              <a:ext cx="551783" cy="2105310"/>
            </a:xfrm>
            <a:custGeom>
              <a:avLst/>
              <a:gdLst>
                <a:gd name="connsiteX0" fmla="*/ 551783 w 551783"/>
                <a:gd name="connsiteY0" fmla="*/ 0 h 2105310"/>
                <a:gd name="connsiteX1" fmla="*/ 551783 w 551783"/>
                <a:gd name="connsiteY1" fmla="*/ 2105311 h 2105310"/>
                <a:gd name="connsiteX2" fmla="*/ 0 w 551783"/>
                <a:gd name="connsiteY2" fmla="*/ 2105311 h 2105310"/>
                <a:gd name="connsiteX3" fmla="*/ 0 w 551783"/>
                <a:gd name="connsiteY3" fmla="*/ 0 h 2105310"/>
                <a:gd name="connsiteX4" fmla="*/ 551783 w 551783"/>
                <a:gd name="connsiteY4" fmla="*/ 0 h 210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1783" h="2105310">
                  <a:moveTo>
                    <a:pt x="551783" y="0"/>
                  </a:moveTo>
                  <a:lnTo>
                    <a:pt x="551783" y="2105311"/>
                  </a:lnTo>
                  <a:lnTo>
                    <a:pt x="0" y="2105311"/>
                  </a:lnTo>
                  <a:lnTo>
                    <a:pt x="0" y="0"/>
                  </a:lnTo>
                  <a:lnTo>
                    <a:pt x="5517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211227E-EC9E-707B-3EDA-5FD2E580A4AF}"/>
                </a:ext>
              </a:extLst>
            </p:cNvPr>
            <p:cNvSpPr/>
            <p:nvPr/>
          </p:nvSpPr>
          <p:spPr>
            <a:xfrm>
              <a:off x="8225979" y="3593115"/>
              <a:ext cx="550735" cy="548068"/>
            </a:xfrm>
            <a:custGeom>
              <a:avLst/>
              <a:gdLst>
                <a:gd name="connsiteX0" fmla="*/ 0 w 550735"/>
                <a:gd name="connsiteY0" fmla="*/ 0 h 548068"/>
                <a:gd name="connsiteX1" fmla="*/ 550736 w 550735"/>
                <a:gd name="connsiteY1" fmla="*/ 0 h 548068"/>
                <a:gd name="connsiteX2" fmla="*/ 550736 w 550735"/>
                <a:gd name="connsiteY2" fmla="*/ 548068 h 548068"/>
                <a:gd name="connsiteX3" fmla="*/ 0 w 550735"/>
                <a:gd name="connsiteY3" fmla="*/ 548068 h 548068"/>
                <a:gd name="connsiteX4" fmla="*/ 0 w 550735"/>
                <a:gd name="connsiteY4" fmla="*/ 0 h 548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0735" h="548068">
                  <a:moveTo>
                    <a:pt x="0" y="0"/>
                  </a:moveTo>
                  <a:lnTo>
                    <a:pt x="550736" y="0"/>
                  </a:lnTo>
                  <a:lnTo>
                    <a:pt x="550736" y="548068"/>
                  </a:lnTo>
                  <a:lnTo>
                    <a:pt x="0" y="54806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</p:grpSp>
      <p:sp>
        <p:nvSpPr>
          <p:cNvPr id="48" name="Text Placeholder 1">
            <a:extLst>
              <a:ext uri="{FF2B5EF4-FFF2-40B4-BE49-F238E27FC236}">
                <a16:creationId xmlns:a16="http://schemas.microsoft.com/office/drawing/2014/main" id="{CD637628-F5DF-32BC-F0AA-B7BEE66E67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3525" y="935672"/>
            <a:ext cx="11667206" cy="544607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5047611-58A9-6EAD-23A2-A1810D33629A}"/>
              </a:ext>
            </a:extLst>
          </p:cNvPr>
          <p:cNvGrpSpPr/>
          <p:nvPr userDrawn="1"/>
        </p:nvGrpSpPr>
        <p:grpSpPr>
          <a:xfrm>
            <a:off x="-1192696" y="55165"/>
            <a:ext cx="1104706" cy="6802835"/>
            <a:chOff x="-1192696" y="55165"/>
            <a:chExt cx="1104706" cy="680283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CEB9FBC-69B5-4B0F-1ADA-025B3931E478}"/>
                </a:ext>
              </a:extLst>
            </p:cNvPr>
            <p:cNvGrpSpPr/>
            <p:nvPr userDrawn="1"/>
          </p:nvGrpSpPr>
          <p:grpSpPr>
            <a:xfrm>
              <a:off x="-1192696" y="283678"/>
              <a:ext cx="1104706" cy="3145322"/>
              <a:chOff x="-2141717" y="1398059"/>
              <a:chExt cx="1694244" cy="428448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9065DB50-9113-5199-BB37-A470D9ADE1EB}"/>
                  </a:ext>
                </a:extLst>
              </p:cNvPr>
              <p:cNvSpPr/>
              <p:nvPr userDrawn="1"/>
            </p:nvSpPr>
            <p:spPr>
              <a:xfrm>
                <a:off x="-2141717" y="1398059"/>
                <a:ext cx="847123" cy="353792"/>
              </a:xfrm>
              <a:prstGeom prst="rect">
                <a:avLst/>
              </a:prstGeom>
              <a:solidFill>
                <a:srgbClr val="DA29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l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#DA291C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BE68AE51-7A46-011A-4465-6ABEB95A88C5}"/>
                  </a:ext>
                </a:extLst>
              </p:cNvPr>
              <p:cNvSpPr/>
              <p:nvPr userDrawn="1"/>
            </p:nvSpPr>
            <p:spPr>
              <a:xfrm>
                <a:off x="-1294596" y="1398059"/>
                <a:ext cx="847123" cy="353792"/>
              </a:xfrm>
              <a:prstGeom prst="rect">
                <a:avLst/>
              </a:prstGeom>
              <a:solidFill>
                <a:srgbClr val="0C234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l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#0C2340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A57127AE-9583-961A-10B9-DA016EA34D07}"/>
                  </a:ext>
                </a:extLst>
              </p:cNvPr>
              <p:cNvSpPr/>
              <p:nvPr userDrawn="1"/>
            </p:nvSpPr>
            <p:spPr>
              <a:xfrm>
                <a:off x="-2141717" y="1751851"/>
                <a:ext cx="1694244" cy="7465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l"/>
                <a:r>
                  <a:rPr lang="pt-BR" sz="800" dirty="0">
                    <a:solidFill>
                      <a:srgbClr val="0C2340"/>
                    </a:solidFill>
                    <a:latin typeface="Work Sans" pitchFamily="2" charset="0"/>
                  </a:rPr>
                  <a:t>#FFFFFF</a:t>
                </a:r>
                <a:endParaRPr lang="en-GB" sz="800" dirty="0">
                  <a:solidFill>
                    <a:srgbClr val="0C2340"/>
                  </a:solidFill>
                  <a:latin typeface="Work Sans" pitchFamily="2" charset="0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A46BAA0-EC6D-AD34-9775-3D7261D1985A}"/>
                </a:ext>
              </a:extLst>
            </p:cNvPr>
            <p:cNvGrpSpPr/>
            <p:nvPr userDrawn="1"/>
          </p:nvGrpSpPr>
          <p:grpSpPr>
            <a:xfrm>
              <a:off x="-1192696" y="3920372"/>
              <a:ext cx="1104706" cy="2937628"/>
              <a:chOff x="-1544321" y="1938472"/>
              <a:chExt cx="1426513" cy="3689646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8BA05A8-BB00-5337-02D7-95C043CAD83B}"/>
                  </a:ext>
                </a:extLst>
              </p:cNvPr>
              <p:cNvSpPr/>
              <p:nvPr userDrawn="1"/>
            </p:nvSpPr>
            <p:spPr>
              <a:xfrm>
                <a:off x="-1544321" y="3168354"/>
                <a:ext cx="713257" cy="614941"/>
              </a:xfrm>
              <a:prstGeom prst="rect">
                <a:avLst/>
              </a:prstGeom>
              <a:solidFill>
                <a:srgbClr val="F976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#F97673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AF8082A-8547-DFF4-63C5-119DED1E0D95}"/>
                  </a:ext>
                </a:extLst>
              </p:cNvPr>
              <p:cNvSpPr/>
              <p:nvPr userDrawn="1"/>
            </p:nvSpPr>
            <p:spPr>
              <a:xfrm>
                <a:off x="-831065" y="3168354"/>
                <a:ext cx="713257" cy="614941"/>
              </a:xfrm>
              <a:prstGeom prst="rect">
                <a:avLst/>
              </a:prstGeom>
              <a:solidFill>
                <a:srgbClr val="9DA7B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#9DA7B3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906C636D-8ADD-3541-004A-66DE4097DDD9}"/>
                  </a:ext>
                </a:extLst>
              </p:cNvPr>
              <p:cNvSpPr/>
              <p:nvPr userDrawn="1"/>
            </p:nvSpPr>
            <p:spPr>
              <a:xfrm>
                <a:off x="-1544321" y="3783295"/>
                <a:ext cx="713257" cy="614941"/>
              </a:xfrm>
              <a:prstGeom prst="rect">
                <a:avLst/>
              </a:prstGeom>
              <a:solidFill>
                <a:srgbClr val="ED423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#ED4239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870B9B8-8031-3032-ADCF-CCE227393B58}"/>
                  </a:ext>
                </a:extLst>
              </p:cNvPr>
              <p:cNvSpPr/>
              <p:nvPr userDrawn="1"/>
            </p:nvSpPr>
            <p:spPr>
              <a:xfrm>
                <a:off x="-831065" y="3783295"/>
                <a:ext cx="713257" cy="614941"/>
              </a:xfrm>
              <a:prstGeom prst="rect">
                <a:avLst/>
              </a:prstGeom>
              <a:solidFill>
                <a:srgbClr val="7F879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#7F8799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C7610CA-5B36-B91D-3C87-7738731D7FCD}"/>
                  </a:ext>
                </a:extLst>
              </p:cNvPr>
              <p:cNvSpPr/>
              <p:nvPr userDrawn="1"/>
            </p:nvSpPr>
            <p:spPr>
              <a:xfrm>
                <a:off x="-831065" y="4398236"/>
                <a:ext cx="713257" cy="614941"/>
              </a:xfrm>
              <a:prstGeom prst="rect">
                <a:avLst/>
              </a:prstGeom>
              <a:solidFill>
                <a:srgbClr val="54657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#546579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23ED4B1-E283-CA63-DFD4-24570A13D177}"/>
                  </a:ext>
                </a:extLst>
              </p:cNvPr>
              <p:cNvSpPr/>
              <p:nvPr userDrawn="1"/>
            </p:nvSpPr>
            <p:spPr>
              <a:xfrm>
                <a:off x="-1544321" y="4398237"/>
                <a:ext cx="713257" cy="614941"/>
              </a:xfrm>
              <a:prstGeom prst="rect">
                <a:avLst/>
              </a:prstGeom>
              <a:solidFill>
                <a:srgbClr val="96111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#961111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4081B7D1-466E-ED19-4930-5DAFBB9947A3}"/>
                  </a:ext>
                </a:extLst>
              </p:cNvPr>
              <p:cNvSpPr/>
              <p:nvPr userDrawn="1"/>
            </p:nvSpPr>
            <p:spPr>
              <a:xfrm>
                <a:off x="-831065" y="5013177"/>
                <a:ext cx="713257" cy="614941"/>
              </a:xfrm>
              <a:prstGeom prst="rect">
                <a:avLst/>
              </a:prstGeom>
              <a:solidFill>
                <a:srgbClr val="3542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#354259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01991A41-C31E-67F5-52E3-77D42720AB96}"/>
                  </a:ext>
                </a:extLst>
              </p:cNvPr>
              <p:cNvSpPr/>
              <p:nvPr userDrawn="1"/>
            </p:nvSpPr>
            <p:spPr>
              <a:xfrm>
                <a:off x="-1544321" y="5013177"/>
                <a:ext cx="713257" cy="614941"/>
              </a:xfrm>
              <a:prstGeom prst="rect">
                <a:avLst/>
              </a:prstGeom>
              <a:solidFill>
                <a:srgbClr val="3D040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#3D0404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BD9EAE6-11F9-3749-7D25-D4A37A7D66D1}"/>
                  </a:ext>
                </a:extLst>
              </p:cNvPr>
              <p:cNvSpPr/>
              <p:nvPr userDrawn="1"/>
            </p:nvSpPr>
            <p:spPr>
              <a:xfrm>
                <a:off x="-1544321" y="1938472"/>
                <a:ext cx="713257" cy="614941"/>
              </a:xfrm>
              <a:prstGeom prst="rect">
                <a:avLst/>
              </a:prstGeom>
              <a:solidFill>
                <a:srgbClr val="FFE3E3"/>
              </a:solidFill>
              <a:ln w="127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rgbClr val="DA291C"/>
                    </a:solidFill>
                    <a:latin typeface="Work Sans" pitchFamily="2" charset="0"/>
                  </a:rPr>
                  <a:t>#FFE3E3</a:t>
                </a:r>
                <a:endParaRPr lang="en-GB" sz="800" dirty="0">
                  <a:solidFill>
                    <a:srgbClr val="DA291C"/>
                  </a:solidFill>
                  <a:latin typeface="Work Sans" pitchFamily="2" charset="0"/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B9A4B069-5E89-F60A-7C63-646BAFDAF2AD}"/>
                  </a:ext>
                </a:extLst>
              </p:cNvPr>
              <p:cNvSpPr/>
              <p:nvPr userDrawn="1"/>
            </p:nvSpPr>
            <p:spPr>
              <a:xfrm>
                <a:off x="-831065" y="1938472"/>
                <a:ext cx="713257" cy="614941"/>
              </a:xfrm>
              <a:prstGeom prst="rect">
                <a:avLst/>
              </a:prstGeom>
              <a:solidFill>
                <a:srgbClr val="F1F2F3"/>
              </a:solidFill>
              <a:ln w="127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rgbClr val="0C2340"/>
                    </a:solidFill>
                    <a:latin typeface="Work Sans" pitchFamily="2" charset="0"/>
                  </a:rPr>
                  <a:t>#F1F2F3</a:t>
                </a:r>
                <a:endParaRPr lang="en-GB" sz="800" dirty="0">
                  <a:solidFill>
                    <a:srgbClr val="0C2340"/>
                  </a:solidFill>
                  <a:latin typeface="Work Sans" pitchFamily="2" charset="0"/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80B662C3-0B34-4307-FEBE-111CF0186243}"/>
                  </a:ext>
                </a:extLst>
              </p:cNvPr>
              <p:cNvSpPr/>
              <p:nvPr userDrawn="1"/>
            </p:nvSpPr>
            <p:spPr>
              <a:xfrm>
                <a:off x="-1544321" y="2553413"/>
                <a:ext cx="713257" cy="614941"/>
              </a:xfrm>
              <a:prstGeom prst="rect">
                <a:avLst/>
              </a:prstGeom>
              <a:solidFill>
                <a:srgbClr val="FCB7B3"/>
              </a:solidFill>
              <a:ln w="127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rgbClr val="DA291C"/>
                    </a:solidFill>
                    <a:latin typeface="Work Sans" pitchFamily="2" charset="0"/>
                  </a:rPr>
                  <a:t>#FCB7B3</a:t>
                </a:r>
                <a:endParaRPr lang="en-GB" sz="800" dirty="0">
                  <a:solidFill>
                    <a:srgbClr val="DA291C"/>
                  </a:solidFill>
                  <a:latin typeface="Work Sans" pitchFamily="2" charset="0"/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FAD9E1D-16BE-CF52-3839-B41F01409605}"/>
                  </a:ext>
                </a:extLst>
              </p:cNvPr>
              <p:cNvSpPr/>
              <p:nvPr userDrawn="1"/>
            </p:nvSpPr>
            <p:spPr>
              <a:xfrm>
                <a:off x="-831065" y="2553413"/>
                <a:ext cx="713257" cy="614941"/>
              </a:xfrm>
              <a:prstGeom prst="rect">
                <a:avLst/>
              </a:prstGeom>
              <a:solidFill>
                <a:srgbClr val="DADEE2"/>
              </a:solidFill>
              <a:ln w="127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rgbClr val="0C2340"/>
                    </a:solidFill>
                    <a:latin typeface="Work Sans" pitchFamily="2" charset="0"/>
                  </a:rPr>
                  <a:t>#DADEE2</a:t>
                </a:r>
                <a:endParaRPr lang="en-GB" sz="800" dirty="0">
                  <a:solidFill>
                    <a:srgbClr val="0C2340"/>
                  </a:solidFill>
                  <a:latin typeface="Work Sans" pitchFamily="2" charset="0"/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DA0FD5F-9FCF-27E4-2441-B4E833F98351}"/>
                </a:ext>
              </a:extLst>
            </p:cNvPr>
            <p:cNvSpPr txBox="1"/>
            <p:nvPr userDrawn="1"/>
          </p:nvSpPr>
          <p:spPr>
            <a:xfrm>
              <a:off x="-1192696" y="55165"/>
              <a:ext cx="110470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pt-BR" sz="800" dirty="0">
                  <a:solidFill>
                    <a:schemeClr val="tx1">
                      <a:alpha val="60000"/>
                    </a:schemeClr>
                  </a:solidFill>
                  <a:latin typeface="Work Sans" pitchFamily="2" charset="0"/>
                </a:rPr>
                <a:t>Primary </a:t>
              </a:r>
              <a:r>
                <a:rPr lang="pt-BR" sz="800" dirty="0" err="1">
                  <a:solidFill>
                    <a:schemeClr val="tx1">
                      <a:alpha val="60000"/>
                    </a:schemeClr>
                  </a:solidFill>
                  <a:latin typeface="Work Sans" pitchFamily="2" charset="0"/>
                </a:rPr>
                <a:t>Colors</a:t>
              </a:r>
              <a:endParaRPr lang="en-GB" sz="800" dirty="0">
                <a:solidFill>
                  <a:schemeClr val="tx1">
                    <a:alpha val="60000"/>
                  </a:schemeClr>
                </a:solidFill>
                <a:latin typeface="Work Sans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BBA6A32-79F1-E806-6A3B-0A9310B3B7A6}"/>
                </a:ext>
              </a:extLst>
            </p:cNvPr>
            <p:cNvSpPr txBox="1"/>
            <p:nvPr userDrawn="1"/>
          </p:nvSpPr>
          <p:spPr>
            <a:xfrm>
              <a:off x="-1192696" y="3697357"/>
              <a:ext cx="110470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pt-BR" sz="800" dirty="0" err="1">
                  <a:solidFill>
                    <a:schemeClr val="tx1">
                      <a:alpha val="60000"/>
                    </a:schemeClr>
                  </a:solidFill>
                  <a:latin typeface="Work Sans" pitchFamily="2" charset="0"/>
                </a:rPr>
                <a:t>Support</a:t>
              </a:r>
              <a:r>
                <a:rPr lang="pt-BR" sz="800" dirty="0">
                  <a:solidFill>
                    <a:schemeClr val="tx1">
                      <a:alpha val="60000"/>
                    </a:schemeClr>
                  </a:solidFill>
                  <a:latin typeface="Work Sans" pitchFamily="2" charset="0"/>
                </a:rPr>
                <a:t> </a:t>
              </a:r>
              <a:r>
                <a:rPr lang="pt-BR" sz="800" dirty="0" err="1">
                  <a:solidFill>
                    <a:schemeClr val="tx1">
                      <a:alpha val="60000"/>
                    </a:schemeClr>
                  </a:solidFill>
                  <a:latin typeface="Work Sans" pitchFamily="2" charset="0"/>
                </a:rPr>
                <a:t>Palette</a:t>
              </a:r>
              <a:endParaRPr lang="en-GB" sz="800" dirty="0">
                <a:solidFill>
                  <a:schemeClr val="tx1">
                    <a:alpha val="60000"/>
                  </a:schemeClr>
                </a:solidFill>
                <a:latin typeface="Work San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24701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5" r:id="rId2"/>
    <p:sldLayoutId id="2147483801" r:id="rId3"/>
    <p:sldLayoutId id="2147483802" r:id="rId4"/>
    <p:sldLayoutId id="2147483803" r:id="rId5"/>
    <p:sldLayoutId id="2147483804" r:id="rId6"/>
  </p:sldLayoutIdLst>
  <p:hf hdr="0" ftr="0" dt="0"/>
  <p:txStyles>
    <p:titleStyle>
      <a:lvl1pPr algn="l" defTabSz="609585" rtl="0" eaLnBrk="1" latinLnBrk="0" hangingPunct="1">
        <a:lnSpc>
          <a:spcPct val="90000"/>
        </a:lnSpc>
        <a:spcBef>
          <a:spcPct val="0"/>
        </a:spcBef>
        <a:spcAft>
          <a:spcPts val="1200"/>
        </a:spcAft>
        <a:buNone/>
        <a:defRPr sz="3600" b="0" i="0" kern="0" spc="0" baseline="0">
          <a:solidFill>
            <a:schemeClr val="bg1"/>
          </a:solidFill>
          <a:latin typeface="Work Sans Light" pitchFamily="2" charset="0"/>
          <a:ea typeface="+mj-ea"/>
          <a:cs typeface="+mj-cs"/>
        </a:defRPr>
      </a:lvl1pPr>
    </p:titleStyle>
    <p:bodyStyle>
      <a:lvl1pPr marL="0" indent="0" algn="l" defTabSz="609585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Tx/>
        <a:buNone/>
        <a:defRPr sz="1200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0" indent="0" algn="l" defTabSz="609585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200" kern="1200" baseline="0">
          <a:solidFill>
            <a:schemeClr val="bg1"/>
          </a:solidFill>
          <a:latin typeface="+mn-lt"/>
          <a:ea typeface="+mn-ea"/>
          <a:cs typeface="+mn-cs"/>
        </a:defRPr>
      </a:lvl2pPr>
      <a:lvl3pPr marL="538163" indent="-182563" algn="l" defTabSz="609585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+mj-lt"/>
        <a:buAutoNum type="arabicPeriod"/>
        <a:defRPr sz="1200" kern="1200" baseline="0">
          <a:solidFill>
            <a:schemeClr val="bg1"/>
          </a:solidFill>
          <a:latin typeface="+mn-lt"/>
          <a:ea typeface="+mn-ea"/>
          <a:cs typeface="+mn-cs"/>
        </a:defRPr>
      </a:lvl3pPr>
      <a:lvl4pPr marL="893763" indent="-173038" algn="l" defTabSz="609585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+mj-lt"/>
        <a:buAutoNum type="alphaUcPeriod"/>
        <a:defRPr sz="1200" kern="1200" baseline="0">
          <a:solidFill>
            <a:schemeClr val="bg1"/>
          </a:solidFill>
          <a:latin typeface="+mn-lt"/>
          <a:ea typeface="+mn-ea"/>
          <a:cs typeface="+mn-cs"/>
        </a:defRPr>
      </a:lvl4pPr>
      <a:lvl5pPr marL="1247775" indent="-171450" algn="l" defTabSz="609585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Char char="§"/>
        <a:defRPr sz="1200" kern="1200" baseline="0">
          <a:solidFill>
            <a:schemeClr val="bg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166">
          <p15:clr>
            <a:srgbClr val="F26B43"/>
          </p15:clr>
        </p15:guide>
        <p15:guide id="3" orient="horz" pos="187">
          <p15:clr>
            <a:srgbClr val="F26B43"/>
          </p15:clr>
        </p15:guide>
        <p15:guide id="4" pos="7514">
          <p15:clr>
            <a:srgbClr val="F26B43"/>
          </p15:clr>
        </p15:guide>
        <p15:guide id="5" orient="horz" pos="4020">
          <p15:clr>
            <a:srgbClr val="F26B43"/>
          </p15:clr>
        </p15:guide>
        <p15:guide id="6" orient="horz" pos="4201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3">
            <a:extLst>
              <a:ext uri="{FF2B5EF4-FFF2-40B4-BE49-F238E27FC236}">
                <a16:creationId xmlns:a16="http://schemas.microsoft.com/office/drawing/2014/main" id="{EAA7F505-A066-801E-6085-CDEFFB329CEC}"/>
              </a:ext>
            </a:extLst>
          </p:cNvPr>
          <p:cNvSpPr txBox="1">
            <a:spLocks/>
          </p:cNvSpPr>
          <p:nvPr userDrawn="1"/>
        </p:nvSpPr>
        <p:spPr>
          <a:xfrm>
            <a:off x="258396" y="6522680"/>
            <a:ext cx="494299" cy="197211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it-IT"/>
            </a:defPPr>
            <a:lvl1pPr marL="0" algn="l" defTabSz="457200" rtl="0" eaLnBrk="1" latinLnBrk="0" hangingPunct="1">
              <a:defRPr sz="600" b="0" i="0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9C18EA95-C3D3-214C-9452-EF8527DBCD86}" type="slidenum">
              <a:rPr lang="it-IT" sz="800" smtClean="0">
                <a:latin typeface="Work Sans" pitchFamily="2" charset="0"/>
              </a:rPr>
              <a:pPr algn="l"/>
              <a:t>‹#›</a:t>
            </a:fld>
            <a:endParaRPr lang="it-IT" sz="800">
              <a:latin typeface="Work Sans" pitchFamily="2" charset="0"/>
            </a:endParaRPr>
          </a:p>
        </p:txBody>
      </p:sp>
      <p:grpSp>
        <p:nvGrpSpPr>
          <p:cNvPr id="8" name="Graphic 6">
            <a:extLst>
              <a:ext uri="{FF2B5EF4-FFF2-40B4-BE49-F238E27FC236}">
                <a16:creationId xmlns:a16="http://schemas.microsoft.com/office/drawing/2014/main" id="{196034D5-72AE-8FB6-A6AE-99A7B24E2C9E}"/>
              </a:ext>
            </a:extLst>
          </p:cNvPr>
          <p:cNvGrpSpPr/>
          <p:nvPr userDrawn="1"/>
        </p:nvGrpSpPr>
        <p:grpSpPr>
          <a:xfrm>
            <a:off x="11618002" y="6507090"/>
            <a:ext cx="312729" cy="218045"/>
            <a:chOff x="3414712" y="1223962"/>
            <a:chExt cx="5362003" cy="3738562"/>
          </a:xfrm>
          <a:solidFill>
            <a:srgbClr val="DA291C"/>
          </a:solidFill>
        </p:grpSpPr>
        <p:sp>
          <p:nvSpPr>
            <p:cNvPr id="9" name="Freeform: Shape 22">
              <a:extLst>
                <a:ext uri="{FF2B5EF4-FFF2-40B4-BE49-F238E27FC236}">
                  <a16:creationId xmlns:a16="http://schemas.microsoft.com/office/drawing/2014/main" id="{564613CB-7C68-5396-4E07-7B0A1318192D}"/>
                </a:ext>
              </a:extLst>
            </p:cNvPr>
            <p:cNvSpPr/>
            <p:nvPr/>
          </p:nvSpPr>
          <p:spPr>
            <a:xfrm>
              <a:off x="6326790" y="2037882"/>
              <a:ext cx="1714200" cy="2924642"/>
            </a:xfrm>
            <a:custGeom>
              <a:avLst/>
              <a:gdLst>
                <a:gd name="connsiteX0" fmla="*/ 0 w 1714200"/>
                <a:gd name="connsiteY0" fmla="*/ 1557424 h 2924642"/>
                <a:gd name="connsiteX1" fmla="*/ 16288 w 1714200"/>
                <a:gd name="connsiteY1" fmla="*/ 1557424 h 2924642"/>
                <a:gd name="connsiteX2" fmla="*/ 658463 w 1714200"/>
                <a:gd name="connsiteY2" fmla="*/ 1557424 h 2924642"/>
                <a:gd name="connsiteX3" fmla="*/ 1153477 w 1714200"/>
                <a:gd name="connsiteY3" fmla="*/ 1142229 h 2924642"/>
                <a:gd name="connsiteX4" fmla="*/ 750475 w 1714200"/>
                <a:gd name="connsiteY4" fmla="*/ 562538 h 2924642"/>
                <a:gd name="connsiteX5" fmla="*/ 653129 w 1714200"/>
                <a:gd name="connsiteY5" fmla="*/ 553775 h 2924642"/>
                <a:gd name="connsiteX6" fmla="*/ 292703 w 1714200"/>
                <a:gd name="connsiteY6" fmla="*/ 553394 h 2924642"/>
                <a:gd name="connsiteX7" fmla="*/ 277273 w 1714200"/>
                <a:gd name="connsiteY7" fmla="*/ 553394 h 2924642"/>
                <a:gd name="connsiteX8" fmla="*/ 277273 w 1714200"/>
                <a:gd name="connsiteY8" fmla="*/ 944 h 2924642"/>
                <a:gd name="connsiteX9" fmla="*/ 289655 w 1714200"/>
                <a:gd name="connsiteY9" fmla="*/ 372 h 2924642"/>
                <a:gd name="connsiteX10" fmla="*/ 658082 w 1714200"/>
                <a:gd name="connsiteY10" fmla="*/ 563 h 2924642"/>
                <a:gd name="connsiteX11" fmla="*/ 1383221 w 1714200"/>
                <a:gd name="connsiteY11" fmla="*/ 288694 h 2924642"/>
                <a:gd name="connsiteX12" fmla="*/ 1691164 w 1714200"/>
                <a:gd name="connsiteY12" fmla="*/ 835810 h 2924642"/>
                <a:gd name="connsiteX13" fmla="*/ 1712690 w 1714200"/>
                <a:gd name="connsiteY13" fmla="*/ 1107558 h 2924642"/>
                <a:gd name="connsiteX14" fmla="*/ 1424749 w 1714200"/>
                <a:gd name="connsiteY14" fmla="*/ 1780690 h 2924642"/>
                <a:gd name="connsiteX15" fmla="*/ 847915 w 1714200"/>
                <a:gd name="connsiteY15" fmla="*/ 2093205 h 2924642"/>
                <a:gd name="connsiteX16" fmla="*/ 631317 w 1714200"/>
                <a:gd name="connsiteY16" fmla="*/ 2109493 h 2924642"/>
                <a:gd name="connsiteX17" fmla="*/ 562927 w 1714200"/>
                <a:gd name="connsiteY17" fmla="*/ 2109302 h 2924642"/>
                <a:gd name="connsiteX18" fmla="*/ 552545 w 1714200"/>
                <a:gd name="connsiteY18" fmla="*/ 2119780 h 2924642"/>
                <a:gd name="connsiteX19" fmla="*/ 552545 w 1714200"/>
                <a:gd name="connsiteY19" fmla="*/ 2128924 h 2924642"/>
                <a:gd name="connsiteX20" fmla="*/ 552545 w 1714200"/>
                <a:gd name="connsiteY20" fmla="*/ 2907783 h 2924642"/>
                <a:gd name="connsiteX21" fmla="*/ 552545 w 1714200"/>
                <a:gd name="connsiteY21" fmla="*/ 2924642 h 2924642"/>
                <a:gd name="connsiteX22" fmla="*/ 95 w 1714200"/>
                <a:gd name="connsiteY22" fmla="*/ 2924642 h 2924642"/>
                <a:gd name="connsiteX23" fmla="*/ 95 w 1714200"/>
                <a:gd name="connsiteY23" fmla="*/ 1557424 h 292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14200" h="2924642">
                  <a:moveTo>
                    <a:pt x="0" y="1557424"/>
                  </a:moveTo>
                  <a:cubicBezTo>
                    <a:pt x="6477" y="1557424"/>
                    <a:pt x="11335" y="1557424"/>
                    <a:pt x="16288" y="1557424"/>
                  </a:cubicBezTo>
                  <a:cubicBezTo>
                    <a:pt x="230314" y="1557424"/>
                    <a:pt x="444341" y="1557424"/>
                    <a:pt x="658463" y="1557424"/>
                  </a:cubicBezTo>
                  <a:cubicBezTo>
                    <a:pt x="901922" y="1557424"/>
                    <a:pt x="1110901" y="1382069"/>
                    <a:pt x="1153477" y="1142229"/>
                  </a:cubicBezTo>
                  <a:cubicBezTo>
                    <a:pt x="1201388" y="872005"/>
                    <a:pt x="1019461" y="609782"/>
                    <a:pt x="750475" y="562538"/>
                  </a:cubicBezTo>
                  <a:cubicBezTo>
                    <a:pt x="718471" y="556918"/>
                    <a:pt x="685609" y="554060"/>
                    <a:pt x="653129" y="553775"/>
                  </a:cubicBezTo>
                  <a:cubicBezTo>
                    <a:pt x="533019" y="552727"/>
                    <a:pt x="412813" y="553394"/>
                    <a:pt x="292703" y="553394"/>
                  </a:cubicBezTo>
                  <a:lnTo>
                    <a:pt x="277273" y="553394"/>
                  </a:lnTo>
                  <a:lnTo>
                    <a:pt x="277273" y="944"/>
                  </a:lnTo>
                  <a:cubicBezTo>
                    <a:pt x="281559" y="753"/>
                    <a:pt x="285559" y="372"/>
                    <a:pt x="289655" y="372"/>
                  </a:cubicBezTo>
                  <a:cubicBezTo>
                    <a:pt x="412432" y="372"/>
                    <a:pt x="535305" y="-580"/>
                    <a:pt x="658082" y="563"/>
                  </a:cubicBezTo>
                  <a:cubicBezTo>
                    <a:pt x="936784" y="3134"/>
                    <a:pt x="1179862" y="97527"/>
                    <a:pt x="1383221" y="288694"/>
                  </a:cubicBezTo>
                  <a:cubicBezTo>
                    <a:pt x="1542669" y="438522"/>
                    <a:pt x="1645348" y="621402"/>
                    <a:pt x="1691164" y="835810"/>
                  </a:cubicBezTo>
                  <a:cubicBezTo>
                    <a:pt x="1710404" y="925440"/>
                    <a:pt x="1717643" y="1016213"/>
                    <a:pt x="1712690" y="1107558"/>
                  </a:cubicBezTo>
                  <a:cubicBezTo>
                    <a:pt x="1698593" y="1366733"/>
                    <a:pt x="1603248" y="1592095"/>
                    <a:pt x="1424749" y="1780690"/>
                  </a:cubicBezTo>
                  <a:cubicBezTo>
                    <a:pt x="1266920" y="1947473"/>
                    <a:pt x="1074134" y="2051676"/>
                    <a:pt x="847915" y="2093205"/>
                  </a:cubicBezTo>
                  <a:cubicBezTo>
                    <a:pt x="776288" y="2106350"/>
                    <a:pt x="703993" y="2110731"/>
                    <a:pt x="631317" y="2109493"/>
                  </a:cubicBezTo>
                  <a:cubicBezTo>
                    <a:pt x="608552" y="2109112"/>
                    <a:pt x="585692" y="2109683"/>
                    <a:pt x="562927" y="2109302"/>
                  </a:cubicBezTo>
                  <a:cubicBezTo>
                    <a:pt x="555022" y="2109207"/>
                    <a:pt x="551593" y="2111684"/>
                    <a:pt x="552545" y="2119780"/>
                  </a:cubicBezTo>
                  <a:cubicBezTo>
                    <a:pt x="552926" y="2122733"/>
                    <a:pt x="552545" y="2125876"/>
                    <a:pt x="552545" y="2128924"/>
                  </a:cubicBezTo>
                  <a:cubicBezTo>
                    <a:pt x="552545" y="2388575"/>
                    <a:pt x="552545" y="2648132"/>
                    <a:pt x="552545" y="2907783"/>
                  </a:cubicBezTo>
                  <a:cubicBezTo>
                    <a:pt x="552545" y="2913117"/>
                    <a:pt x="552545" y="2918356"/>
                    <a:pt x="552545" y="2924642"/>
                  </a:cubicBezTo>
                  <a:lnTo>
                    <a:pt x="95" y="2924642"/>
                  </a:lnTo>
                  <a:lnTo>
                    <a:pt x="95" y="1557424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>
                <a:latin typeface="Work Sans" pitchFamily="2" charset="0"/>
              </a:endParaRPr>
            </a:p>
          </p:txBody>
        </p:sp>
        <p:sp>
          <p:nvSpPr>
            <p:cNvPr id="10" name="Freeform: Shape 23">
              <a:extLst>
                <a:ext uri="{FF2B5EF4-FFF2-40B4-BE49-F238E27FC236}">
                  <a16:creationId xmlns:a16="http://schemas.microsoft.com/office/drawing/2014/main" id="{85796B47-CFC0-C297-6429-424DE6A65983}"/>
                </a:ext>
              </a:extLst>
            </p:cNvPr>
            <p:cNvSpPr/>
            <p:nvPr/>
          </p:nvSpPr>
          <p:spPr>
            <a:xfrm>
              <a:off x="3414712" y="1223962"/>
              <a:ext cx="1713050" cy="2923604"/>
            </a:xfrm>
            <a:custGeom>
              <a:avLst/>
              <a:gdLst>
                <a:gd name="connsiteX0" fmla="*/ 276320 w 1713050"/>
                <a:gd name="connsiteY0" fmla="*/ 2923413 h 2923604"/>
                <a:gd name="connsiteX1" fmla="*/ 276320 w 1713050"/>
                <a:gd name="connsiteY1" fmla="*/ 2371439 h 2923604"/>
                <a:gd name="connsiteX2" fmla="*/ 291179 w 1713050"/>
                <a:gd name="connsiteY2" fmla="*/ 2371439 h 2923604"/>
                <a:gd name="connsiteX3" fmla="*/ 657320 w 1713050"/>
                <a:gd name="connsiteY3" fmla="*/ 2371439 h 2923604"/>
                <a:gd name="connsiteX4" fmla="*/ 1151192 w 1713050"/>
                <a:gd name="connsiteY4" fmla="*/ 1966817 h 2923604"/>
                <a:gd name="connsiteX5" fmla="*/ 749237 w 1713050"/>
                <a:gd name="connsiteY5" fmla="*/ 1376458 h 2923604"/>
                <a:gd name="connsiteX6" fmla="*/ 654177 w 1713050"/>
                <a:gd name="connsiteY6" fmla="*/ 1367790 h 2923604"/>
                <a:gd name="connsiteX7" fmla="*/ 15431 w 1713050"/>
                <a:gd name="connsiteY7" fmla="*/ 1367409 h 2923604"/>
                <a:gd name="connsiteX8" fmla="*/ 0 w 1713050"/>
                <a:gd name="connsiteY8" fmla="*/ 1367409 h 2923604"/>
                <a:gd name="connsiteX9" fmla="*/ 0 w 1713050"/>
                <a:gd name="connsiteY9" fmla="*/ 0 h 2923604"/>
                <a:gd name="connsiteX10" fmla="*/ 551021 w 1713050"/>
                <a:gd name="connsiteY10" fmla="*/ 0 h 2923604"/>
                <a:gd name="connsiteX11" fmla="*/ 551688 w 1713050"/>
                <a:gd name="connsiteY11" fmla="*/ 15431 h 2923604"/>
                <a:gd name="connsiteX12" fmla="*/ 551688 w 1713050"/>
                <a:gd name="connsiteY12" fmla="*/ 794290 h 2923604"/>
                <a:gd name="connsiteX13" fmla="*/ 551688 w 1713050"/>
                <a:gd name="connsiteY13" fmla="*/ 805720 h 2923604"/>
                <a:gd name="connsiteX14" fmla="*/ 560356 w 1713050"/>
                <a:gd name="connsiteY14" fmla="*/ 814388 h 2923604"/>
                <a:gd name="connsiteX15" fmla="*/ 605981 w 1713050"/>
                <a:gd name="connsiteY15" fmla="*/ 814388 h 2923604"/>
                <a:gd name="connsiteX16" fmla="*/ 803815 w 1713050"/>
                <a:gd name="connsiteY16" fmla="*/ 824675 h 2923604"/>
                <a:gd name="connsiteX17" fmla="*/ 1114425 w 1713050"/>
                <a:gd name="connsiteY17" fmla="*/ 917638 h 2923604"/>
                <a:gd name="connsiteX18" fmla="*/ 1411224 w 1713050"/>
                <a:gd name="connsiteY18" fmla="*/ 1130332 h 2923604"/>
                <a:gd name="connsiteX19" fmla="*/ 1696307 w 1713050"/>
                <a:gd name="connsiteY19" fmla="*/ 1682306 h 2923604"/>
                <a:gd name="connsiteX20" fmla="*/ 1429322 w 1713050"/>
                <a:gd name="connsiteY20" fmla="*/ 2588800 h 2923604"/>
                <a:gd name="connsiteX21" fmla="*/ 866204 w 1713050"/>
                <a:gd name="connsiteY21" fmla="*/ 2903887 h 2923604"/>
                <a:gd name="connsiteX22" fmla="*/ 670465 w 1713050"/>
                <a:gd name="connsiteY22" fmla="*/ 2923604 h 2923604"/>
                <a:gd name="connsiteX23" fmla="*/ 291751 w 1713050"/>
                <a:gd name="connsiteY23" fmla="*/ 2923604 h 2923604"/>
                <a:gd name="connsiteX24" fmla="*/ 276416 w 1713050"/>
                <a:gd name="connsiteY24" fmla="*/ 2923604 h 2923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13050" h="2923604">
                  <a:moveTo>
                    <a:pt x="276320" y="2923413"/>
                  </a:moveTo>
                  <a:lnTo>
                    <a:pt x="276320" y="2371439"/>
                  </a:lnTo>
                  <a:lnTo>
                    <a:pt x="291179" y="2371439"/>
                  </a:lnTo>
                  <a:cubicBezTo>
                    <a:pt x="413195" y="2371439"/>
                    <a:pt x="535305" y="2371439"/>
                    <a:pt x="657320" y="2371439"/>
                  </a:cubicBezTo>
                  <a:cubicBezTo>
                    <a:pt x="897065" y="2371439"/>
                    <a:pt x="1104233" y="2201704"/>
                    <a:pt x="1151192" y="1966817"/>
                  </a:cubicBezTo>
                  <a:cubicBezTo>
                    <a:pt x="1205770" y="1693736"/>
                    <a:pt x="1023557" y="1425607"/>
                    <a:pt x="749237" y="1376458"/>
                  </a:cubicBezTo>
                  <a:cubicBezTo>
                    <a:pt x="717995" y="1370838"/>
                    <a:pt x="685895" y="1367885"/>
                    <a:pt x="654177" y="1367790"/>
                  </a:cubicBezTo>
                  <a:cubicBezTo>
                    <a:pt x="441293" y="1367028"/>
                    <a:pt x="228314" y="1367409"/>
                    <a:pt x="15431" y="1367409"/>
                  </a:cubicBezTo>
                  <a:lnTo>
                    <a:pt x="0" y="1367409"/>
                  </a:lnTo>
                  <a:lnTo>
                    <a:pt x="0" y="0"/>
                  </a:lnTo>
                  <a:lnTo>
                    <a:pt x="551021" y="0"/>
                  </a:lnTo>
                  <a:cubicBezTo>
                    <a:pt x="551212" y="5144"/>
                    <a:pt x="551688" y="10287"/>
                    <a:pt x="551688" y="15431"/>
                  </a:cubicBezTo>
                  <a:cubicBezTo>
                    <a:pt x="551688" y="275082"/>
                    <a:pt x="551688" y="534734"/>
                    <a:pt x="551688" y="794290"/>
                  </a:cubicBezTo>
                  <a:cubicBezTo>
                    <a:pt x="551688" y="798100"/>
                    <a:pt x="551974" y="801910"/>
                    <a:pt x="551688" y="805720"/>
                  </a:cubicBezTo>
                  <a:cubicBezTo>
                    <a:pt x="551212" y="812102"/>
                    <a:pt x="553974" y="814483"/>
                    <a:pt x="560356" y="814388"/>
                  </a:cubicBezTo>
                  <a:cubicBezTo>
                    <a:pt x="575596" y="814102"/>
                    <a:pt x="590741" y="814388"/>
                    <a:pt x="605981" y="814388"/>
                  </a:cubicBezTo>
                  <a:cubicBezTo>
                    <a:pt x="672084" y="814388"/>
                    <a:pt x="738092" y="815626"/>
                    <a:pt x="803815" y="824675"/>
                  </a:cubicBezTo>
                  <a:cubicBezTo>
                    <a:pt x="912209" y="839629"/>
                    <a:pt x="1015746" y="870395"/>
                    <a:pt x="1114425" y="917638"/>
                  </a:cubicBezTo>
                  <a:cubicBezTo>
                    <a:pt x="1225868" y="970979"/>
                    <a:pt x="1325023" y="1041940"/>
                    <a:pt x="1411224" y="1130332"/>
                  </a:cubicBezTo>
                  <a:cubicBezTo>
                    <a:pt x="1562291" y="1285208"/>
                    <a:pt x="1660970" y="1468469"/>
                    <a:pt x="1696307" y="1682306"/>
                  </a:cubicBezTo>
                  <a:cubicBezTo>
                    <a:pt x="1753076" y="2026539"/>
                    <a:pt x="1665827" y="2330863"/>
                    <a:pt x="1429322" y="2588800"/>
                  </a:cubicBezTo>
                  <a:cubicBezTo>
                    <a:pt x="1276826" y="2755106"/>
                    <a:pt x="1087279" y="2858738"/>
                    <a:pt x="866204" y="2903887"/>
                  </a:cubicBezTo>
                  <a:cubicBezTo>
                    <a:pt x="801719" y="2917031"/>
                    <a:pt x="736378" y="2923699"/>
                    <a:pt x="670465" y="2923604"/>
                  </a:cubicBezTo>
                  <a:cubicBezTo>
                    <a:pt x="544259" y="2923413"/>
                    <a:pt x="418052" y="2923604"/>
                    <a:pt x="291751" y="2923604"/>
                  </a:cubicBezTo>
                  <a:lnTo>
                    <a:pt x="276416" y="2923604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>
                <a:latin typeface="Work Sans" pitchFamily="2" charset="0"/>
              </a:endParaRPr>
            </a:p>
          </p:txBody>
        </p:sp>
        <p:sp>
          <p:nvSpPr>
            <p:cNvPr id="11" name="Freeform: Shape 24">
              <a:extLst>
                <a:ext uri="{FF2B5EF4-FFF2-40B4-BE49-F238E27FC236}">
                  <a16:creationId xmlns:a16="http://schemas.microsoft.com/office/drawing/2014/main" id="{CB33559E-AEB1-3417-CFFB-13E1EC8EBD38}"/>
                </a:ext>
              </a:extLst>
            </p:cNvPr>
            <p:cNvSpPr/>
            <p:nvPr/>
          </p:nvSpPr>
          <p:spPr>
            <a:xfrm>
              <a:off x="5430202" y="2035872"/>
              <a:ext cx="551783" cy="2105310"/>
            </a:xfrm>
            <a:custGeom>
              <a:avLst/>
              <a:gdLst>
                <a:gd name="connsiteX0" fmla="*/ 551783 w 551783"/>
                <a:gd name="connsiteY0" fmla="*/ 0 h 2105310"/>
                <a:gd name="connsiteX1" fmla="*/ 551783 w 551783"/>
                <a:gd name="connsiteY1" fmla="*/ 2105311 h 2105310"/>
                <a:gd name="connsiteX2" fmla="*/ 0 w 551783"/>
                <a:gd name="connsiteY2" fmla="*/ 2105311 h 2105310"/>
                <a:gd name="connsiteX3" fmla="*/ 0 w 551783"/>
                <a:gd name="connsiteY3" fmla="*/ 0 h 2105310"/>
                <a:gd name="connsiteX4" fmla="*/ 551783 w 551783"/>
                <a:gd name="connsiteY4" fmla="*/ 0 h 210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1783" h="2105310">
                  <a:moveTo>
                    <a:pt x="551783" y="0"/>
                  </a:moveTo>
                  <a:lnTo>
                    <a:pt x="551783" y="2105311"/>
                  </a:lnTo>
                  <a:lnTo>
                    <a:pt x="0" y="2105311"/>
                  </a:lnTo>
                  <a:lnTo>
                    <a:pt x="0" y="0"/>
                  </a:lnTo>
                  <a:lnTo>
                    <a:pt x="551783" y="0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>
                <a:latin typeface="Work Sans" pitchFamily="2" charset="0"/>
              </a:endParaRPr>
            </a:p>
          </p:txBody>
        </p:sp>
        <p:sp>
          <p:nvSpPr>
            <p:cNvPr id="12" name="Freeform: Shape 25">
              <a:extLst>
                <a:ext uri="{FF2B5EF4-FFF2-40B4-BE49-F238E27FC236}">
                  <a16:creationId xmlns:a16="http://schemas.microsoft.com/office/drawing/2014/main" id="{AEA72819-8304-F1EC-1DBC-46D950F87348}"/>
                </a:ext>
              </a:extLst>
            </p:cNvPr>
            <p:cNvSpPr/>
            <p:nvPr/>
          </p:nvSpPr>
          <p:spPr>
            <a:xfrm>
              <a:off x="8225979" y="3593115"/>
              <a:ext cx="550735" cy="548068"/>
            </a:xfrm>
            <a:custGeom>
              <a:avLst/>
              <a:gdLst>
                <a:gd name="connsiteX0" fmla="*/ 0 w 550735"/>
                <a:gd name="connsiteY0" fmla="*/ 0 h 548068"/>
                <a:gd name="connsiteX1" fmla="*/ 550736 w 550735"/>
                <a:gd name="connsiteY1" fmla="*/ 0 h 548068"/>
                <a:gd name="connsiteX2" fmla="*/ 550736 w 550735"/>
                <a:gd name="connsiteY2" fmla="*/ 548068 h 548068"/>
                <a:gd name="connsiteX3" fmla="*/ 0 w 550735"/>
                <a:gd name="connsiteY3" fmla="*/ 548068 h 548068"/>
                <a:gd name="connsiteX4" fmla="*/ 0 w 550735"/>
                <a:gd name="connsiteY4" fmla="*/ 0 h 548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0735" h="548068">
                  <a:moveTo>
                    <a:pt x="0" y="0"/>
                  </a:moveTo>
                  <a:lnTo>
                    <a:pt x="550736" y="0"/>
                  </a:lnTo>
                  <a:lnTo>
                    <a:pt x="550736" y="548068"/>
                  </a:lnTo>
                  <a:lnTo>
                    <a:pt x="0" y="5480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>
                <a:latin typeface="Work Sans" pitchFamily="2" charset="0"/>
              </a:endParaRPr>
            </a:p>
          </p:txBody>
        </p:sp>
      </p:grpSp>
      <p:sp>
        <p:nvSpPr>
          <p:cNvPr id="15" name="Segnaposto titolo 4">
            <a:extLst>
              <a:ext uri="{FF2B5EF4-FFF2-40B4-BE49-F238E27FC236}">
                <a16:creationId xmlns:a16="http://schemas.microsoft.com/office/drawing/2014/main" id="{5045E15F-418D-06F1-8DFC-B560473EA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099" y="307439"/>
            <a:ext cx="11655631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 dirty="0"/>
              <a:t>CV Templates</a:t>
            </a:r>
            <a:endParaRPr lang="en-GB" dirty="0"/>
          </a:p>
        </p:txBody>
      </p:sp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A7C2A6B6-BC57-A848-BCBC-F568702BD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5099" y="934720"/>
            <a:ext cx="11655631" cy="544703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0"/>
            <a:r>
              <a:rPr lang="en-GB" dirty="0"/>
              <a:t>Second level</a:t>
            </a:r>
          </a:p>
          <a:p>
            <a:pPr lvl="1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3"/>
            <a:r>
              <a:rPr lang="en-GB" dirty="0"/>
              <a:t>Fifth level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117B9A3-DA32-038B-F2F2-A0B047DD534C}"/>
              </a:ext>
            </a:extLst>
          </p:cNvPr>
          <p:cNvGrpSpPr/>
          <p:nvPr userDrawn="1"/>
        </p:nvGrpSpPr>
        <p:grpSpPr>
          <a:xfrm>
            <a:off x="-1192696" y="55165"/>
            <a:ext cx="1104706" cy="6802835"/>
            <a:chOff x="-1192696" y="55165"/>
            <a:chExt cx="1104706" cy="68028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057E37D-2A71-0D72-A7F3-0299980D31C5}"/>
                </a:ext>
              </a:extLst>
            </p:cNvPr>
            <p:cNvGrpSpPr/>
            <p:nvPr userDrawn="1"/>
          </p:nvGrpSpPr>
          <p:grpSpPr>
            <a:xfrm>
              <a:off x="-1192696" y="283678"/>
              <a:ext cx="1104706" cy="3145322"/>
              <a:chOff x="-2141717" y="1398059"/>
              <a:chExt cx="1694244" cy="428448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B584589C-000F-82E6-2BE2-9A63371460BE}"/>
                  </a:ext>
                </a:extLst>
              </p:cNvPr>
              <p:cNvSpPr/>
              <p:nvPr userDrawn="1"/>
            </p:nvSpPr>
            <p:spPr>
              <a:xfrm>
                <a:off x="-2141717" y="1398059"/>
                <a:ext cx="847123" cy="353792"/>
              </a:xfrm>
              <a:prstGeom prst="rect">
                <a:avLst/>
              </a:prstGeom>
              <a:solidFill>
                <a:srgbClr val="DA29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l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#DA291C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E2126BA1-D58F-9966-2AB5-6851697F54CE}"/>
                  </a:ext>
                </a:extLst>
              </p:cNvPr>
              <p:cNvSpPr/>
              <p:nvPr userDrawn="1"/>
            </p:nvSpPr>
            <p:spPr>
              <a:xfrm>
                <a:off x="-1294596" y="1398059"/>
                <a:ext cx="847123" cy="353792"/>
              </a:xfrm>
              <a:prstGeom prst="rect">
                <a:avLst/>
              </a:prstGeom>
              <a:solidFill>
                <a:srgbClr val="0C234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l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#0C2340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FABC5CBC-AAED-2B7E-201B-62978DF27898}"/>
                  </a:ext>
                </a:extLst>
              </p:cNvPr>
              <p:cNvSpPr/>
              <p:nvPr userDrawn="1"/>
            </p:nvSpPr>
            <p:spPr>
              <a:xfrm>
                <a:off x="-2141717" y="1751851"/>
                <a:ext cx="1694244" cy="7465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l"/>
                <a:r>
                  <a:rPr lang="pt-BR" sz="800" dirty="0">
                    <a:solidFill>
                      <a:srgbClr val="0C2340"/>
                    </a:solidFill>
                    <a:latin typeface="Work Sans" pitchFamily="2" charset="0"/>
                  </a:rPr>
                  <a:t>#FFFFFF</a:t>
                </a:r>
                <a:endParaRPr lang="en-GB" sz="800" dirty="0">
                  <a:solidFill>
                    <a:srgbClr val="0C2340"/>
                  </a:solidFill>
                  <a:latin typeface="Work Sans" pitchFamily="2" charset="0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CE1140A-D938-A664-49F2-F450947C2637}"/>
                </a:ext>
              </a:extLst>
            </p:cNvPr>
            <p:cNvGrpSpPr/>
            <p:nvPr userDrawn="1"/>
          </p:nvGrpSpPr>
          <p:grpSpPr>
            <a:xfrm>
              <a:off x="-1192696" y="3920372"/>
              <a:ext cx="1104706" cy="2937628"/>
              <a:chOff x="-1544321" y="1938472"/>
              <a:chExt cx="1426513" cy="3689646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4AE09E9-EC51-B6D1-C34C-DC174E9B522C}"/>
                  </a:ext>
                </a:extLst>
              </p:cNvPr>
              <p:cNvSpPr/>
              <p:nvPr userDrawn="1"/>
            </p:nvSpPr>
            <p:spPr>
              <a:xfrm>
                <a:off x="-1544321" y="3168354"/>
                <a:ext cx="713257" cy="614941"/>
              </a:xfrm>
              <a:prstGeom prst="rect">
                <a:avLst/>
              </a:prstGeom>
              <a:solidFill>
                <a:srgbClr val="F976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#F97673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C04DA6D-6AF5-0431-E6C5-B32AE5B1B546}"/>
                  </a:ext>
                </a:extLst>
              </p:cNvPr>
              <p:cNvSpPr/>
              <p:nvPr userDrawn="1"/>
            </p:nvSpPr>
            <p:spPr>
              <a:xfrm>
                <a:off x="-831065" y="3168354"/>
                <a:ext cx="713257" cy="614941"/>
              </a:xfrm>
              <a:prstGeom prst="rect">
                <a:avLst/>
              </a:prstGeom>
              <a:solidFill>
                <a:srgbClr val="9DA7B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#9DA7B3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8C03DCB-1C96-CD84-C1A9-77FE2B3A9D22}"/>
                  </a:ext>
                </a:extLst>
              </p:cNvPr>
              <p:cNvSpPr/>
              <p:nvPr userDrawn="1"/>
            </p:nvSpPr>
            <p:spPr>
              <a:xfrm>
                <a:off x="-1544321" y="3783295"/>
                <a:ext cx="713257" cy="614941"/>
              </a:xfrm>
              <a:prstGeom prst="rect">
                <a:avLst/>
              </a:prstGeom>
              <a:solidFill>
                <a:srgbClr val="ED423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#ED4239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4F0C58C-C7AB-1B7A-C667-15421DA6AB54}"/>
                  </a:ext>
                </a:extLst>
              </p:cNvPr>
              <p:cNvSpPr/>
              <p:nvPr userDrawn="1"/>
            </p:nvSpPr>
            <p:spPr>
              <a:xfrm>
                <a:off x="-831065" y="3783295"/>
                <a:ext cx="713257" cy="614941"/>
              </a:xfrm>
              <a:prstGeom prst="rect">
                <a:avLst/>
              </a:prstGeom>
              <a:solidFill>
                <a:srgbClr val="7F879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#7F8799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8C2E4DE-E179-0CA0-1832-368E460B8FD1}"/>
                  </a:ext>
                </a:extLst>
              </p:cNvPr>
              <p:cNvSpPr/>
              <p:nvPr userDrawn="1"/>
            </p:nvSpPr>
            <p:spPr>
              <a:xfrm>
                <a:off x="-831065" y="4398236"/>
                <a:ext cx="713257" cy="614941"/>
              </a:xfrm>
              <a:prstGeom prst="rect">
                <a:avLst/>
              </a:prstGeom>
              <a:solidFill>
                <a:srgbClr val="54657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#546579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9FE98DB-CEFA-1747-7D26-C4E524AC6B1D}"/>
                  </a:ext>
                </a:extLst>
              </p:cNvPr>
              <p:cNvSpPr/>
              <p:nvPr userDrawn="1"/>
            </p:nvSpPr>
            <p:spPr>
              <a:xfrm>
                <a:off x="-1544321" y="4398237"/>
                <a:ext cx="713257" cy="614941"/>
              </a:xfrm>
              <a:prstGeom prst="rect">
                <a:avLst/>
              </a:prstGeom>
              <a:solidFill>
                <a:srgbClr val="96111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#961111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BEA8C33-82BE-B827-33B7-85B0D838E553}"/>
                  </a:ext>
                </a:extLst>
              </p:cNvPr>
              <p:cNvSpPr/>
              <p:nvPr userDrawn="1"/>
            </p:nvSpPr>
            <p:spPr>
              <a:xfrm>
                <a:off x="-831065" y="5013177"/>
                <a:ext cx="713257" cy="614941"/>
              </a:xfrm>
              <a:prstGeom prst="rect">
                <a:avLst/>
              </a:prstGeom>
              <a:solidFill>
                <a:srgbClr val="3542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#354259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B02CFCAB-9491-D916-E1E6-20F86968D705}"/>
                  </a:ext>
                </a:extLst>
              </p:cNvPr>
              <p:cNvSpPr/>
              <p:nvPr userDrawn="1"/>
            </p:nvSpPr>
            <p:spPr>
              <a:xfrm>
                <a:off x="-1544321" y="5013177"/>
                <a:ext cx="713257" cy="614941"/>
              </a:xfrm>
              <a:prstGeom prst="rect">
                <a:avLst/>
              </a:prstGeom>
              <a:solidFill>
                <a:srgbClr val="3D040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#3D0404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02AAFB8-DBEA-E47B-2301-CCC5F2024863}"/>
                  </a:ext>
                </a:extLst>
              </p:cNvPr>
              <p:cNvSpPr/>
              <p:nvPr userDrawn="1"/>
            </p:nvSpPr>
            <p:spPr>
              <a:xfrm>
                <a:off x="-1544321" y="1938472"/>
                <a:ext cx="713257" cy="614941"/>
              </a:xfrm>
              <a:prstGeom prst="rect">
                <a:avLst/>
              </a:prstGeom>
              <a:solidFill>
                <a:srgbClr val="FFE3E3"/>
              </a:solidFill>
              <a:ln w="127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rgbClr val="DA291C"/>
                    </a:solidFill>
                    <a:latin typeface="Work Sans" pitchFamily="2" charset="0"/>
                  </a:rPr>
                  <a:t>#FFE3E3</a:t>
                </a:r>
                <a:endParaRPr lang="en-GB" sz="800" dirty="0">
                  <a:solidFill>
                    <a:srgbClr val="DA291C"/>
                  </a:solidFill>
                  <a:latin typeface="Work Sans" pitchFamily="2" charset="0"/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5B80D5F5-3696-FDD2-A70C-E7DFBAF6121F}"/>
                  </a:ext>
                </a:extLst>
              </p:cNvPr>
              <p:cNvSpPr/>
              <p:nvPr userDrawn="1"/>
            </p:nvSpPr>
            <p:spPr>
              <a:xfrm>
                <a:off x="-831065" y="1938472"/>
                <a:ext cx="713257" cy="614941"/>
              </a:xfrm>
              <a:prstGeom prst="rect">
                <a:avLst/>
              </a:prstGeom>
              <a:solidFill>
                <a:srgbClr val="F1F2F3"/>
              </a:solidFill>
              <a:ln w="127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rgbClr val="0C2340"/>
                    </a:solidFill>
                    <a:latin typeface="Work Sans" pitchFamily="2" charset="0"/>
                  </a:rPr>
                  <a:t>#F1F2F3</a:t>
                </a:r>
                <a:endParaRPr lang="en-GB" sz="800" dirty="0">
                  <a:solidFill>
                    <a:srgbClr val="0C2340"/>
                  </a:solidFill>
                  <a:latin typeface="Work Sans" pitchFamily="2" charset="0"/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8D0CA5B3-34B2-2CA6-D610-FD23A735D733}"/>
                  </a:ext>
                </a:extLst>
              </p:cNvPr>
              <p:cNvSpPr/>
              <p:nvPr userDrawn="1"/>
            </p:nvSpPr>
            <p:spPr>
              <a:xfrm>
                <a:off x="-1544321" y="2553413"/>
                <a:ext cx="713257" cy="614941"/>
              </a:xfrm>
              <a:prstGeom prst="rect">
                <a:avLst/>
              </a:prstGeom>
              <a:solidFill>
                <a:srgbClr val="FCB7B3"/>
              </a:solidFill>
              <a:ln w="127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rgbClr val="DA291C"/>
                    </a:solidFill>
                    <a:latin typeface="Work Sans" pitchFamily="2" charset="0"/>
                  </a:rPr>
                  <a:t>#FCB7B3</a:t>
                </a:r>
                <a:endParaRPr lang="en-GB" sz="800" dirty="0">
                  <a:solidFill>
                    <a:srgbClr val="DA291C"/>
                  </a:solidFill>
                  <a:latin typeface="Work Sans" pitchFamily="2" charset="0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20BCCF2-ABFC-6661-A15D-20CD64654B5E}"/>
                  </a:ext>
                </a:extLst>
              </p:cNvPr>
              <p:cNvSpPr/>
              <p:nvPr userDrawn="1"/>
            </p:nvSpPr>
            <p:spPr>
              <a:xfrm>
                <a:off x="-831065" y="2553413"/>
                <a:ext cx="713257" cy="614941"/>
              </a:xfrm>
              <a:prstGeom prst="rect">
                <a:avLst/>
              </a:prstGeom>
              <a:solidFill>
                <a:srgbClr val="DADEE2"/>
              </a:solidFill>
              <a:ln w="127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rgbClr val="0C2340"/>
                    </a:solidFill>
                    <a:latin typeface="Work Sans" pitchFamily="2" charset="0"/>
                  </a:rPr>
                  <a:t>#DADEE2</a:t>
                </a:r>
                <a:endParaRPr lang="en-GB" sz="800" dirty="0">
                  <a:solidFill>
                    <a:srgbClr val="0C2340"/>
                  </a:solidFill>
                  <a:latin typeface="Work Sans" pitchFamily="2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748D641-04F9-301F-88BA-488278C7BA40}"/>
                </a:ext>
              </a:extLst>
            </p:cNvPr>
            <p:cNvSpPr txBox="1"/>
            <p:nvPr userDrawn="1"/>
          </p:nvSpPr>
          <p:spPr>
            <a:xfrm>
              <a:off x="-1192696" y="55165"/>
              <a:ext cx="110470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pt-BR" sz="800" dirty="0">
                  <a:solidFill>
                    <a:schemeClr val="tx1">
                      <a:alpha val="60000"/>
                    </a:schemeClr>
                  </a:solidFill>
                  <a:latin typeface="Work Sans" pitchFamily="2" charset="0"/>
                </a:rPr>
                <a:t>Primary </a:t>
              </a:r>
              <a:r>
                <a:rPr lang="pt-BR" sz="800" dirty="0" err="1">
                  <a:solidFill>
                    <a:schemeClr val="tx1">
                      <a:alpha val="60000"/>
                    </a:schemeClr>
                  </a:solidFill>
                  <a:latin typeface="Work Sans" pitchFamily="2" charset="0"/>
                </a:rPr>
                <a:t>Colors</a:t>
              </a:r>
              <a:endParaRPr lang="en-GB" sz="800" dirty="0">
                <a:solidFill>
                  <a:schemeClr val="tx1">
                    <a:alpha val="60000"/>
                  </a:schemeClr>
                </a:solidFill>
                <a:latin typeface="Work Sans" pitchFamily="2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27AEEB3-8A30-F369-E010-D82442E7631E}"/>
                </a:ext>
              </a:extLst>
            </p:cNvPr>
            <p:cNvSpPr txBox="1"/>
            <p:nvPr userDrawn="1"/>
          </p:nvSpPr>
          <p:spPr>
            <a:xfrm>
              <a:off x="-1192696" y="3697357"/>
              <a:ext cx="110470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pt-BR" sz="800" dirty="0" err="1">
                  <a:solidFill>
                    <a:schemeClr val="tx1">
                      <a:alpha val="60000"/>
                    </a:schemeClr>
                  </a:solidFill>
                  <a:latin typeface="Work Sans" pitchFamily="2" charset="0"/>
                </a:rPr>
                <a:t>Support</a:t>
              </a:r>
              <a:r>
                <a:rPr lang="pt-BR" sz="800" dirty="0">
                  <a:solidFill>
                    <a:schemeClr val="tx1">
                      <a:alpha val="60000"/>
                    </a:schemeClr>
                  </a:solidFill>
                  <a:latin typeface="Work Sans" pitchFamily="2" charset="0"/>
                </a:rPr>
                <a:t> </a:t>
              </a:r>
              <a:r>
                <a:rPr lang="pt-BR" sz="800" dirty="0" err="1">
                  <a:solidFill>
                    <a:schemeClr val="tx1">
                      <a:alpha val="60000"/>
                    </a:schemeClr>
                  </a:solidFill>
                  <a:latin typeface="Work Sans" pitchFamily="2" charset="0"/>
                </a:rPr>
                <a:t>Palette</a:t>
              </a:r>
              <a:endParaRPr lang="en-GB" sz="800" dirty="0">
                <a:solidFill>
                  <a:schemeClr val="tx1">
                    <a:alpha val="60000"/>
                  </a:schemeClr>
                </a:solidFill>
                <a:latin typeface="Work San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56914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3" r:id="rId1"/>
    <p:sldLayoutId id="2147483895" r:id="rId2"/>
    <p:sldLayoutId id="2147483898" r:id="rId3"/>
    <p:sldLayoutId id="2147483896" r:id="rId4"/>
    <p:sldLayoutId id="2147483897" r:id="rId5"/>
    <p:sldLayoutId id="2147483899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0C2340"/>
          </a:solidFill>
          <a:latin typeface="Work Sans Light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+mj-lt"/>
        <a:buNone/>
        <a:defRPr sz="1000" kern="1200">
          <a:solidFill>
            <a:srgbClr val="0C2340"/>
          </a:solidFill>
          <a:latin typeface="Work Sans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+mj-lt"/>
        <a:buAutoNum type="arabicPeriod"/>
        <a:defRPr sz="1000" kern="1200">
          <a:solidFill>
            <a:srgbClr val="0C2340"/>
          </a:solidFill>
          <a:latin typeface="Work Sans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+mj-lt"/>
        <a:buAutoNum type="alphaUcPeriod"/>
        <a:defRPr sz="1000" kern="1200">
          <a:solidFill>
            <a:srgbClr val="0C2340"/>
          </a:solidFill>
          <a:latin typeface="Work Sans" pitchFamily="2" charset="0"/>
          <a:ea typeface="+mn-ea"/>
          <a:cs typeface="+mn-cs"/>
        </a:defRPr>
      </a:lvl3pPr>
      <a:lvl4pPr marL="15430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DA291C"/>
        </a:buClr>
        <a:buFont typeface="Wingdings" panose="05000000000000000000" pitchFamily="2" charset="2"/>
        <a:buChar char="§"/>
        <a:defRPr sz="1000" kern="1200">
          <a:solidFill>
            <a:srgbClr val="DA291C"/>
          </a:solidFill>
          <a:latin typeface="Work Sans" pitchFamily="2" charset="0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000" kern="1200">
          <a:solidFill>
            <a:schemeClr val="tx1"/>
          </a:solidFill>
          <a:latin typeface="Work Sans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20" userDrawn="1">
          <p15:clr>
            <a:srgbClr val="F26B43"/>
          </p15:clr>
        </p15:guide>
        <p15:guide id="2" pos="166" userDrawn="1">
          <p15:clr>
            <a:srgbClr val="F26B43"/>
          </p15:clr>
        </p15:guide>
        <p15:guide id="3" pos="7514" userDrawn="1">
          <p15:clr>
            <a:srgbClr val="F26B43"/>
          </p15:clr>
        </p15:guide>
        <p15:guide id="4" orient="horz" pos="187" userDrawn="1">
          <p15:clr>
            <a:srgbClr val="F26B43"/>
          </p15:clr>
        </p15:guide>
      </p15:sldGuideLst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egnaposto titolo 4">
            <a:extLst>
              <a:ext uri="{FF2B5EF4-FFF2-40B4-BE49-F238E27FC236}">
                <a16:creationId xmlns:a16="http://schemas.microsoft.com/office/drawing/2014/main" id="{AC375552-6018-BC72-44AD-218A46F73127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75099" y="307439"/>
            <a:ext cx="11655631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 dirty="0"/>
              <a:t>Title here</a:t>
            </a:r>
            <a:endParaRPr lang="en-GB" dirty="0"/>
          </a:p>
        </p:txBody>
      </p:sp>
      <p:sp>
        <p:nvSpPr>
          <p:cNvPr id="41" name="Text Placeholder 1">
            <a:extLst>
              <a:ext uri="{FF2B5EF4-FFF2-40B4-BE49-F238E27FC236}">
                <a16:creationId xmlns:a16="http://schemas.microsoft.com/office/drawing/2014/main" id="{109939EE-5DBB-4E2A-EDFA-E33BE6C1D488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275099" y="934720"/>
            <a:ext cx="11655631" cy="544703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AC81231-1EB1-8C15-4535-51038F878538}"/>
              </a:ext>
            </a:extLst>
          </p:cNvPr>
          <p:cNvGrpSpPr/>
          <p:nvPr userDrawn="1"/>
        </p:nvGrpSpPr>
        <p:grpSpPr>
          <a:xfrm>
            <a:off x="-1192696" y="55165"/>
            <a:ext cx="1104706" cy="6802835"/>
            <a:chOff x="-1192696" y="55165"/>
            <a:chExt cx="1104706" cy="68028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7E67ABD-8695-D613-DF8D-2F193E712E88}"/>
                </a:ext>
              </a:extLst>
            </p:cNvPr>
            <p:cNvGrpSpPr/>
            <p:nvPr userDrawn="1"/>
          </p:nvGrpSpPr>
          <p:grpSpPr>
            <a:xfrm>
              <a:off x="-1192696" y="283678"/>
              <a:ext cx="1104706" cy="3145322"/>
              <a:chOff x="-2141717" y="1398059"/>
              <a:chExt cx="1694244" cy="428448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AF3A705-73A5-10AD-EAC5-91A84F64D5FE}"/>
                  </a:ext>
                </a:extLst>
              </p:cNvPr>
              <p:cNvSpPr/>
              <p:nvPr userDrawn="1"/>
            </p:nvSpPr>
            <p:spPr>
              <a:xfrm>
                <a:off x="-2141717" y="1398059"/>
                <a:ext cx="847123" cy="353792"/>
              </a:xfrm>
              <a:prstGeom prst="rect">
                <a:avLst/>
              </a:prstGeom>
              <a:solidFill>
                <a:srgbClr val="DA29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l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#DA291C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F5AC9B47-ECD9-F7DD-C1AB-F720443623BE}"/>
                  </a:ext>
                </a:extLst>
              </p:cNvPr>
              <p:cNvSpPr/>
              <p:nvPr userDrawn="1"/>
            </p:nvSpPr>
            <p:spPr>
              <a:xfrm>
                <a:off x="-1294596" y="1398059"/>
                <a:ext cx="847123" cy="353792"/>
              </a:xfrm>
              <a:prstGeom prst="rect">
                <a:avLst/>
              </a:prstGeom>
              <a:solidFill>
                <a:srgbClr val="0C234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l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#0C2340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84A0E53C-02E4-FE53-1117-98A277D071C9}"/>
                  </a:ext>
                </a:extLst>
              </p:cNvPr>
              <p:cNvSpPr/>
              <p:nvPr userDrawn="1"/>
            </p:nvSpPr>
            <p:spPr>
              <a:xfrm>
                <a:off x="-2141717" y="1751851"/>
                <a:ext cx="1694244" cy="7465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l"/>
                <a:r>
                  <a:rPr lang="pt-BR" sz="800" dirty="0">
                    <a:solidFill>
                      <a:srgbClr val="0C2340"/>
                    </a:solidFill>
                    <a:latin typeface="Work Sans" pitchFamily="2" charset="0"/>
                  </a:rPr>
                  <a:t>#FFFFFF</a:t>
                </a:r>
                <a:endParaRPr lang="en-GB" sz="800" dirty="0">
                  <a:solidFill>
                    <a:srgbClr val="0C2340"/>
                  </a:solidFill>
                  <a:latin typeface="Work Sans" pitchFamily="2" charset="0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DC1D889-16C6-BD31-D12D-902ADF4F4461}"/>
                </a:ext>
              </a:extLst>
            </p:cNvPr>
            <p:cNvGrpSpPr/>
            <p:nvPr userDrawn="1"/>
          </p:nvGrpSpPr>
          <p:grpSpPr>
            <a:xfrm>
              <a:off x="-1192696" y="3920372"/>
              <a:ext cx="1104706" cy="2937628"/>
              <a:chOff x="-1544321" y="1938472"/>
              <a:chExt cx="1426513" cy="3689646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92C1814-88D4-92D4-BD90-C788431914D8}"/>
                  </a:ext>
                </a:extLst>
              </p:cNvPr>
              <p:cNvSpPr/>
              <p:nvPr userDrawn="1"/>
            </p:nvSpPr>
            <p:spPr>
              <a:xfrm>
                <a:off x="-1544321" y="3168354"/>
                <a:ext cx="713257" cy="614941"/>
              </a:xfrm>
              <a:prstGeom prst="rect">
                <a:avLst/>
              </a:prstGeom>
              <a:solidFill>
                <a:srgbClr val="F976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#F97673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7C13F97-E980-BE6F-EB4B-D1549CD747B6}"/>
                  </a:ext>
                </a:extLst>
              </p:cNvPr>
              <p:cNvSpPr/>
              <p:nvPr userDrawn="1"/>
            </p:nvSpPr>
            <p:spPr>
              <a:xfrm>
                <a:off x="-831065" y="3168354"/>
                <a:ext cx="713257" cy="614941"/>
              </a:xfrm>
              <a:prstGeom prst="rect">
                <a:avLst/>
              </a:prstGeom>
              <a:solidFill>
                <a:srgbClr val="9DA7B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#9DA7B3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F87FA67-7756-C40D-EB55-CCF313C4ABA0}"/>
                  </a:ext>
                </a:extLst>
              </p:cNvPr>
              <p:cNvSpPr/>
              <p:nvPr userDrawn="1"/>
            </p:nvSpPr>
            <p:spPr>
              <a:xfrm>
                <a:off x="-1544321" y="3783295"/>
                <a:ext cx="713257" cy="614941"/>
              </a:xfrm>
              <a:prstGeom prst="rect">
                <a:avLst/>
              </a:prstGeom>
              <a:solidFill>
                <a:srgbClr val="ED423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#ED4239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12DC8B9-D572-4A94-E867-A7BDF56C84B9}"/>
                  </a:ext>
                </a:extLst>
              </p:cNvPr>
              <p:cNvSpPr/>
              <p:nvPr userDrawn="1"/>
            </p:nvSpPr>
            <p:spPr>
              <a:xfrm>
                <a:off x="-831065" y="3783295"/>
                <a:ext cx="713257" cy="614941"/>
              </a:xfrm>
              <a:prstGeom prst="rect">
                <a:avLst/>
              </a:prstGeom>
              <a:solidFill>
                <a:srgbClr val="7F879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#7F8799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17AC31D-E2D6-8AB7-7B28-EEE4CFF080A9}"/>
                  </a:ext>
                </a:extLst>
              </p:cNvPr>
              <p:cNvSpPr/>
              <p:nvPr userDrawn="1"/>
            </p:nvSpPr>
            <p:spPr>
              <a:xfrm>
                <a:off x="-831065" y="4398236"/>
                <a:ext cx="713257" cy="614941"/>
              </a:xfrm>
              <a:prstGeom prst="rect">
                <a:avLst/>
              </a:prstGeom>
              <a:solidFill>
                <a:srgbClr val="54657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#546579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E6EE7D3D-BAC6-8F42-DE0C-E1C242CE2533}"/>
                  </a:ext>
                </a:extLst>
              </p:cNvPr>
              <p:cNvSpPr/>
              <p:nvPr userDrawn="1"/>
            </p:nvSpPr>
            <p:spPr>
              <a:xfrm>
                <a:off x="-1544321" y="4398237"/>
                <a:ext cx="713257" cy="614941"/>
              </a:xfrm>
              <a:prstGeom prst="rect">
                <a:avLst/>
              </a:prstGeom>
              <a:solidFill>
                <a:srgbClr val="96111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#961111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34D4E82-00B5-361F-A3BD-DF911F8D04A3}"/>
                  </a:ext>
                </a:extLst>
              </p:cNvPr>
              <p:cNvSpPr/>
              <p:nvPr userDrawn="1"/>
            </p:nvSpPr>
            <p:spPr>
              <a:xfrm>
                <a:off x="-831065" y="5013177"/>
                <a:ext cx="713257" cy="614941"/>
              </a:xfrm>
              <a:prstGeom prst="rect">
                <a:avLst/>
              </a:prstGeom>
              <a:solidFill>
                <a:srgbClr val="3542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#354259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A71A2B3-FB0B-E9B9-88CC-1557FCEF0155}"/>
                  </a:ext>
                </a:extLst>
              </p:cNvPr>
              <p:cNvSpPr/>
              <p:nvPr userDrawn="1"/>
            </p:nvSpPr>
            <p:spPr>
              <a:xfrm>
                <a:off x="-1544321" y="5013177"/>
                <a:ext cx="713257" cy="614941"/>
              </a:xfrm>
              <a:prstGeom prst="rect">
                <a:avLst/>
              </a:prstGeom>
              <a:solidFill>
                <a:srgbClr val="3D040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#3D0404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75ECF98-762D-CD62-6997-BCD387205199}"/>
                  </a:ext>
                </a:extLst>
              </p:cNvPr>
              <p:cNvSpPr/>
              <p:nvPr userDrawn="1"/>
            </p:nvSpPr>
            <p:spPr>
              <a:xfrm>
                <a:off x="-1544321" y="1938472"/>
                <a:ext cx="713257" cy="614941"/>
              </a:xfrm>
              <a:prstGeom prst="rect">
                <a:avLst/>
              </a:prstGeom>
              <a:solidFill>
                <a:srgbClr val="FFE3E3"/>
              </a:solidFill>
              <a:ln w="127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rgbClr val="DA291C"/>
                    </a:solidFill>
                    <a:latin typeface="Work Sans" pitchFamily="2" charset="0"/>
                  </a:rPr>
                  <a:t>#FFE3E3</a:t>
                </a:r>
                <a:endParaRPr lang="en-GB" sz="800" dirty="0">
                  <a:solidFill>
                    <a:srgbClr val="DA291C"/>
                  </a:solidFill>
                  <a:latin typeface="Work Sans" pitchFamily="2" charset="0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53E9B2C-1549-C57E-5630-EEB777E1DF1D}"/>
                  </a:ext>
                </a:extLst>
              </p:cNvPr>
              <p:cNvSpPr/>
              <p:nvPr userDrawn="1"/>
            </p:nvSpPr>
            <p:spPr>
              <a:xfrm>
                <a:off x="-831065" y="1938472"/>
                <a:ext cx="713257" cy="614941"/>
              </a:xfrm>
              <a:prstGeom prst="rect">
                <a:avLst/>
              </a:prstGeom>
              <a:solidFill>
                <a:srgbClr val="F1F2F3"/>
              </a:solidFill>
              <a:ln w="127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rgbClr val="0C2340"/>
                    </a:solidFill>
                    <a:latin typeface="Work Sans" pitchFamily="2" charset="0"/>
                  </a:rPr>
                  <a:t>#F1F2F3</a:t>
                </a:r>
                <a:endParaRPr lang="en-GB" sz="800" dirty="0">
                  <a:solidFill>
                    <a:srgbClr val="0C2340"/>
                  </a:solidFill>
                  <a:latin typeface="Work Sans" pitchFamily="2" charset="0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DC8D2ED-C942-4C0D-3F21-122A0A95ACBF}"/>
                  </a:ext>
                </a:extLst>
              </p:cNvPr>
              <p:cNvSpPr/>
              <p:nvPr userDrawn="1"/>
            </p:nvSpPr>
            <p:spPr>
              <a:xfrm>
                <a:off x="-1544321" y="2553413"/>
                <a:ext cx="713257" cy="614941"/>
              </a:xfrm>
              <a:prstGeom prst="rect">
                <a:avLst/>
              </a:prstGeom>
              <a:solidFill>
                <a:srgbClr val="FCB7B3"/>
              </a:solidFill>
              <a:ln w="127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rgbClr val="DA291C"/>
                    </a:solidFill>
                    <a:latin typeface="Work Sans" pitchFamily="2" charset="0"/>
                  </a:rPr>
                  <a:t>#FCB7B3</a:t>
                </a:r>
                <a:endParaRPr lang="en-GB" sz="800" dirty="0">
                  <a:solidFill>
                    <a:srgbClr val="DA291C"/>
                  </a:solidFill>
                  <a:latin typeface="Work Sans" pitchFamily="2" charset="0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45985AC2-D404-D7D8-631C-F4CF596F0C69}"/>
                  </a:ext>
                </a:extLst>
              </p:cNvPr>
              <p:cNvSpPr/>
              <p:nvPr userDrawn="1"/>
            </p:nvSpPr>
            <p:spPr>
              <a:xfrm>
                <a:off x="-831065" y="2553413"/>
                <a:ext cx="713257" cy="614941"/>
              </a:xfrm>
              <a:prstGeom prst="rect">
                <a:avLst/>
              </a:prstGeom>
              <a:solidFill>
                <a:srgbClr val="DADEE2"/>
              </a:solidFill>
              <a:ln w="127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rgbClr val="0C2340"/>
                    </a:solidFill>
                    <a:latin typeface="Work Sans" pitchFamily="2" charset="0"/>
                  </a:rPr>
                  <a:t>#DADEE2</a:t>
                </a:r>
                <a:endParaRPr lang="en-GB" sz="800" dirty="0">
                  <a:solidFill>
                    <a:srgbClr val="0C2340"/>
                  </a:solidFill>
                  <a:latin typeface="Work Sans" pitchFamily="2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18E274B-2AFD-D25D-A34A-2AA1189AB7DE}"/>
                </a:ext>
              </a:extLst>
            </p:cNvPr>
            <p:cNvSpPr txBox="1"/>
            <p:nvPr userDrawn="1"/>
          </p:nvSpPr>
          <p:spPr>
            <a:xfrm>
              <a:off x="-1192696" y="55165"/>
              <a:ext cx="110470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pt-BR" sz="800" dirty="0">
                  <a:solidFill>
                    <a:schemeClr val="tx1">
                      <a:alpha val="60000"/>
                    </a:schemeClr>
                  </a:solidFill>
                  <a:latin typeface="Work Sans" pitchFamily="2" charset="0"/>
                </a:rPr>
                <a:t>Primary </a:t>
              </a:r>
              <a:r>
                <a:rPr lang="pt-BR" sz="800" dirty="0" err="1">
                  <a:solidFill>
                    <a:schemeClr val="tx1">
                      <a:alpha val="60000"/>
                    </a:schemeClr>
                  </a:solidFill>
                  <a:latin typeface="Work Sans" pitchFamily="2" charset="0"/>
                </a:rPr>
                <a:t>Colors</a:t>
              </a:r>
              <a:endParaRPr lang="en-GB" sz="800" dirty="0">
                <a:solidFill>
                  <a:schemeClr val="tx1">
                    <a:alpha val="60000"/>
                  </a:schemeClr>
                </a:solidFill>
                <a:latin typeface="Work Sans" pitchFamily="2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D1864E4-BE1D-22CA-D2D8-B34910AFFF4E}"/>
                </a:ext>
              </a:extLst>
            </p:cNvPr>
            <p:cNvSpPr txBox="1"/>
            <p:nvPr userDrawn="1"/>
          </p:nvSpPr>
          <p:spPr>
            <a:xfrm>
              <a:off x="-1192696" y="3697357"/>
              <a:ext cx="110470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pt-BR" sz="800" dirty="0" err="1">
                  <a:solidFill>
                    <a:schemeClr val="tx1">
                      <a:alpha val="60000"/>
                    </a:schemeClr>
                  </a:solidFill>
                  <a:latin typeface="Work Sans" pitchFamily="2" charset="0"/>
                </a:rPr>
                <a:t>Support</a:t>
              </a:r>
              <a:r>
                <a:rPr lang="pt-BR" sz="800" dirty="0">
                  <a:solidFill>
                    <a:schemeClr val="tx1">
                      <a:alpha val="60000"/>
                    </a:schemeClr>
                  </a:solidFill>
                  <a:latin typeface="Work Sans" pitchFamily="2" charset="0"/>
                </a:rPr>
                <a:t> </a:t>
              </a:r>
              <a:r>
                <a:rPr lang="pt-BR" sz="800" dirty="0" err="1">
                  <a:solidFill>
                    <a:schemeClr val="tx1">
                      <a:alpha val="60000"/>
                    </a:schemeClr>
                  </a:solidFill>
                  <a:latin typeface="Work Sans" pitchFamily="2" charset="0"/>
                </a:rPr>
                <a:t>Palette</a:t>
              </a:r>
              <a:endParaRPr lang="en-GB" sz="800" dirty="0">
                <a:solidFill>
                  <a:schemeClr val="tx1">
                    <a:alpha val="60000"/>
                  </a:schemeClr>
                </a:solidFill>
                <a:latin typeface="Work San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17140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7" r:id="rId1"/>
    <p:sldLayoutId id="2147483916" r:id="rId2"/>
    <p:sldLayoutId id="2147483933" r:id="rId3"/>
    <p:sldLayoutId id="2147483920" r:id="rId4"/>
    <p:sldLayoutId id="2147483923" r:id="rId5"/>
    <p:sldLayoutId id="2147483934" r:id="rId6"/>
    <p:sldLayoutId id="2147483927" r:id="rId7"/>
    <p:sldLayoutId id="2147483928" r:id="rId8"/>
    <p:sldLayoutId id="2147483932" r:id="rId9"/>
    <p:sldLayoutId id="2147483930" r:id="rId10"/>
    <p:sldLayoutId id="2147483931" r:id="rId11"/>
    <p:sldLayoutId id="2147483929" r:id="rId12"/>
    <p:sldLayoutId id="2147483921" r:id="rId13"/>
    <p:sldLayoutId id="2147483924" r:id="rId14"/>
    <p:sldLayoutId id="2147483935" r:id="rId15"/>
    <p:sldLayoutId id="2147483922" r:id="rId16"/>
    <p:sldLayoutId id="2147483926" r:id="rId17"/>
    <p:sldLayoutId id="2147483936" r:id="rId18"/>
  </p:sldLayoutIdLst>
  <p:hf hdr="0" ftr="0" dt="0"/>
  <p:txStyles>
    <p:titleStyle>
      <a:lvl1pPr algn="l" defTabSz="609585" rtl="0" eaLnBrk="1" latinLnBrk="0" hangingPunct="1">
        <a:lnSpc>
          <a:spcPct val="90000"/>
        </a:lnSpc>
        <a:spcBef>
          <a:spcPct val="0"/>
        </a:spcBef>
        <a:spcAft>
          <a:spcPts val="1200"/>
        </a:spcAft>
        <a:buNone/>
        <a:defRPr sz="3600" b="0" i="0" kern="0" spc="0" baseline="0">
          <a:solidFill>
            <a:srgbClr val="0C2340"/>
          </a:solidFill>
          <a:latin typeface="Work Sans Light" pitchFamily="2" charset="0"/>
          <a:ea typeface="+mj-ea"/>
          <a:cs typeface="+mj-cs"/>
        </a:defRPr>
      </a:lvl1pPr>
    </p:titleStyle>
    <p:bodyStyle>
      <a:lvl1pPr marL="0" indent="0" algn="l" defTabSz="609585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Tx/>
        <a:buNone/>
        <a:defRPr sz="1200" kern="1200" baseline="0">
          <a:solidFill>
            <a:srgbClr val="0C2340"/>
          </a:solidFill>
          <a:latin typeface="Work Sans" pitchFamily="2" charset="0"/>
          <a:ea typeface="+mn-ea"/>
          <a:cs typeface="+mn-cs"/>
        </a:defRPr>
      </a:lvl1pPr>
      <a:lvl2pPr marL="0" indent="0" algn="l" defTabSz="609585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+mj-lt"/>
        <a:buNone/>
        <a:defRPr sz="1200" kern="1200" baseline="0">
          <a:solidFill>
            <a:srgbClr val="0C2340"/>
          </a:solidFill>
          <a:latin typeface="Work Sans" pitchFamily="2" charset="0"/>
          <a:ea typeface="+mn-ea"/>
          <a:cs typeface="+mn-cs"/>
        </a:defRPr>
      </a:lvl2pPr>
      <a:lvl3pPr marL="587375" indent="-172800" algn="l" defTabSz="609585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+mj-lt"/>
        <a:buAutoNum type="arabicPeriod"/>
        <a:defRPr sz="1200" kern="1200" baseline="0">
          <a:solidFill>
            <a:srgbClr val="0C2340"/>
          </a:solidFill>
          <a:latin typeface="Work Sans" pitchFamily="2" charset="0"/>
          <a:ea typeface="+mn-ea"/>
          <a:cs typeface="+mn-cs"/>
        </a:defRPr>
      </a:lvl3pPr>
      <a:lvl4pPr marL="946150" indent="-172800" algn="l" defTabSz="609585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+mj-lt"/>
        <a:buAutoNum type="alphaUcPeriod"/>
        <a:defRPr sz="1200" kern="1200" baseline="0">
          <a:solidFill>
            <a:srgbClr val="0C2340"/>
          </a:solidFill>
          <a:latin typeface="Work Sans" pitchFamily="2" charset="0"/>
          <a:ea typeface="+mn-ea"/>
          <a:cs typeface="+mn-cs"/>
        </a:defRPr>
      </a:lvl4pPr>
      <a:lvl5pPr marL="1249363" indent="-173038" algn="l" defTabSz="609585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DA291C"/>
        </a:buClr>
        <a:buFont typeface="Wingdings" panose="05000000000000000000" pitchFamily="2" charset="2"/>
        <a:buChar char="§"/>
        <a:defRPr sz="1200" kern="1200" baseline="0">
          <a:solidFill>
            <a:srgbClr val="DA291C"/>
          </a:solidFill>
          <a:latin typeface="Work Sans" pitchFamily="2" charset="0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166">
          <p15:clr>
            <a:srgbClr val="F26B43"/>
          </p15:clr>
        </p15:guide>
        <p15:guide id="3" orient="horz" pos="187">
          <p15:clr>
            <a:srgbClr val="F26B43"/>
          </p15:clr>
        </p15:guide>
        <p15:guide id="4" pos="7514">
          <p15:clr>
            <a:srgbClr val="F26B43"/>
          </p15:clr>
        </p15:guide>
        <p15:guide id="5" orient="horz" pos="4020">
          <p15:clr>
            <a:srgbClr val="F26B43"/>
          </p15:clr>
        </p15:guide>
        <p15:guide id="6" orient="horz" pos="4201">
          <p15:clr>
            <a:srgbClr val="F26B43"/>
          </p15:clr>
        </p15:guide>
        <p15:guide id="7" orient="horz" pos="1003" userDrawn="1">
          <p15:clr>
            <a:srgbClr val="F26B43"/>
          </p15:clr>
        </p15:guide>
      </p15:sldGuideLst>
    </p:ext>
  </p:ext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egnaposto titolo 4">
            <a:extLst>
              <a:ext uri="{FF2B5EF4-FFF2-40B4-BE49-F238E27FC236}">
                <a16:creationId xmlns:a16="http://schemas.microsoft.com/office/drawing/2014/main" id="{AC375552-6018-BC72-44AD-218A46F73127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75099" y="307439"/>
            <a:ext cx="11655631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 dirty="0"/>
              <a:t>Title here</a:t>
            </a:r>
            <a:endParaRPr lang="en-GB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5B395E9-3F4D-E8F0-E58F-EAB38A8BF5CC}"/>
              </a:ext>
            </a:extLst>
          </p:cNvPr>
          <p:cNvGrpSpPr/>
          <p:nvPr userDrawn="1"/>
        </p:nvGrpSpPr>
        <p:grpSpPr>
          <a:xfrm>
            <a:off x="-1192696" y="55165"/>
            <a:ext cx="1104706" cy="6802835"/>
            <a:chOff x="-1192696" y="55165"/>
            <a:chExt cx="1104706" cy="6802835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4915A9A4-66A6-8AB9-B95B-52A7C21A5162}"/>
                </a:ext>
              </a:extLst>
            </p:cNvPr>
            <p:cNvGrpSpPr/>
            <p:nvPr userDrawn="1"/>
          </p:nvGrpSpPr>
          <p:grpSpPr>
            <a:xfrm>
              <a:off x="-1192696" y="283678"/>
              <a:ext cx="1104706" cy="3145322"/>
              <a:chOff x="-2141717" y="1398059"/>
              <a:chExt cx="1694244" cy="428448"/>
            </a:xfrm>
          </p:grpSpPr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2B3BFF10-E888-C5EA-7F5C-8210AB30EF59}"/>
                  </a:ext>
                </a:extLst>
              </p:cNvPr>
              <p:cNvSpPr/>
              <p:nvPr userDrawn="1"/>
            </p:nvSpPr>
            <p:spPr>
              <a:xfrm>
                <a:off x="-2141717" y="1398059"/>
                <a:ext cx="847123" cy="353792"/>
              </a:xfrm>
              <a:prstGeom prst="rect">
                <a:avLst/>
              </a:prstGeom>
              <a:solidFill>
                <a:srgbClr val="DA29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l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#DA291C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2E362A44-C08B-1E3D-2553-7B5F8BD136A2}"/>
                  </a:ext>
                </a:extLst>
              </p:cNvPr>
              <p:cNvSpPr/>
              <p:nvPr userDrawn="1"/>
            </p:nvSpPr>
            <p:spPr>
              <a:xfrm>
                <a:off x="-1294596" y="1398059"/>
                <a:ext cx="847123" cy="353792"/>
              </a:xfrm>
              <a:prstGeom prst="rect">
                <a:avLst/>
              </a:prstGeom>
              <a:solidFill>
                <a:srgbClr val="0C234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l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#0C2340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EB4F0E71-28AF-1136-E2C4-B59B29DDB23B}"/>
                  </a:ext>
                </a:extLst>
              </p:cNvPr>
              <p:cNvSpPr/>
              <p:nvPr userDrawn="1"/>
            </p:nvSpPr>
            <p:spPr>
              <a:xfrm>
                <a:off x="-2141717" y="1751851"/>
                <a:ext cx="1694244" cy="7465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l"/>
                <a:r>
                  <a:rPr lang="pt-BR" sz="800" dirty="0">
                    <a:solidFill>
                      <a:srgbClr val="0C2340"/>
                    </a:solidFill>
                    <a:latin typeface="Work Sans" pitchFamily="2" charset="0"/>
                  </a:rPr>
                  <a:t>#FFFFFF</a:t>
                </a:r>
                <a:endParaRPr lang="en-GB" sz="800" dirty="0">
                  <a:solidFill>
                    <a:srgbClr val="0C2340"/>
                  </a:solidFill>
                  <a:latin typeface="Work Sans" pitchFamily="2" charset="0"/>
                </a:endParaRP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AC795ECF-4B73-E52E-E72F-FDF33E1281B4}"/>
                </a:ext>
              </a:extLst>
            </p:cNvPr>
            <p:cNvGrpSpPr/>
            <p:nvPr userDrawn="1"/>
          </p:nvGrpSpPr>
          <p:grpSpPr>
            <a:xfrm>
              <a:off x="-1192696" y="3920372"/>
              <a:ext cx="1104706" cy="2937628"/>
              <a:chOff x="-1544321" y="1938472"/>
              <a:chExt cx="1426513" cy="3689646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CF11F777-477C-2BD3-01C6-A83825352004}"/>
                  </a:ext>
                </a:extLst>
              </p:cNvPr>
              <p:cNvSpPr/>
              <p:nvPr userDrawn="1"/>
            </p:nvSpPr>
            <p:spPr>
              <a:xfrm>
                <a:off x="-1544321" y="3168354"/>
                <a:ext cx="713257" cy="614941"/>
              </a:xfrm>
              <a:prstGeom prst="rect">
                <a:avLst/>
              </a:prstGeom>
              <a:solidFill>
                <a:srgbClr val="FC6A6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#FC6A62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26E58A12-3AD0-AD0D-F617-5A006C8A07C6}"/>
                  </a:ext>
                </a:extLst>
              </p:cNvPr>
              <p:cNvSpPr/>
              <p:nvPr userDrawn="1"/>
            </p:nvSpPr>
            <p:spPr>
              <a:xfrm>
                <a:off x="-831065" y="3168354"/>
                <a:ext cx="713257" cy="614941"/>
              </a:xfrm>
              <a:prstGeom prst="rect">
                <a:avLst/>
              </a:prstGeom>
              <a:solidFill>
                <a:srgbClr val="9DA7B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#9DA7B3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B27BF5B6-0DEA-7FA4-649A-C04067DB5D25}"/>
                  </a:ext>
                </a:extLst>
              </p:cNvPr>
              <p:cNvSpPr/>
              <p:nvPr userDrawn="1"/>
            </p:nvSpPr>
            <p:spPr>
              <a:xfrm>
                <a:off x="-1544321" y="3783295"/>
                <a:ext cx="713257" cy="614941"/>
              </a:xfrm>
              <a:prstGeom prst="rect">
                <a:avLst/>
              </a:prstGeom>
              <a:solidFill>
                <a:srgbClr val="ED423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#ED4239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365FF6F9-59B8-5BFE-37E7-914BC2CEF97E}"/>
                  </a:ext>
                </a:extLst>
              </p:cNvPr>
              <p:cNvSpPr/>
              <p:nvPr userDrawn="1"/>
            </p:nvSpPr>
            <p:spPr>
              <a:xfrm>
                <a:off x="-831065" y="3783295"/>
                <a:ext cx="713257" cy="614941"/>
              </a:xfrm>
              <a:prstGeom prst="rect">
                <a:avLst/>
              </a:prstGeom>
              <a:solidFill>
                <a:srgbClr val="7D8A9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#7D8A99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58ED1741-3367-CD60-D858-787F19F36ADB}"/>
                  </a:ext>
                </a:extLst>
              </p:cNvPr>
              <p:cNvSpPr/>
              <p:nvPr userDrawn="1"/>
            </p:nvSpPr>
            <p:spPr>
              <a:xfrm>
                <a:off x="-831065" y="4398236"/>
                <a:ext cx="713257" cy="614941"/>
              </a:xfrm>
              <a:prstGeom prst="rect">
                <a:avLst/>
              </a:prstGeom>
              <a:solidFill>
                <a:srgbClr val="54657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#546579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9710E9DF-8CDA-91F1-A841-648CDAD2168C}"/>
                  </a:ext>
                </a:extLst>
              </p:cNvPr>
              <p:cNvSpPr/>
              <p:nvPr userDrawn="1"/>
            </p:nvSpPr>
            <p:spPr>
              <a:xfrm>
                <a:off x="-1544321" y="4398237"/>
                <a:ext cx="713257" cy="614941"/>
              </a:xfrm>
              <a:prstGeom prst="rect">
                <a:avLst/>
              </a:prstGeom>
              <a:solidFill>
                <a:srgbClr val="96111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#961111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FA51645B-13AD-2A4E-646F-D701983D7E08}"/>
                  </a:ext>
                </a:extLst>
              </p:cNvPr>
              <p:cNvSpPr/>
              <p:nvPr userDrawn="1"/>
            </p:nvSpPr>
            <p:spPr>
              <a:xfrm>
                <a:off x="-831065" y="5013177"/>
                <a:ext cx="713257" cy="614941"/>
              </a:xfrm>
              <a:prstGeom prst="rect">
                <a:avLst/>
              </a:prstGeom>
              <a:solidFill>
                <a:srgbClr val="3542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#354259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8119CFE8-BEA9-990F-C2D9-ECEA8B6A4BFC}"/>
                  </a:ext>
                </a:extLst>
              </p:cNvPr>
              <p:cNvSpPr/>
              <p:nvPr userDrawn="1"/>
            </p:nvSpPr>
            <p:spPr>
              <a:xfrm>
                <a:off x="-1544321" y="5013177"/>
                <a:ext cx="713257" cy="614941"/>
              </a:xfrm>
              <a:prstGeom prst="rect">
                <a:avLst/>
              </a:prstGeom>
              <a:solidFill>
                <a:srgbClr val="3D040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chemeClr val="bg1"/>
                    </a:solidFill>
                    <a:latin typeface="Work Sans" pitchFamily="2" charset="0"/>
                  </a:rPr>
                  <a:t>#3D0404</a:t>
                </a:r>
                <a:endParaRPr lang="en-GB" sz="800" dirty="0">
                  <a:solidFill>
                    <a:schemeClr val="bg1"/>
                  </a:solidFill>
                  <a:latin typeface="Work Sans" pitchFamily="2" charset="0"/>
                </a:endParaRP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5468F1AA-C29D-893E-BDD2-EBEEDA058BD6}"/>
                  </a:ext>
                </a:extLst>
              </p:cNvPr>
              <p:cNvSpPr/>
              <p:nvPr userDrawn="1"/>
            </p:nvSpPr>
            <p:spPr>
              <a:xfrm>
                <a:off x="-1544321" y="1938472"/>
                <a:ext cx="713257" cy="614941"/>
              </a:xfrm>
              <a:prstGeom prst="rect">
                <a:avLst/>
              </a:prstGeom>
              <a:solidFill>
                <a:srgbClr val="FFE3E3"/>
              </a:solidFill>
              <a:ln w="127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rgbClr val="DA291C"/>
                    </a:solidFill>
                    <a:latin typeface="Work Sans" pitchFamily="2" charset="0"/>
                  </a:rPr>
                  <a:t>#FFE3E3</a:t>
                </a:r>
                <a:endParaRPr lang="en-GB" sz="800" dirty="0">
                  <a:solidFill>
                    <a:srgbClr val="DA291C"/>
                  </a:solidFill>
                  <a:latin typeface="Work Sans" pitchFamily="2" charset="0"/>
                </a:endParaRPr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C990E709-98C9-0B99-28CC-A63E2E2493B3}"/>
                  </a:ext>
                </a:extLst>
              </p:cNvPr>
              <p:cNvSpPr/>
              <p:nvPr userDrawn="1"/>
            </p:nvSpPr>
            <p:spPr>
              <a:xfrm>
                <a:off x="-831065" y="1938472"/>
                <a:ext cx="713257" cy="614941"/>
              </a:xfrm>
              <a:prstGeom prst="rect">
                <a:avLst/>
              </a:prstGeom>
              <a:solidFill>
                <a:srgbClr val="F1F2F3"/>
              </a:solidFill>
              <a:ln w="127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rgbClr val="0C2340"/>
                    </a:solidFill>
                    <a:latin typeface="Work Sans" pitchFamily="2" charset="0"/>
                  </a:rPr>
                  <a:t>#F1F2F3</a:t>
                </a:r>
                <a:endParaRPr lang="en-GB" sz="800" dirty="0">
                  <a:solidFill>
                    <a:srgbClr val="0C2340"/>
                  </a:solidFill>
                  <a:latin typeface="Work Sans" pitchFamily="2" charset="0"/>
                </a:endParaRPr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89461C3E-11EA-B747-9558-15CE2A753143}"/>
                  </a:ext>
                </a:extLst>
              </p:cNvPr>
              <p:cNvSpPr/>
              <p:nvPr userDrawn="1"/>
            </p:nvSpPr>
            <p:spPr>
              <a:xfrm>
                <a:off x="-1544321" y="2553413"/>
                <a:ext cx="713257" cy="614941"/>
              </a:xfrm>
              <a:prstGeom prst="rect">
                <a:avLst/>
              </a:prstGeom>
              <a:solidFill>
                <a:srgbClr val="FCB7B3"/>
              </a:solidFill>
              <a:ln w="127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rgbClr val="DA291C"/>
                    </a:solidFill>
                    <a:latin typeface="Work Sans" pitchFamily="2" charset="0"/>
                  </a:rPr>
                  <a:t>#FCB7B3</a:t>
                </a:r>
                <a:endParaRPr lang="en-GB" sz="800" dirty="0">
                  <a:solidFill>
                    <a:srgbClr val="DA291C"/>
                  </a:solidFill>
                  <a:latin typeface="Work Sans" pitchFamily="2" charset="0"/>
                </a:endParaRPr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2AABB1C9-2CA5-D76C-4626-B9E30A2F2011}"/>
                  </a:ext>
                </a:extLst>
              </p:cNvPr>
              <p:cNvSpPr/>
              <p:nvPr userDrawn="1"/>
            </p:nvSpPr>
            <p:spPr>
              <a:xfrm>
                <a:off x="-831065" y="2553413"/>
                <a:ext cx="713257" cy="614941"/>
              </a:xfrm>
              <a:prstGeom prst="rect">
                <a:avLst/>
              </a:prstGeom>
              <a:solidFill>
                <a:srgbClr val="DADEE2"/>
              </a:solidFill>
              <a:ln w="127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000" tIns="0" rIns="0" bIns="36000" rtlCol="0" anchor="b"/>
              <a:lstStyle/>
              <a:p>
                <a:pPr algn="ctr"/>
                <a:r>
                  <a:rPr lang="pt-BR" sz="800" dirty="0">
                    <a:solidFill>
                      <a:srgbClr val="0C2340"/>
                    </a:solidFill>
                    <a:latin typeface="Work Sans" pitchFamily="2" charset="0"/>
                  </a:rPr>
                  <a:t>#DADEE2</a:t>
                </a:r>
                <a:endParaRPr lang="en-GB" sz="800" dirty="0">
                  <a:solidFill>
                    <a:srgbClr val="0C2340"/>
                  </a:solidFill>
                  <a:latin typeface="Work Sans" pitchFamily="2" charset="0"/>
                </a:endParaRPr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CA59180-B61E-FF17-57FB-77806FFF399F}"/>
                </a:ext>
              </a:extLst>
            </p:cNvPr>
            <p:cNvSpPr txBox="1"/>
            <p:nvPr userDrawn="1"/>
          </p:nvSpPr>
          <p:spPr>
            <a:xfrm>
              <a:off x="-1192696" y="55165"/>
              <a:ext cx="110470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pt-BR" sz="800" dirty="0">
                  <a:solidFill>
                    <a:schemeClr val="tx1">
                      <a:alpha val="60000"/>
                    </a:schemeClr>
                  </a:solidFill>
                  <a:latin typeface="Work Sans" pitchFamily="2" charset="0"/>
                </a:rPr>
                <a:t>Primary </a:t>
              </a:r>
              <a:r>
                <a:rPr lang="pt-BR" sz="800" dirty="0" err="1">
                  <a:solidFill>
                    <a:schemeClr val="tx1">
                      <a:alpha val="60000"/>
                    </a:schemeClr>
                  </a:solidFill>
                  <a:latin typeface="Work Sans" pitchFamily="2" charset="0"/>
                </a:rPr>
                <a:t>Colors</a:t>
              </a:r>
              <a:endParaRPr lang="en-GB" sz="800" dirty="0">
                <a:solidFill>
                  <a:schemeClr val="tx1">
                    <a:alpha val="60000"/>
                  </a:schemeClr>
                </a:solidFill>
                <a:latin typeface="Work Sans" pitchFamily="2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4ED9E2C-8B91-F2F8-D8B9-BE362B2BFE02}"/>
                </a:ext>
              </a:extLst>
            </p:cNvPr>
            <p:cNvSpPr txBox="1"/>
            <p:nvPr userDrawn="1"/>
          </p:nvSpPr>
          <p:spPr>
            <a:xfrm>
              <a:off x="-1192696" y="3697357"/>
              <a:ext cx="110470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pt-BR" sz="800" dirty="0" err="1">
                  <a:solidFill>
                    <a:schemeClr val="tx1">
                      <a:alpha val="60000"/>
                    </a:schemeClr>
                  </a:solidFill>
                  <a:latin typeface="Work Sans" pitchFamily="2" charset="0"/>
                </a:rPr>
                <a:t>Support</a:t>
              </a:r>
              <a:r>
                <a:rPr lang="pt-BR" sz="800" dirty="0">
                  <a:solidFill>
                    <a:schemeClr val="tx1">
                      <a:alpha val="60000"/>
                    </a:schemeClr>
                  </a:solidFill>
                  <a:latin typeface="Work Sans" pitchFamily="2" charset="0"/>
                </a:rPr>
                <a:t> </a:t>
              </a:r>
              <a:r>
                <a:rPr lang="pt-BR" sz="800" dirty="0" err="1">
                  <a:solidFill>
                    <a:schemeClr val="tx1">
                      <a:alpha val="60000"/>
                    </a:schemeClr>
                  </a:solidFill>
                  <a:latin typeface="Work Sans" pitchFamily="2" charset="0"/>
                </a:rPr>
                <a:t>Palette</a:t>
              </a:r>
              <a:endParaRPr lang="en-GB" sz="800" dirty="0">
                <a:solidFill>
                  <a:schemeClr val="tx1">
                    <a:alpha val="60000"/>
                  </a:schemeClr>
                </a:solidFill>
                <a:latin typeface="Work Sans" pitchFamily="2" charset="0"/>
              </a:endParaRPr>
            </a:p>
          </p:txBody>
        </p:sp>
      </p:grp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E85FA2E8-5568-7C1D-6D08-7975D9B360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5099" y="934720"/>
            <a:ext cx="11655631" cy="544703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55151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6" r:id="rId2"/>
    <p:sldLayoutId id="2147483797" r:id="rId3"/>
    <p:sldLayoutId id="2147483798" r:id="rId4"/>
  </p:sldLayoutIdLst>
  <p:hf hdr="0" ftr="0" dt="0"/>
  <p:txStyles>
    <p:titleStyle>
      <a:lvl1pPr algn="l" defTabSz="609585" rtl="0" eaLnBrk="1" latinLnBrk="0" hangingPunct="1">
        <a:lnSpc>
          <a:spcPct val="90000"/>
        </a:lnSpc>
        <a:spcBef>
          <a:spcPct val="0"/>
        </a:spcBef>
        <a:spcAft>
          <a:spcPts val="1200"/>
        </a:spcAft>
        <a:buNone/>
        <a:defRPr sz="3600" b="0" i="0" kern="0" spc="0" baseline="0">
          <a:solidFill>
            <a:srgbClr val="0C2340"/>
          </a:solidFill>
          <a:latin typeface="Work Sans Light" pitchFamily="2" charset="0"/>
          <a:ea typeface="+mj-ea"/>
          <a:cs typeface="+mj-cs"/>
        </a:defRPr>
      </a:lvl1pPr>
    </p:titleStyle>
    <p:bodyStyle>
      <a:lvl1pPr marL="0" indent="0" algn="l" defTabSz="609585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Tx/>
        <a:buNone/>
        <a:defRPr sz="1200" kern="1200" baseline="0">
          <a:solidFill>
            <a:srgbClr val="0C2340"/>
          </a:solidFill>
          <a:latin typeface="Work Sans" pitchFamily="2" charset="0"/>
          <a:ea typeface="+mn-ea"/>
          <a:cs typeface="+mn-cs"/>
        </a:defRPr>
      </a:lvl1pPr>
      <a:lvl2pPr marL="0" indent="0" algn="l" defTabSz="609585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+mj-lt"/>
        <a:buNone/>
        <a:defRPr sz="1200" kern="1200" baseline="0">
          <a:solidFill>
            <a:srgbClr val="0C2340"/>
          </a:solidFill>
          <a:latin typeface="Work Sans" pitchFamily="2" charset="0"/>
          <a:ea typeface="+mn-ea"/>
          <a:cs typeface="+mn-cs"/>
        </a:defRPr>
      </a:lvl2pPr>
      <a:lvl3pPr marL="587375" indent="-172800" algn="l" defTabSz="609585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+mj-lt"/>
        <a:buAutoNum type="arabicPeriod"/>
        <a:defRPr sz="1200" kern="1200" baseline="0">
          <a:solidFill>
            <a:srgbClr val="0C2340"/>
          </a:solidFill>
          <a:latin typeface="Work Sans" pitchFamily="2" charset="0"/>
          <a:ea typeface="+mn-ea"/>
          <a:cs typeface="+mn-cs"/>
        </a:defRPr>
      </a:lvl3pPr>
      <a:lvl4pPr marL="946150" indent="-172800" algn="l" defTabSz="609585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+mj-lt"/>
        <a:buAutoNum type="alphaUcPeriod"/>
        <a:defRPr sz="1200" kern="1200" baseline="0">
          <a:solidFill>
            <a:srgbClr val="0C2340"/>
          </a:solidFill>
          <a:latin typeface="Work Sans" pitchFamily="2" charset="0"/>
          <a:ea typeface="+mn-ea"/>
          <a:cs typeface="+mn-cs"/>
        </a:defRPr>
      </a:lvl4pPr>
      <a:lvl5pPr marL="1249363" indent="-173038" algn="l" defTabSz="609585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DA291C"/>
        </a:buClr>
        <a:buFont typeface="Wingdings" panose="05000000000000000000" pitchFamily="2" charset="2"/>
        <a:buChar char="§"/>
        <a:defRPr sz="1200" kern="1200" baseline="0">
          <a:solidFill>
            <a:srgbClr val="0C2340"/>
          </a:solidFill>
          <a:latin typeface="Work Sans" pitchFamily="2" charset="0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166">
          <p15:clr>
            <a:srgbClr val="F26B43"/>
          </p15:clr>
        </p15:guide>
        <p15:guide id="3" orient="horz" pos="187">
          <p15:clr>
            <a:srgbClr val="F26B43"/>
          </p15:clr>
        </p15:guide>
        <p15:guide id="4" pos="7514">
          <p15:clr>
            <a:srgbClr val="F26B43"/>
          </p15:clr>
        </p15:guide>
        <p15:guide id="5" orient="horz" pos="4020">
          <p15:clr>
            <a:srgbClr val="F26B43"/>
          </p15:clr>
        </p15:guide>
        <p15:guide id="6" orient="horz" pos="420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051998-13B0-4811-DCA1-3446E4EA1A3A}"/>
              </a:ext>
            </a:extLst>
          </p:cNvPr>
          <p:cNvSpPr txBox="1">
            <a:spLocks/>
          </p:cNvSpPr>
          <p:nvPr/>
        </p:nvSpPr>
        <p:spPr>
          <a:xfrm>
            <a:off x="228208" y="613997"/>
            <a:ext cx="5435991" cy="215057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09585" rtl="0" eaLnBrk="1" latinLnBrk="0" hangingPunct="1">
              <a:lnSpc>
                <a:spcPts val="2400"/>
              </a:lnSpc>
              <a:spcBef>
                <a:spcPct val="0"/>
              </a:spcBef>
              <a:buNone/>
              <a:defRPr sz="2133" b="1" i="0" kern="0" spc="0" baseline="0">
                <a:solidFill>
                  <a:schemeClr val="accent1"/>
                </a:solidFill>
                <a:latin typeface="FS Elliot Pro" panose="02000503040000020004" pitchFamily="50" charset="0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</a:pPr>
            <a:r>
              <a:rPr lang="pt-BR" sz="7200" b="0" dirty="0">
                <a:solidFill>
                  <a:srgbClr val="0C2340"/>
                </a:solidFill>
                <a:latin typeface="Work Sans Thin" pitchFamily="2" charset="0"/>
              </a:rPr>
              <a:t>Lorem ipsum sit amet sit lorem</a:t>
            </a:r>
          </a:p>
        </p:txBody>
      </p:sp>
      <p:sp>
        <p:nvSpPr>
          <p:cNvPr id="5" name="TextBox 59">
            <a:extLst>
              <a:ext uri="{FF2B5EF4-FFF2-40B4-BE49-F238E27FC236}">
                <a16:creationId xmlns:a16="http://schemas.microsoft.com/office/drawing/2014/main" id="{5EFC3135-1FE2-87AB-3817-478D02D01F57}"/>
              </a:ext>
            </a:extLst>
          </p:cNvPr>
          <p:cNvSpPr txBox="1"/>
          <p:nvPr/>
        </p:nvSpPr>
        <p:spPr>
          <a:xfrm>
            <a:off x="6167437" y="3159889"/>
            <a:ext cx="5400675" cy="3221861"/>
          </a:xfrm>
          <a:prstGeom prst="rect">
            <a:avLst/>
          </a:prstGeom>
        </p:spPr>
        <p:txBody>
          <a:bodyPr wrap="square" lIns="0" tIns="0" rIns="0" bIns="0" numCol="1" spcCol="540000" rtlCol="0" anchor="b">
            <a:noAutofit/>
          </a:bodyPr>
          <a:lstStyle/>
          <a:p>
            <a:pPr defTabSz="609630">
              <a:lnSpc>
                <a:spcPct val="120000"/>
              </a:lnSpc>
              <a:spcAft>
                <a:spcPts val="1200"/>
              </a:spcAft>
            </a:pP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Lorem ipsum dolor sit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amet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,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consectetur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adipiscing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elit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, sed do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eiusmod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tempor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incididunt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ut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labore et dolore magna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aliqua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. Ut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enim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ad minim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veniam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,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quis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nostrud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exercitationLorem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ipsum dolor sit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amet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,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consectetur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adipiscing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elit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, sed do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eiusmod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tempor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incididunt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ut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labore et dolore magna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aliqua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. Ut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enim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ad minim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veniam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,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quis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nostrud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exercitation.</a:t>
            </a:r>
          </a:p>
          <a:p>
            <a:pPr defTabSz="609630">
              <a:lnSpc>
                <a:spcPct val="120000"/>
              </a:lnSpc>
              <a:spcAft>
                <a:spcPts val="1200"/>
              </a:spcAft>
            </a:pP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Lorem ipsum dolor sit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amet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,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consectetur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adipiscing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elit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, sed do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eiusmod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tempor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incididunt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ut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labore et dolore magna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aliqua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. Ut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enim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ad minim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veniam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,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quis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nostrud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exercitationLorem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ipsum dolor sit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amet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,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consectetur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adipiscing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elit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, sed do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eiusmod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tempor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incididunt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ut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labore et dolore magna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aliqua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. Ut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enim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ad minim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veniam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,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quis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nostrud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exercitation.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2EC94772-3EC8-8237-E399-7429DD3F2145}"/>
              </a:ext>
            </a:extLst>
          </p:cNvPr>
          <p:cNvSpPr txBox="1"/>
          <p:nvPr/>
        </p:nvSpPr>
        <p:spPr>
          <a:xfrm>
            <a:off x="257175" y="235177"/>
            <a:ext cx="2039291" cy="201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0"/>
              </a:lnSpc>
            </a:pPr>
            <a:r>
              <a:rPr lang="en-US" sz="1200" b="1" dirty="0">
                <a:solidFill>
                  <a:srgbClr val="DA291C"/>
                </a:solidFill>
                <a:latin typeface="Work Sans SemiBold" pitchFamily="2" charset="0"/>
              </a:rPr>
              <a:t>LOREM IPSUM</a:t>
            </a:r>
          </a:p>
        </p:txBody>
      </p:sp>
    </p:spTree>
    <p:extLst>
      <p:ext uri="{BB962C8B-B14F-4D97-AF65-F5344CB8AC3E}">
        <p14:creationId xmlns:p14="http://schemas.microsoft.com/office/powerpoint/2010/main" val="139602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051998-13B0-4811-DCA1-3446E4EA1A3A}"/>
              </a:ext>
            </a:extLst>
          </p:cNvPr>
          <p:cNvSpPr txBox="1">
            <a:spLocks/>
          </p:cNvSpPr>
          <p:nvPr/>
        </p:nvSpPr>
        <p:spPr>
          <a:xfrm>
            <a:off x="228209" y="613997"/>
            <a:ext cx="2519754" cy="215057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09585" rtl="0" eaLnBrk="1" latinLnBrk="0" hangingPunct="1">
              <a:lnSpc>
                <a:spcPts val="2400"/>
              </a:lnSpc>
              <a:spcBef>
                <a:spcPct val="0"/>
              </a:spcBef>
              <a:buNone/>
              <a:defRPr sz="2133" b="1" i="0" kern="0" spc="0" baseline="0">
                <a:solidFill>
                  <a:schemeClr val="accent1"/>
                </a:solidFill>
                <a:latin typeface="FS Elliot Pro" panose="02000503040000020004" pitchFamily="50" charset="0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</a:pPr>
            <a:r>
              <a:rPr lang="pt-BR" sz="4400" b="0" dirty="0">
                <a:solidFill>
                  <a:srgbClr val="0C2340"/>
                </a:solidFill>
                <a:latin typeface="Work Sans Light" pitchFamily="2" charset="0"/>
              </a:rPr>
              <a:t>Lorem ipsum sit amet sit lorem</a:t>
            </a:r>
          </a:p>
        </p:txBody>
      </p:sp>
      <p:sp>
        <p:nvSpPr>
          <p:cNvPr id="5" name="TextBox 59">
            <a:extLst>
              <a:ext uri="{FF2B5EF4-FFF2-40B4-BE49-F238E27FC236}">
                <a16:creationId xmlns:a16="http://schemas.microsoft.com/office/drawing/2014/main" id="{5EFC3135-1FE2-87AB-3817-478D02D01F57}"/>
              </a:ext>
            </a:extLst>
          </p:cNvPr>
          <p:cNvSpPr txBox="1"/>
          <p:nvPr/>
        </p:nvSpPr>
        <p:spPr>
          <a:xfrm>
            <a:off x="3251199" y="3159889"/>
            <a:ext cx="8316914" cy="3221861"/>
          </a:xfrm>
          <a:prstGeom prst="rect">
            <a:avLst/>
          </a:prstGeom>
        </p:spPr>
        <p:txBody>
          <a:bodyPr wrap="square" lIns="0" tIns="0" rIns="0" bIns="0" numCol="3" spcCol="540000" rtlCol="0" anchor="b">
            <a:noAutofit/>
          </a:bodyPr>
          <a:lstStyle/>
          <a:p>
            <a:pPr defTabSz="609630">
              <a:lnSpc>
                <a:spcPct val="120000"/>
              </a:lnSpc>
              <a:spcAft>
                <a:spcPts val="1200"/>
              </a:spcAft>
            </a:pP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Lorem ipsum dolor sit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amet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,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consectetur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adipiscing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elit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, sed do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eiusmod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tempor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incididunt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ut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labore et dolore magna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aliqua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. Ut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enim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ad minim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veniam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,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quis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nostrud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exercitation Lorem ipsum dolor sit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amet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,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consectetur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adipiscing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elit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, sed do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eiusmod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tempor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incididunt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ut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labore et dolore magna: Lorem ipsum dolor sit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amet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,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consectetur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adipiscing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elit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, sed do </a:t>
            </a:r>
            <a:r>
              <a:rPr lang="en-US" sz="1200" b="1" err="1">
                <a:solidFill>
                  <a:srgbClr val="0C2340"/>
                </a:solidFill>
                <a:latin typeface="Work Sans" pitchFamily="2" charset="0"/>
              </a:rPr>
              <a:t>eiusmod</a:t>
            </a:r>
            <a:r>
              <a:rPr lang="en-US" sz="1200" b="1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b="1" err="1">
                <a:solidFill>
                  <a:srgbClr val="0C2340"/>
                </a:solidFill>
                <a:latin typeface="Work Sans" pitchFamily="2" charset="0"/>
              </a:rPr>
              <a:t>tempor</a:t>
            </a:r>
            <a:r>
              <a:rPr lang="en-US" sz="1200" b="1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b="1" err="1">
                <a:solidFill>
                  <a:srgbClr val="0C2340"/>
                </a:solidFill>
                <a:latin typeface="Work Sans" pitchFamily="2" charset="0"/>
              </a:rPr>
              <a:t>incididunt</a:t>
            </a:r>
            <a:r>
              <a:rPr lang="en-US" sz="1200" b="1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ut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labore et dolore magna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aliqua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. Ut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enim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ad minim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veniam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,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quis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nostrud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exercitation Lorem ipsum dolor sit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amet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,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consectetur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adipiscing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elit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, sed do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eiusmod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tempor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incididunt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ut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labore et dolore magna:</a:t>
            </a:r>
          </a:p>
          <a:p>
            <a:pPr defTabSz="609630">
              <a:lnSpc>
                <a:spcPct val="120000"/>
              </a:lnSpc>
              <a:spcAft>
                <a:spcPts val="1200"/>
              </a:spcAft>
            </a:pP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Lorem ipsum dolor sit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amet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,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consectetur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adipiscing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elit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, sed do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eiusmod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tempor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incididunt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ut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labore et dolore magna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aliqua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. Ut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enim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ad minim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veniam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,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quis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nostrud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exercitationLorem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ipsum dolor sit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amet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,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consectetur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adipiscing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elit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, sed do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eiusmod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tempor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incididunt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ut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labore et dolore magna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aliqua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. Ut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enim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ad minim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veniam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,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quis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nostrud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exercitation.</a:t>
            </a:r>
          </a:p>
          <a:p>
            <a:pPr defTabSz="609630">
              <a:lnSpc>
                <a:spcPct val="120000"/>
              </a:lnSpc>
              <a:spcAft>
                <a:spcPts val="1200"/>
              </a:spcAft>
            </a:pP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Lorem ipsum dolor sit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amet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,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consectetur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adipiscing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elit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, sed do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eiusmod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tempor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incididunt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ut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labore et dolore magna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aliqua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. Ut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enim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ad minim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veniam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,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quis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nostrud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exercitationLorem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ipsum dolor sit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amet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.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2EC94772-3EC8-8237-E399-7429DD3F2145}"/>
              </a:ext>
            </a:extLst>
          </p:cNvPr>
          <p:cNvSpPr txBox="1"/>
          <p:nvPr/>
        </p:nvSpPr>
        <p:spPr>
          <a:xfrm>
            <a:off x="257175" y="235177"/>
            <a:ext cx="2039291" cy="201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0"/>
              </a:lnSpc>
            </a:pPr>
            <a:r>
              <a:rPr lang="en-US" sz="1200" b="1" dirty="0">
                <a:solidFill>
                  <a:srgbClr val="DA291C"/>
                </a:solidFill>
                <a:latin typeface="Work Sans SemiBold" pitchFamily="2" charset="0"/>
              </a:rPr>
              <a:t>LOREM IPSUM</a:t>
            </a:r>
          </a:p>
        </p:txBody>
      </p:sp>
    </p:spTree>
    <p:extLst>
      <p:ext uri="{BB962C8B-B14F-4D97-AF65-F5344CB8AC3E}">
        <p14:creationId xmlns:p14="http://schemas.microsoft.com/office/powerpoint/2010/main" val="516998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9">
            <a:extLst>
              <a:ext uri="{FF2B5EF4-FFF2-40B4-BE49-F238E27FC236}">
                <a16:creationId xmlns:a16="http://schemas.microsoft.com/office/drawing/2014/main" id="{904B0775-B63B-44E7-BB2C-ABC119F2C369}"/>
              </a:ext>
            </a:extLst>
          </p:cNvPr>
          <p:cNvSpPr txBox="1"/>
          <p:nvPr/>
        </p:nvSpPr>
        <p:spPr>
          <a:xfrm>
            <a:off x="257175" y="3168899"/>
            <a:ext cx="5407026" cy="3239092"/>
          </a:xfrm>
          <a:prstGeom prst="rect">
            <a:avLst/>
          </a:prstGeom>
        </p:spPr>
        <p:txBody>
          <a:bodyPr wrap="square" lIns="0" tIns="0" rIns="0" bIns="0" rtlCol="0" anchor="b">
            <a:spAutoFit/>
          </a:bodyPr>
          <a:lstStyle/>
          <a:p>
            <a:pPr defTabSz="609630">
              <a:lnSpc>
                <a:spcPct val="120000"/>
              </a:lnSpc>
              <a:spcAft>
                <a:spcPts val="1200"/>
              </a:spcAft>
            </a:pP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Lorem ipsum dolor sit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amet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,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consectetur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adipiscing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elit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, sed do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eiusmod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tempor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incididunt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ut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 labore et dolore magna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aliqua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. Ut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enim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 ad minim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veniam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,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quis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nostrud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 exercitation Lorem ipsum dolor sit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amet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,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consectetur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adipiscing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elit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, sed do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eiusmod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tempor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incididunt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ut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 labore et dolore magna: Lorem ipsum dolor sit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amet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,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consectetur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adipiscing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elit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, sed do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eiusmod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tempor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incididunt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ut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 labore et dolore magna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aliqua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. Ut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enim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 ad minim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veniam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,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quis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nostrud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 exercitation Lorem ipsum dolor sit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amet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,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consectetur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adipiscing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elit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, sed do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eiusmod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tempor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incididunt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ut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 labore et dolore magna.</a:t>
            </a:r>
          </a:p>
          <a:p>
            <a:pPr defTabSz="609630">
              <a:lnSpc>
                <a:spcPct val="120000"/>
              </a:lnSpc>
              <a:spcAft>
                <a:spcPts val="1200"/>
              </a:spcAft>
            </a:pP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Lorem ipsum dolor sit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amet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,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consectetur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adipiscing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elit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, sed do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eiusmod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tempor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incididunt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ut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 labore et dolore magna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aliqua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. Ut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enim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 ad minim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veniam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,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quis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nostrud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 exercitation Lorem ipsum dolor sit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amet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,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consectetur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adipiscing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elit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, sed do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eiusmod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tempor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incididunt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dirty="0" err="1">
                <a:solidFill>
                  <a:srgbClr val="0C2340"/>
                </a:solidFill>
                <a:latin typeface="Work Sans" pitchFamily="2" charset="0"/>
              </a:rPr>
              <a:t>ut</a:t>
            </a:r>
            <a:r>
              <a:rPr lang="en-US" sz="1200" dirty="0">
                <a:solidFill>
                  <a:srgbClr val="0C2340"/>
                </a:solidFill>
                <a:latin typeface="Work Sans" pitchFamily="2" charset="0"/>
              </a:rPr>
              <a:t> labore et dolore magna.</a:t>
            </a:r>
          </a:p>
        </p:txBody>
      </p:sp>
      <p:sp>
        <p:nvSpPr>
          <p:cNvPr id="12" name="Retângulo 19">
            <a:extLst>
              <a:ext uri="{FF2B5EF4-FFF2-40B4-BE49-F238E27FC236}">
                <a16:creationId xmlns:a16="http://schemas.microsoft.com/office/drawing/2014/main" id="{F36D62A6-1BA4-407A-E79D-0A745A02E443}"/>
              </a:ext>
            </a:extLst>
          </p:cNvPr>
          <p:cNvSpPr/>
          <p:nvPr/>
        </p:nvSpPr>
        <p:spPr>
          <a:xfrm>
            <a:off x="6167438" y="2766041"/>
            <a:ext cx="258735" cy="240599"/>
          </a:xfrm>
          <a:prstGeom prst="rect">
            <a:avLst/>
          </a:prstGeom>
          <a:solidFill>
            <a:srgbClr val="DA291C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>
              <a:solidFill>
                <a:srgbClr val="0C2340"/>
              </a:solidFill>
              <a:latin typeface="Work Sans SemiBold" pitchFamily="2" charset="0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417EDAFE-855B-7430-C020-11EC54ADBB10}"/>
              </a:ext>
            </a:extLst>
          </p:cNvPr>
          <p:cNvSpPr txBox="1"/>
          <p:nvPr/>
        </p:nvSpPr>
        <p:spPr>
          <a:xfrm>
            <a:off x="6238698" y="2757762"/>
            <a:ext cx="117546" cy="188610"/>
          </a:xfrm>
          <a:prstGeom prst="rect">
            <a:avLst/>
          </a:prstGeom>
          <a:noFill/>
        </p:spPr>
        <p:txBody>
          <a:bodyPr wrap="square" lIns="0" tIns="36576" rIns="0" bIns="0" rtlCol="0" anchor="t">
            <a:noAutofit/>
          </a:bodyPr>
          <a:lstStyle/>
          <a:p>
            <a:pPr>
              <a:spcBef>
                <a:spcPts val="600"/>
              </a:spcBef>
              <a:buClr>
                <a:schemeClr val="accent6">
                  <a:lumMod val="50000"/>
                </a:schemeClr>
              </a:buClr>
              <a:buSzPct val="90000"/>
            </a:pPr>
            <a:r>
              <a:rPr lang="en-US" sz="1200">
                <a:solidFill>
                  <a:schemeClr val="bg1"/>
                </a:solidFill>
                <a:latin typeface="Work Sans SemiBold" pitchFamily="2" charset="0"/>
              </a:rPr>
              <a:t>1</a:t>
            </a: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996E338E-7F5D-17EF-334A-2A3CB9BA44E4}"/>
              </a:ext>
            </a:extLst>
          </p:cNvPr>
          <p:cNvSpPr txBox="1"/>
          <p:nvPr/>
        </p:nvSpPr>
        <p:spPr>
          <a:xfrm>
            <a:off x="6170335" y="3048424"/>
            <a:ext cx="2410103" cy="368804"/>
          </a:xfrm>
          <a:prstGeom prst="rect">
            <a:avLst/>
          </a:prstGeom>
          <a:noFill/>
        </p:spPr>
        <p:txBody>
          <a:bodyPr wrap="square" lIns="0" tIns="36576" rIns="0" bIns="0" rtlCol="0" anchor="t">
            <a:noAutofit/>
          </a:bodyPr>
          <a:lstStyle/>
          <a:p>
            <a:pPr>
              <a:spcBef>
                <a:spcPts val="600"/>
              </a:spcBef>
              <a:buClr>
                <a:schemeClr val="accent6">
                  <a:lumMod val="50000"/>
                </a:schemeClr>
              </a:buClr>
              <a:buSzPct val="90000"/>
            </a:pPr>
            <a:r>
              <a:rPr lang="en-US" sz="1000">
                <a:solidFill>
                  <a:srgbClr val="0C2340"/>
                </a:solidFill>
                <a:latin typeface="Work Sans SemiBold" pitchFamily="2" charset="0"/>
              </a:rPr>
              <a:t>Lorem Ipsum</a:t>
            </a:r>
            <a:endParaRPr lang="en-US" sz="1000" i="1">
              <a:solidFill>
                <a:srgbClr val="0C2340"/>
              </a:solidFill>
              <a:latin typeface="Work Sans SemiBold" pitchFamily="2" charset="0"/>
            </a:endParaRP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73F22E6B-9925-7BB0-0A7A-6B517C86636F}"/>
              </a:ext>
            </a:extLst>
          </p:cNvPr>
          <p:cNvSpPr txBox="1"/>
          <p:nvPr/>
        </p:nvSpPr>
        <p:spPr>
          <a:xfrm>
            <a:off x="6168492" y="3228577"/>
            <a:ext cx="2411945" cy="584711"/>
          </a:xfrm>
          <a:prstGeom prst="rect">
            <a:avLst/>
          </a:prstGeom>
          <a:noFill/>
        </p:spPr>
        <p:txBody>
          <a:bodyPr wrap="square" lIns="0" tIns="36576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buClr>
                <a:schemeClr val="accent6">
                  <a:lumMod val="50000"/>
                </a:schemeClr>
              </a:buClr>
              <a:buSzPct val="90000"/>
            </a:pPr>
            <a:r>
              <a:rPr lang="en-US" sz="1000">
                <a:solidFill>
                  <a:srgbClr val="0C2340"/>
                </a:solidFill>
                <a:latin typeface="Work Sans" pitchFamily="2" charset="0"/>
              </a:rPr>
              <a:t>Lorem ipsum dolor sit </a:t>
            </a:r>
            <a:r>
              <a:rPr lang="en-US" sz="1000" err="1">
                <a:solidFill>
                  <a:srgbClr val="0C2340"/>
                </a:solidFill>
                <a:latin typeface="Work Sans" pitchFamily="2" charset="0"/>
              </a:rPr>
              <a:t>amet</a:t>
            </a:r>
            <a:r>
              <a:rPr lang="en-US" sz="1000">
                <a:solidFill>
                  <a:srgbClr val="0C2340"/>
                </a:solidFill>
                <a:latin typeface="Work Sans" pitchFamily="2" charset="0"/>
              </a:rPr>
              <a:t>, </a:t>
            </a:r>
            <a:r>
              <a:rPr lang="en-US" sz="1000" err="1">
                <a:solidFill>
                  <a:srgbClr val="0C2340"/>
                </a:solidFill>
                <a:latin typeface="Work Sans" pitchFamily="2" charset="0"/>
              </a:rPr>
              <a:t>consectetur</a:t>
            </a:r>
            <a:r>
              <a:rPr lang="en-US" sz="10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000" err="1">
                <a:solidFill>
                  <a:srgbClr val="0C2340"/>
                </a:solidFill>
                <a:latin typeface="Work Sans" pitchFamily="2" charset="0"/>
              </a:rPr>
              <a:t>adipiscing</a:t>
            </a:r>
            <a:r>
              <a:rPr lang="en-US" sz="10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000" err="1">
                <a:solidFill>
                  <a:srgbClr val="0C2340"/>
                </a:solidFill>
                <a:latin typeface="Work Sans" pitchFamily="2" charset="0"/>
              </a:rPr>
              <a:t>elit</a:t>
            </a:r>
            <a:r>
              <a:rPr lang="en-US" sz="1000">
                <a:solidFill>
                  <a:srgbClr val="0C2340"/>
                </a:solidFill>
                <a:latin typeface="Work Sans" pitchFamily="2" charset="0"/>
              </a:rPr>
              <a:t>, sed do </a:t>
            </a:r>
            <a:r>
              <a:rPr lang="en-US" sz="1000" err="1">
                <a:solidFill>
                  <a:srgbClr val="0C2340"/>
                </a:solidFill>
                <a:latin typeface="Work Sans" pitchFamily="2" charset="0"/>
              </a:rPr>
              <a:t>eiusmod</a:t>
            </a:r>
            <a:r>
              <a:rPr lang="en-US" sz="10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000" err="1">
                <a:solidFill>
                  <a:srgbClr val="0C2340"/>
                </a:solidFill>
                <a:latin typeface="Work Sans" pitchFamily="2" charset="0"/>
              </a:rPr>
              <a:t>tempor</a:t>
            </a:r>
            <a:r>
              <a:rPr lang="en-US" sz="10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000" err="1">
                <a:solidFill>
                  <a:srgbClr val="0C2340"/>
                </a:solidFill>
                <a:latin typeface="Work Sans" pitchFamily="2" charset="0"/>
              </a:rPr>
              <a:t>incididunt</a:t>
            </a:r>
            <a:r>
              <a:rPr lang="en-US" sz="10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000" err="1">
                <a:solidFill>
                  <a:srgbClr val="0C2340"/>
                </a:solidFill>
                <a:latin typeface="Work Sans" pitchFamily="2" charset="0"/>
              </a:rPr>
              <a:t>ut</a:t>
            </a:r>
            <a:r>
              <a:rPr lang="en-US" sz="1000">
                <a:solidFill>
                  <a:srgbClr val="0C2340"/>
                </a:solidFill>
                <a:latin typeface="Work Sans" pitchFamily="2" charset="0"/>
              </a:rPr>
              <a:t> labore.</a:t>
            </a:r>
          </a:p>
        </p:txBody>
      </p:sp>
      <p:sp>
        <p:nvSpPr>
          <p:cNvPr id="27" name="Retângulo 45">
            <a:extLst>
              <a:ext uri="{FF2B5EF4-FFF2-40B4-BE49-F238E27FC236}">
                <a16:creationId xmlns:a16="http://schemas.microsoft.com/office/drawing/2014/main" id="{EAE7D525-2C30-E491-3B3A-A629BA74AEC7}"/>
              </a:ext>
            </a:extLst>
          </p:cNvPr>
          <p:cNvSpPr/>
          <p:nvPr/>
        </p:nvSpPr>
        <p:spPr>
          <a:xfrm>
            <a:off x="9125776" y="2766041"/>
            <a:ext cx="265369" cy="240599"/>
          </a:xfrm>
          <a:prstGeom prst="rect">
            <a:avLst/>
          </a:prstGeom>
          <a:solidFill>
            <a:srgbClr val="DA291C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>
              <a:solidFill>
                <a:srgbClr val="0C2340"/>
              </a:solidFill>
              <a:latin typeface="Work Sans SemiBold" pitchFamily="2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2A52E4BF-DFE1-4F52-0FB6-DF990C43014F}"/>
              </a:ext>
            </a:extLst>
          </p:cNvPr>
          <p:cNvSpPr txBox="1"/>
          <p:nvPr/>
        </p:nvSpPr>
        <p:spPr>
          <a:xfrm>
            <a:off x="9202751" y="2757762"/>
            <a:ext cx="120560" cy="188610"/>
          </a:xfrm>
          <a:prstGeom prst="rect">
            <a:avLst/>
          </a:prstGeom>
          <a:noFill/>
        </p:spPr>
        <p:txBody>
          <a:bodyPr wrap="square" lIns="0" tIns="36576" rIns="0" bIns="0" rtlCol="0" anchor="t">
            <a:noAutofit/>
          </a:bodyPr>
          <a:lstStyle/>
          <a:p>
            <a:pPr>
              <a:spcBef>
                <a:spcPts val="600"/>
              </a:spcBef>
              <a:buClr>
                <a:schemeClr val="accent6">
                  <a:lumMod val="50000"/>
                </a:schemeClr>
              </a:buClr>
              <a:buSzPct val="90000"/>
            </a:pPr>
            <a:r>
              <a:rPr lang="en-US" sz="1200">
                <a:solidFill>
                  <a:schemeClr val="bg1"/>
                </a:solidFill>
                <a:latin typeface="Work Sans SemiBold" pitchFamily="2" charset="0"/>
              </a:rPr>
              <a:t>2</a:t>
            </a: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01F9442D-11BA-5DFD-D435-160E17643011}"/>
              </a:ext>
            </a:extLst>
          </p:cNvPr>
          <p:cNvSpPr txBox="1"/>
          <p:nvPr/>
        </p:nvSpPr>
        <p:spPr>
          <a:xfrm>
            <a:off x="9132170" y="3048424"/>
            <a:ext cx="2437786" cy="368804"/>
          </a:xfrm>
          <a:prstGeom prst="rect">
            <a:avLst/>
          </a:prstGeom>
          <a:noFill/>
        </p:spPr>
        <p:txBody>
          <a:bodyPr wrap="square" lIns="0" tIns="36576" rIns="0" bIns="0" rtlCol="0" anchor="t">
            <a:noAutofit/>
          </a:bodyPr>
          <a:lstStyle/>
          <a:p>
            <a:pPr>
              <a:spcBef>
                <a:spcPts val="600"/>
              </a:spcBef>
              <a:buClr>
                <a:schemeClr val="accent6">
                  <a:lumMod val="50000"/>
                </a:schemeClr>
              </a:buClr>
              <a:buSzPct val="90000"/>
            </a:pPr>
            <a:r>
              <a:rPr lang="en-US" sz="1000">
                <a:solidFill>
                  <a:srgbClr val="0C2340"/>
                </a:solidFill>
                <a:latin typeface="Work Sans SemiBold" pitchFamily="2" charset="0"/>
              </a:rPr>
              <a:t>Lorem Ipsum</a:t>
            </a:r>
            <a:endParaRPr lang="en-US" sz="1000" i="1">
              <a:solidFill>
                <a:srgbClr val="0C2340"/>
              </a:solidFill>
              <a:latin typeface="Work Sans SemiBold" pitchFamily="2" charset="0"/>
            </a:endParaRPr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AA0AAB04-F94D-F33C-8D72-22F4DFDD2D88}"/>
              </a:ext>
            </a:extLst>
          </p:cNvPr>
          <p:cNvSpPr txBox="1"/>
          <p:nvPr/>
        </p:nvSpPr>
        <p:spPr>
          <a:xfrm>
            <a:off x="9130327" y="3228578"/>
            <a:ext cx="2437786" cy="584710"/>
          </a:xfrm>
          <a:prstGeom prst="rect">
            <a:avLst/>
          </a:prstGeom>
          <a:noFill/>
        </p:spPr>
        <p:txBody>
          <a:bodyPr wrap="square" lIns="0" tIns="36576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buClr>
                <a:schemeClr val="accent6">
                  <a:lumMod val="50000"/>
                </a:schemeClr>
              </a:buClr>
              <a:buSzPct val="90000"/>
            </a:pPr>
            <a:r>
              <a:rPr lang="en-US" sz="1000">
                <a:solidFill>
                  <a:srgbClr val="0C2340"/>
                </a:solidFill>
                <a:latin typeface="Work Sans" pitchFamily="2" charset="0"/>
              </a:rPr>
              <a:t>Lorem ipsum dolor sit </a:t>
            </a:r>
            <a:r>
              <a:rPr lang="en-US" sz="1000" err="1">
                <a:solidFill>
                  <a:srgbClr val="0C2340"/>
                </a:solidFill>
                <a:latin typeface="Work Sans" pitchFamily="2" charset="0"/>
              </a:rPr>
              <a:t>amet</a:t>
            </a:r>
            <a:r>
              <a:rPr lang="en-US" sz="1000">
                <a:solidFill>
                  <a:srgbClr val="0C2340"/>
                </a:solidFill>
                <a:latin typeface="Work Sans" pitchFamily="2" charset="0"/>
              </a:rPr>
              <a:t>, </a:t>
            </a:r>
            <a:r>
              <a:rPr lang="en-US" sz="1000" err="1">
                <a:solidFill>
                  <a:srgbClr val="0C2340"/>
                </a:solidFill>
                <a:latin typeface="Work Sans" pitchFamily="2" charset="0"/>
              </a:rPr>
              <a:t>consectetur</a:t>
            </a:r>
            <a:r>
              <a:rPr lang="en-US" sz="10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000" err="1">
                <a:solidFill>
                  <a:srgbClr val="0C2340"/>
                </a:solidFill>
                <a:latin typeface="Work Sans" pitchFamily="2" charset="0"/>
              </a:rPr>
              <a:t>adipiscing</a:t>
            </a:r>
            <a:r>
              <a:rPr lang="en-US" sz="10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000" err="1">
                <a:solidFill>
                  <a:srgbClr val="0C2340"/>
                </a:solidFill>
                <a:latin typeface="Work Sans" pitchFamily="2" charset="0"/>
              </a:rPr>
              <a:t>elit</a:t>
            </a:r>
            <a:r>
              <a:rPr lang="en-US" sz="1000">
                <a:solidFill>
                  <a:srgbClr val="0C2340"/>
                </a:solidFill>
                <a:latin typeface="Work Sans" pitchFamily="2" charset="0"/>
              </a:rPr>
              <a:t>, sed do </a:t>
            </a:r>
            <a:r>
              <a:rPr lang="en-US" sz="1000" err="1">
                <a:solidFill>
                  <a:srgbClr val="0C2340"/>
                </a:solidFill>
                <a:latin typeface="Work Sans" pitchFamily="2" charset="0"/>
              </a:rPr>
              <a:t>eiusmod</a:t>
            </a:r>
            <a:r>
              <a:rPr lang="en-US" sz="10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000" err="1">
                <a:solidFill>
                  <a:srgbClr val="0C2340"/>
                </a:solidFill>
                <a:latin typeface="Work Sans" pitchFamily="2" charset="0"/>
              </a:rPr>
              <a:t>tempor</a:t>
            </a:r>
            <a:r>
              <a:rPr lang="en-US" sz="10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000" err="1">
                <a:solidFill>
                  <a:srgbClr val="0C2340"/>
                </a:solidFill>
                <a:latin typeface="Work Sans" pitchFamily="2" charset="0"/>
              </a:rPr>
              <a:t>incididunt</a:t>
            </a:r>
            <a:r>
              <a:rPr lang="en-US" sz="10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000" err="1">
                <a:solidFill>
                  <a:srgbClr val="0C2340"/>
                </a:solidFill>
                <a:latin typeface="Work Sans" pitchFamily="2" charset="0"/>
              </a:rPr>
              <a:t>ut</a:t>
            </a:r>
            <a:r>
              <a:rPr lang="en-US" sz="1000">
                <a:solidFill>
                  <a:srgbClr val="0C2340"/>
                </a:solidFill>
                <a:latin typeface="Work Sans" pitchFamily="2" charset="0"/>
              </a:rPr>
              <a:t> labore.</a:t>
            </a:r>
          </a:p>
        </p:txBody>
      </p:sp>
      <p:sp>
        <p:nvSpPr>
          <p:cNvPr id="31" name="Retângulo 19">
            <a:extLst>
              <a:ext uri="{FF2B5EF4-FFF2-40B4-BE49-F238E27FC236}">
                <a16:creationId xmlns:a16="http://schemas.microsoft.com/office/drawing/2014/main" id="{5BC88CD4-A54C-C359-ECF1-E307164ECE11}"/>
              </a:ext>
            </a:extLst>
          </p:cNvPr>
          <p:cNvSpPr/>
          <p:nvPr/>
        </p:nvSpPr>
        <p:spPr>
          <a:xfrm>
            <a:off x="6167438" y="4043423"/>
            <a:ext cx="258735" cy="240599"/>
          </a:xfrm>
          <a:prstGeom prst="rect">
            <a:avLst/>
          </a:prstGeom>
          <a:solidFill>
            <a:srgbClr val="DA291C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>
              <a:solidFill>
                <a:srgbClr val="0C2340"/>
              </a:solidFill>
              <a:latin typeface="Work Sans SemiBold" pitchFamily="2" charset="0"/>
            </a:endParaRPr>
          </a:p>
        </p:txBody>
      </p:sp>
      <p:sp>
        <p:nvSpPr>
          <p:cNvPr id="32" name="TextBox 10">
            <a:extLst>
              <a:ext uri="{FF2B5EF4-FFF2-40B4-BE49-F238E27FC236}">
                <a16:creationId xmlns:a16="http://schemas.microsoft.com/office/drawing/2014/main" id="{53400D36-97E3-7751-443E-D6E54B26004C}"/>
              </a:ext>
            </a:extLst>
          </p:cNvPr>
          <p:cNvSpPr txBox="1"/>
          <p:nvPr/>
        </p:nvSpPr>
        <p:spPr>
          <a:xfrm>
            <a:off x="6246318" y="4035144"/>
            <a:ext cx="117546" cy="188610"/>
          </a:xfrm>
          <a:prstGeom prst="rect">
            <a:avLst/>
          </a:prstGeom>
          <a:noFill/>
        </p:spPr>
        <p:txBody>
          <a:bodyPr wrap="square" lIns="0" tIns="36576" rIns="0" bIns="0" rtlCol="0" anchor="t">
            <a:noAutofit/>
          </a:bodyPr>
          <a:lstStyle/>
          <a:p>
            <a:pPr>
              <a:spcBef>
                <a:spcPts val="600"/>
              </a:spcBef>
              <a:buClr>
                <a:schemeClr val="accent6">
                  <a:lumMod val="50000"/>
                </a:schemeClr>
              </a:buClr>
              <a:buSzPct val="90000"/>
            </a:pPr>
            <a:r>
              <a:rPr lang="en-US" sz="1200">
                <a:solidFill>
                  <a:schemeClr val="bg1"/>
                </a:solidFill>
                <a:latin typeface="Work Sans SemiBold" pitchFamily="2" charset="0"/>
              </a:rPr>
              <a:t>3</a:t>
            </a:r>
          </a:p>
        </p:txBody>
      </p:sp>
      <p:sp>
        <p:nvSpPr>
          <p:cNvPr id="33" name="TextBox 10">
            <a:extLst>
              <a:ext uri="{FF2B5EF4-FFF2-40B4-BE49-F238E27FC236}">
                <a16:creationId xmlns:a16="http://schemas.microsoft.com/office/drawing/2014/main" id="{EDCD2E7B-AE33-AE2D-D0F2-F485F6958E66}"/>
              </a:ext>
            </a:extLst>
          </p:cNvPr>
          <p:cNvSpPr txBox="1"/>
          <p:nvPr/>
        </p:nvSpPr>
        <p:spPr>
          <a:xfrm>
            <a:off x="6170335" y="4325806"/>
            <a:ext cx="2410102" cy="368804"/>
          </a:xfrm>
          <a:prstGeom prst="rect">
            <a:avLst/>
          </a:prstGeom>
          <a:noFill/>
        </p:spPr>
        <p:txBody>
          <a:bodyPr wrap="square" lIns="0" tIns="36576" rIns="0" bIns="0" rtlCol="0" anchor="t">
            <a:noAutofit/>
          </a:bodyPr>
          <a:lstStyle/>
          <a:p>
            <a:pPr>
              <a:spcBef>
                <a:spcPts val="600"/>
              </a:spcBef>
              <a:buClr>
                <a:schemeClr val="accent6">
                  <a:lumMod val="50000"/>
                </a:schemeClr>
              </a:buClr>
              <a:buSzPct val="90000"/>
            </a:pPr>
            <a:r>
              <a:rPr lang="en-US" sz="1000">
                <a:solidFill>
                  <a:srgbClr val="0C2340"/>
                </a:solidFill>
                <a:latin typeface="Work Sans SemiBold" pitchFamily="2" charset="0"/>
              </a:rPr>
              <a:t>Lorem Ipsum</a:t>
            </a:r>
            <a:endParaRPr lang="en-US" sz="1000" i="1">
              <a:solidFill>
                <a:srgbClr val="0C2340"/>
              </a:solidFill>
              <a:latin typeface="Work Sans SemiBold" pitchFamily="2" charset="0"/>
            </a:endParaRPr>
          </a:p>
        </p:txBody>
      </p:sp>
      <p:sp>
        <p:nvSpPr>
          <p:cNvPr id="34" name="TextBox 10">
            <a:extLst>
              <a:ext uri="{FF2B5EF4-FFF2-40B4-BE49-F238E27FC236}">
                <a16:creationId xmlns:a16="http://schemas.microsoft.com/office/drawing/2014/main" id="{800BCA96-888D-ED7C-C328-5DCF6470F3BA}"/>
              </a:ext>
            </a:extLst>
          </p:cNvPr>
          <p:cNvSpPr txBox="1"/>
          <p:nvPr/>
        </p:nvSpPr>
        <p:spPr>
          <a:xfrm>
            <a:off x="6168492" y="4505959"/>
            <a:ext cx="2411945" cy="584711"/>
          </a:xfrm>
          <a:prstGeom prst="rect">
            <a:avLst/>
          </a:prstGeom>
          <a:noFill/>
        </p:spPr>
        <p:txBody>
          <a:bodyPr wrap="square" lIns="0" tIns="36576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buClr>
                <a:schemeClr val="accent6">
                  <a:lumMod val="50000"/>
                </a:schemeClr>
              </a:buClr>
              <a:buSzPct val="90000"/>
            </a:pPr>
            <a:r>
              <a:rPr lang="en-US" sz="1000">
                <a:solidFill>
                  <a:srgbClr val="0C2340"/>
                </a:solidFill>
                <a:latin typeface="Work Sans" pitchFamily="2" charset="0"/>
              </a:rPr>
              <a:t>Lorem ipsum dolor sit </a:t>
            </a:r>
            <a:r>
              <a:rPr lang="en-US" sz="1000" err="1">
                <a:solidFill>
                  <a:srgbClr val="0C2340"/>
                </a:solidFill>
                <a:latin typeface="Work Sans" pitchFamily="2" charset="0"/>
              </a:rPr>
              <a:t>amet</a:t>
            </a:r>
            <a:r>
              <a:rPr lang="en-US" sz="1000">
                <a:solidFill>
                  <a:srgbClr val="0C2340"/>
                </a:solidFill>
                <a:latin typeface="Work Sans" pitchFamily="2" charset="0"/>
              </a:rPr>
              <a:t>, </a:t>
            </a:r>
            <a:r>
              <a:rPr lang="en-US" sz="1000" err="1">
                <a:solidFill>
                  <a:srgbClr val="0C2340"/>
                </a:solidFill>
                <a:latin typeface="Work Sans" pitchFamily="2" charset="0"/>
              </a:rPr>
              <a:t>consectetur</a:t>
            </a:r>
            <a:r>
              <a:rPr lang="en-US" sz="10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000" err="1">
                <a:solidFill>
                  <a:srgbClr val="0C2340"/>
                </a:solidFill>
                <a:latin typeface="Work Sans" pitchFamily="2" charset="0"/>
              </a:rPr>
              <a:t>adipiscing</a:t>
            </a:r>
            <a:r>
              <a:rPr lang="en-US" sz="10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000" err="1">
                <a:solidFill>
                  <a:srgbClr val="0C2340"/>
                </a:solidFill>
                <a:latin typeface="Work Sans" pitchFamily="2" charset="0"/>
              </a:rPr>
              <a:t>elit</a:t>
            </a:r>
            <a:r>
              <a:rPr lang="en-US" sz="1000">
                <a:solidFill>
                  <a:srgbClr val="0C2340"/>
                </a:solidFill>
                <a:latin typeface="Work Sans" pitchFamily="2" charset="0"/>
              </a:rPr>
              <a:t>, sed do </a:t>
            </a:r>
            <a:r>
              <a:rPr lang="en-US" sz="1000" err="1">
                <a:solidFill>
                  <a:srgbClr val="0C2340"/>
                </a:solidFill>
                <a:latin typeface="Work Sans" pitchFamily="2" charset="0"/>
              </a:rPr>
              <a:t>eiusmod</a:t>
            </a:r>
            <a:r>
              <a:rPr lang="en-US" sz="10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000" err="1">
                <a:solidFill>
                  <a:srgbClr val="0C2340"/>
                </a:solidFill>
                <a:latin typeface="Work Sans" pitchFamily="2" charset="0"/>
              </a:rPr>
              <a:t>tempor</a:t>
            </a:r>
            <a:r>
              <a:rPr lang="en-US" sz="10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000" err="1">
                <a:solidFill>
                  <a:srgbClr val="0C2340"/>
                </a:solidFill>
                <a:latin typeface="Work Sans" pitchFamily="2" charset="0"/>
              </a:rPr>
              <a:t>incididunt</a:t>
            </a:r>
            <a:r>
              <a:rPr lang="en-US" sz="10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000" err="1">
                <a:solidFill>
                  <a:srgbClr val="0C2340"/>
                </a:solidFill>
                <a:latin typeface="Work Sans" pitchFamily="2" charset="0"/>
              </a:rPr>
              <a:t>ut</a:t>
            </a:r>
            <a:r>
              <a:rPr lang="en-US" sz="1000">
                <a:solidFill>
                  <a:srgbClr val="0C2340"/>
                </a:solidFill>
                <a:latin typeface="Work Sans" pitchFamily="2" charset="0"/>
              </a:rPr>
              <a:t> labore.</a:t>
            </a:r>
          </a:p>
        </p:txBody>
      </p:sp>
      <p:sp>
        <p:nvSpPr>
          <p:cNvPr id="35" name="Retângulo 45">
            <a:extLst>
              <a:ext uri="{FF2B5EF4-FFF2-40B4-BE49-F238E27FC236}">
                <a16:creationId xmlns:a16="http://schemas.microsoft.com/office/drawing/2014/main" id="{85AD2E49-B7BB-4384-63CE-512A2CE4DA1D}"/>
              </a:ext>
            </a:extLst>
          </p:cNvPr>
          <p:cNvSpPr/>
          <p:nvPr/>
        </p:nvSpPr>
        <p:spPr>
          <a:xfrm>
            <a:off x="9125776" y="4043423"/>
            <a:ext cx="265369" cy="240599"/>
          </a:xfrm>
          <a:prstGeom prst="rect">
            <a:avLst/>
          </a:prstGeom>
          <a:solidFill>
            <a:srgbClr val="DA291C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>
              <a:solidFill>
                <a:srgbClr val="0C2340"/>
              </a:solidFill>
              <a:latin typeface="Work Sans SemiBold" pitchFamily="2" charset="0"/>
            </a:endParaRPr>
          </a:p>
        </p:txBody>
      </p:sp>
      <p:sp>
        <p:nvSpPr>
          <p:cNvPr id="36" name="TextBox 10">
            <a:extLst>
              <a:ext uri="{FF2B5EF4-FFF2-40B4-BE49-F238E27FC236}">
                <a16:creationId xmlns:a16="http://schemas.microsoft.com/office/drawing/2014/main" id="{5E0766EF-5FDC-67AA-B701-B66E7EC82C26}"/>
              </a:ext>
            </a:extLst>
          </p:cNvPr>
          <p:cNvSpPr txBox="1"/>
          <p:nvPr/>
        </p:nvSpPr>
        <p:spPr>
          <a:xfrm>
            <a:off x="9204656" y="4035144"/>
            <a:ext cx="120560" cy="188610"/>
          </a:xfrm>
          <a:prstGeom prst="rect">
            <a:avLst/>
          </a:prstGeom>
          <a:noFill/>
        </p:spPr>
        <p:txBody>
          <a:bodyPr wrap="square" lIns="0" tIns="36576" rIns="0" bIns="0" rtlCol="0" anchor="t">
            <a:noAutofit/>
          </a:bodyPr>
          <a:lstStyle/>
          <a:p>
            <a:pPr>
              <a:spcBef>
                <a:spcPts val="600"/>
              </a:spcBef>
              <a:buClr>
                <a:schemeClr val="accent6">
                  <a:lumMod val="50000"/>
                </a:schemeClr>
              </a:buClr>
              <a:buSzPct val="90000"/>
            </a:pPr>
            <a:r>
              <a:rPr lang="en-US" sz="1200">
                <a:solidFill>
                  <a:schemeClr val="bg1"/>
                </a:solidFill>
                <a:latin typeface="Work Sans SemiBold" pitchFamily="2" charset="0"/>
              </a:rPr>
              <a:t>4</a:t>
            </a:r>
          </a:p>
        </p:txBody>
      </p:sp>
      <p:sp>
        <p:nvSpPr>
          <p:cNvPr id="37" name="TextBox 10">
            <a:extLst>
              <a:ext uri="{FF2B5EF4-FFF2-40B4-BE49-F238E27FC236}">
                <a16:creationId xmlns:a16="http://schemas.microsoft.com/office/drawing/2014/main" id="{6890C3D1-51E6-B4C5-5FE5-D8D54184D479}"/>
              </a:ext>
            </a:extLst>
          </p:cNvPr>
          <p:cNvSpPr txBox="1"/>
          <p:nvPr/>
        </p:nvSpPr>
        <p:spPr>
          <a:xfrm>
            <a:off x="9132170" y="4325806"/>
            <a:ext cx="2437786" cy="368804"/>
          </a:xfrm>
          <a:prstGeom prst="rect">
            <a:avLst/>
          </a:prstGeom>
          <a:noFill/>
        </p:spPr>
        <p:txBody>
          <a:bodyPr wrap="square" lIns="0" tIns="36576" rIns="0" bIns="0" rtlCol="0" anchor="t">
            <a:noAutofit/>
          </a:bodyPr>
          <a:lstStyle/>
          <a:p>
            <a:pPr>
              <a:spcBef>
                <a:spcPts val="600"/>
              </a:spcBef>
              <a:buClr>
                <a:schemeClr val="accent6">
                  <a:lumMod val="50000"/>
                </a:schemeClr>
              </a:buClr>
              <a:buSzPct val="90000"/>
            </a:pPr>
            <a:r>
              <a:rPr lang="en-US" sz="1000">
                <a:solidFill>
                  <a:srgbClr val="0C2340"/>
                </a:solidFill>
                <a:latin typeface="Work Sans SemiBold" pitchFamily="2" charset="0"/>
              </a:rPr>
              <a:t>Lorem Ipsum</a:t>
            </a:r>
            <a:endParaRPr lang="en-US" sz="1000" i="1">
              <a:solidFill>
                <a:srgbClr val="0C2340"/>
              </a:solidFill>
              <a:latin typeface="Work Sans SemiBold" pitchFamily="2" charset="0"/>
            </a:endParaRPr>
          </a:p>
        </p:txBody>
      </p:sp>
      <p:sp>
        <p:nvSpPr>
          <p:cNvPr id="38" name="TextBox 10">
            <a:extLst>
              <a:ext uri="{FF2B5EF4-FFF2-40B4-BE49-F238E27FC236}">
                <a16:creationId xmlns:a16="http://schemas.microsoft.com/office/drawing/2014/main" id="{1E4A6599-60CD-A88A-2F10-7814B7EF3CC9}"/>
              </a:ext>
            </a:extLst>
          </p:cNvPr>
          <p:cNvSpPr txBox="1"/>
          <p:nvPr/>
        </p:nvSpPr>
        <p:spPr>
          <a:xfrm>
            <a:off x="9130327" y="4505960"/>
            <a:ext cx="2437786" cy="584710"/>
          </a:xfrm>
          <a:prstGeom prst="rect">
            <a:avLst/>
          </a:prstGeom>
          <a:noFill/>
        </p:spPr>
        <p:txBody>
          <a:bodyPr wrap="square" lIns="0" tIns="36576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buClr>
                <a:schemeClr val="accent6">
                  <a:lumMod val="50000"/>
                </a:schemeClr>
              </a:buClr>
              <a:buSzPct val="90000"/>
            </a:pPr>
            <a:r>
              <a:rPr lang="en-US" sz="1000">
                <a:solidFill>
                  <a:srgbClr val="0C2340"/>
                </a:solidFill>
                <a:latin typeface="Work Sans" pitchFamily="2" charset="0"/>
              </a:rPr>
              <a:t>Lorem ipsum dolor sit </a:t>
            </a:r>
            <a:r>
              <a:rPr lang="en-US" sz="1000" err="1">
                <a:solidFill>
                  <a:srgbClr val="0C2340"/>
                </a:solidFill>
                <a:latin typeface="Work Sans" pitchFamily="2" charset="0"/>
              </a:rPr>
              <a:t>amet</a:t>
            </a:r>
            <a:r>
              <a:rPr lang="en-US" sz="1000">
                <a:solidFill>
                  <a:srgbClr val="0C2340"/>
                </a:solidFill>
                <a:latin typeface="Work Sans" pitchFamily="2" charset="0"/>
              </a:rPr>
              <a:t>, </a:t>
            </a:r>
            <a:r>
              <a:rPr lang="en-US" sz="1000" err="1">
                <a:solidFill>
                  <a:srgbClr val="0C2340"/>
                </a:solidFill>
                <a:latin typeface="Work Sans" pitchFamily="2" charset="0"/>
              </a:rPr>
              <a:t>consectetur</a:t>
            </a:r>
            <a:r>
              <a:rPr lang="en-US" sz="10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000" err="1">
                <a:solidFill>
                  <a:srgbClr val="0C2340"/>
                </a:solidFill>
                <a:latin typeface="Work Sans" pitchFamily="2" charset="0"/>
              </a:rPr>
              <a:t>adipiscing</a:t>
            </a:r>
            <a:r>
              <a:rPr lang="en-US" sz="10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000" err="1">
                <a:solidFill>
                  <a:srgbClr val="0C2340"/>
                </a:solidFill>
                <a:latin typeface="Work Sans" pitchFamily="2" charset="0"/>
              </a:rPr>
              <a:t>elit</a:t>
            </a:r>
            <a:r>
              <a:rPr lang="en-US" sz="1000">
                <a:solidFill>
                  <a:srgbClr val="0C2340"/>
                </a:solidFill>
                <a:latin typeface="Work Sans" pitchFamily="2" charset="0"/>
              </a:rPr>
              <a:t>, sed do </a:t>
            </a:r>
            <a:r>
              <a:rPr lang="en-US" sz="1000" err="1">
                <a:solidFill>
                  <a:srgbClr val="0C2340"/>
                </a:solidFill>
                <a:latin typeface="Work Sans" pitchFamily="2" charset="0"/>
              </a:rPr>
              <a:t>eiusmod</a:t>
            </a:r>
            <a:r>
              <a:rPr lang="en-US" sz="10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000" err="1">
                <a:solidFill>
                  <a:srgbClr val="0C2340"/>
                </a:solidFill>
                <a:latin typeface="Work Sans" pitchFamily="2" charset="0"/>
              </a:rPr>
              <a:t>tempor</a:t>
            </a:r>
            <a:r>
              <a:rPr lang="en-US" sz="10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000" err="1">
                <a:solidFill>
                  <a:srgbClr val="0C2340"/>
                </a:solidFill>
                <a:latin typeface="Work Sans" pitchFamily="2" charset="0"/>
              </a:rPr>
              <a:t>incididunt</a:t>
            </a:r>
            <a:r>
              <a:rPr lang="en-US" sz="10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000" err="1">
                <a:solidFill>
                  <a:srgbClr val="0C2340"/>
                </a:solidFill>
                <a:latin typeface="Work Sans" pitchFamily="2" charset="0"/>
              </a:rPr>
              <a:t>ut</a:t>
            </a:r>
            <a:r>
              <a:rPr lang="en-US" sz="1000">
                <a:solidFill>
                  <a:srgbClr val="0C2340"/>
                </a:solidFill>
                <a:latin typeface="Work Sans" pitchFamily="2" charset="0"/>
              </a:rPr>
              <a:t> labore.</a:t>
            </a:r>
          </a:p>
        </p:txBody>
      </p:sp>
      <p:sp>
        <p:nvSpPr>
          <p:cNvPr id="39" name="Retângulo 19">
            <a:extLst>
              <a:ext uri="{FF2B5EF4-FFF2-40B4-BE49-F238E27FC236}">
                <a16:creationId xmlns:a16="http://schemas.microsoft.com/office/drawing/2014/main" id="{0F19AFB2-1B8E-D419-82DD-239AB0A09F4D}"/>
              </a:ext>
            </a:extLst>
          </p:cNvPr>
          <p:cNvSpPr/>
          <p:nvPr/>
        </p:nvSpPr>
        <p:spPr>
          <a:xfrm>
            <a:off x="6167438" y="5334503"/>
            <a:ext cx="258735" cy="240599"/>
          </a:xfrm>
          <a:prstGeom prst="rect">
            <a:avLst/>
          </a:prstGeom>
          <a:solidFill>
            <a:srgbClr val="DA291C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>
              <a:solidFill>
                <a:srgbClr val="0C2340"/>
              </a:solidFill>
              <a:latin typeface="Work Sans SemiBold" pitchFamily="2" charset="0"/>
            </a:endParaRPr>
          </a:p>
        </p:txBody>
      </p:sp>
      <p:sp>
        <p:nvSpPr>
          <p:cNvPr id="40" name="TextBox 10">
            <a:extLst>
              <a:ext uri="{FF2B5EF4-FFF2-40B4-BE49-F238E27FC236}">
                <a16:creationId xmlns:a16="http://schemas.microsoft.com/office/drawing/2014/main" id="{9D59D173-7FC8-E2A6-3D0B-E5ADCA0E12FD}"/>
              </a:ext>
            </a:extLst>
          </p:cNvPr>
          <p:cNvSpPr txBox="1"/>
          <p:nvPr/>
        </p:nvSpPr>
        <p:spPr>
          <a:xfrm>
            <a:off x="6238698" y="5330034"/>
            <a:ext cx="117546" cy="188610"/>
          </a:xfrm>
          <a:prstGeom prst="rect">
            <a:avLst/>
          </a:prstGeom>
          <a:noFill/>
        </p:spPr>
        <p:txBody>
          <a:bodyPr wrap="square" lIns="0" tIns="36576" rIns="0" bIns="0" rtlCol="0" anchor="t">
            <a:noAutofit/>
          </a:bodyPr>
          <a:lstStyle/>
          <a:p>
            <a:pPr>
              <a:spcBef>
                <a:spcPts val="600"/>
              </a:spcBef>
              <a:buClr>
                <a:schemeClr val="accent6">
                  <a:lumMod val="50000"/>
                </a:schemeClr>
              </a:buClr>
              <a:buSzPct val="90000"/>
            </a:pPr>
            <a:r>
              <a:rPr lang="en-US" sz="1200">
                <a:solidFill>
                  <a:schemeClr val="bg1"/>
                </a:solidFill>
                <a:latin typeface="Work Sans SemiBold" pitchFamily="2" charset="0"/>
              </a:rPr>
              <a:t>5</a:t>
            </a:r>
          </a:p>
        </p:txBody>
      </p:sp>
      <p:sp>
        <p:nvSpPr>
          <p:cNvPr id="41" name="TextBox 10">
            <a:extLst>
              <a:ext uri="{FF2B5EF4-FFF2-40B4-BE49-F238E27FC236}">
                <a16:creationId xmlns:a16="http://schemas.microsoft.com/office/drawing/2014/main" id="{B8E6660E-CA76-36EE-B4C1-519F507218E4}"/>
              </a:ext>
            </a:extLst>
          </p:cNvPr>
          <p:cNvSpPr txBox="1"/>
          <p:nvPr/>
        </p:nvSpPr>
        <p:spPr>
          <a:xfrm>
            <a:off x="6170335" y="5616886"/>
            <a:ext cx="2410103" cy="368804"/>
          </a:xfrm>
          <a:prstGeom prst="rect">
            <a:avLst/>
          </a:prstGeom>
          <a:noFill/>
        </p:spPr>
        <p:txBody>
          <a:bodyPr wrap="square" lIns="0" tIns="36576" rIns="0" bIns="0" rtlCol="0" anchor="t">
            <a:noAutofit/>
          </a:bodyPr>
          <a:lstStyle/>
          <a:p>
            <a:pPr>
              <a:spcBef>
                <a:spcPts val="600"/>
              </a:spcBef>
              <a:buClr>
                <a:schemeClr val="accent6">
                  <a:lumMod val="50000"/>
                </a:schemeClr>
              </a:buClr>
              <a:buSzPct val="90000"/>
            </a:pPr>
            <a:r>
              <a:rPr lang="en-US" sz="1000">
                <a:solidFill>
                  <a:srgbClr val="0C2340"/>
                </a:solidFill>
                <a:latin typeface="Work Sans SemiBold" pitchFamily="2" charset="0"/>
              </a:rPr>
              <a:t>Lorem Ipsum</a:t>
            </a:r>
            <a:endParaRPr lang="en-US" sz="1000" i="1">
              <a:solidFill>
                <a:srgbClr val="0C2340"/>
              </a:solidFill>
              <a:latin typeface="Work Sans SemiBold" pitchFamily="2" charset="0"/>
            </a:endParaRPr>
          </a:p>
        </p:txBody>
      </p:sp>
      <p:sp>
        <p:nvSpPr>
          <p:cNvPr id="42" name="TextBox 10">
            <a:extLst>
              <a:ext uri="{FF2B5EF4-FFF2-40B4-BE49-F238E27FC236}">
                <a16:creationId xmlns:a16="http://schemas.microsoft.com/office/drawing/2014/main" id="{549F1154-57BF-A31A-0FAB-7106B8380B0F}"/>
              </a:ext>
            </a:extLst>
          </p:cNvPr>
          <p:cNvSpPr txBox="1"/>
          <p:nvPr/>
        </p:nvSpPr>
        <p:spPr>
          <a:xfrm>
            <a:off x="6168492" y="5797039"/>
            <a:ext cx="2411945" cy="584711"/>
          </a:xfrm>
          <a:prstGeom prst="rect">
            <a:avLst/>
          </a:prstGeom>
          <a:noFill/>
        </p:spPr>
        <p:txBody>
          <a:bodyPr wrap="square" lIns="0" tIns="36576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buClr>
                <a:schemeClr val="accent6">
                  <a:lumMod val="50000"/>
                </a:schemeClr>
              </a:buClr>
              <a:buSzPct val="90000"/>
            </a:pPr>
            <a:r>
              <a:rPr lang="en-US" sz="1000">
                <a:solidFill>
                  <a:srgbClr val="0C2340"/>
                </a:solidFill>
                <a:latin typeface="Work Sans" pitchFamily="2" charset="0"/>
              </a:rPr>
              <a:t>Lorem ipsum dolor sit </a:t>
            </a:r>
            <a:r>
              <a:rPr lang="en-US" sz="1000" err="1">
                <a:solidFill>
                  <a:srgbClr val="0C2340"/>
                </a:solidFill>
                <a:latin typeface="Work Sans" pitchFamily="2" charset="0"/>
              </a:rPr>
              <a:t>amet</a:t>
            </a:r>
            <a:r>
              <a:rPr lang="en-US" sz="1000">
                <a:solidFill>
                  <a:srgbClr val="0C2340"/>
                </a:solidFill>
                <a:latin typeface="Work Sans" pitchFamily="2" charset="0"/>
              </a:rPr>
              <a:t>, </a:t>
            </a:r>
            <a:r>
              <a:rPr lang="en-US" sz="1000" err="1">
                <a:solidFill>
                  <a:srgbClr val="0C2340"/>
                </a:solidFill>
                <a:latin typeface="Work Sans" pitchFamily="2" charset="0"/>
              </a:rPr>
              <a:t>consectetur</a:t>
            </a:r>
            <a:r>
              <a:rPr lang="en-US" sz="10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000" err="1">
                <a:solidFill>
                  <a:srgbClr val="0C2340"/>
                </a:solidFill>
                <a:latin typeface="Work Sans" pitchFamily="2" charset="0"/>
              </a:rPr>
              <a:t>adipiscing</a:t>
            </a:r>
            <a:r>
              <a:rPr lang="en-US" sz="10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000" err="1">
                <a:solidFill>
                  <a:srgbClr val="0C2340"/>
                </a:solidFill>
                <a:latin typeface="Work Sans" pitchFamily="2" charset="0"/>
              </a:rPr>
              <a:t>elit</a:t>
            </a:r>
            <a:r>
              <a:rPr lang="en-US" sz="1000">
                <a:solidFill>
                  <a:srgbClr val="0C2340"/>
                </a:solidFill>
                <a:latin typeface="Work Sans" pitchFamily="2" charset="0"/>
              </a:rPr>
              <a:t>, sed do </a:t>
            </a:r>
            <a:r>
              <a:rPr lang="en-US" sz="1000" err="1">
                <a:solidFill>
                  <a:srgbClr val="0C2340"/>
                </a:solidFill>
                <a:latin typeface="Work Sans" pitchFamily="2" charset="0"/>
              </a:rPr>
              <a:t>eiusmod</a:t>
            </a:r>
            <a:r>
              <a:rPr lang="en-US" sz="10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000" err="1">
                <a:solidFill>
                  <a:srgbClr val="0C2340"/>
                </a:solidFill>
                <a:latin typeface="Work Sans" pitchFamily="2" charset="0"/>
              </a:rPr>
              <a:t>tempor</a:t>
            </a:r>
            <a:r>
              <a:rPr lang="en-US" sz="10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000" err="1">
                <a:solidFill>
                  <a:srgbClr val="0C2340"/>
                </a:solidFill>
                <a:latin typeface="Work Sans" pitchFamily="2" charset="0"/>
              </a:rPr>
              <a:t>incididunt</a:t>
            </a:r>
            <a:r>
              <a:rPr lang="en-US" sz="10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000" err="1">
                <a:solidFill>
                  <a:srgbClr val="0C2340"/>
                </a:solidFill>
                <a:latin typeface="Work Sans" pitchFamily="2" charset="0"/>
              </a:rPr>
              <a:t>ut</a:t>
            </a:r>
            <a:r>
              <a:rPr lang="en-US" sz="1000">
                <a:solidFill>
                  <a:srgbClr val="0C2340"/>
                </a:solidFill>
                <a:latin typeface="Work Sans" pitchFamily="2" charset="0"/>
              </a:rPr>
              <a:t> labore.</a:t>
            </a:r>
          </a:p>
        </p:txBody>
      </p:sp>
      <p:sp>
        <p:nvSpPr>
          <p:cNvPr id="43" name="Retângulo 45">
            <a:extLst>
              <a:ext uri="{FF2B5EF4-FFF2-40B4-BE49-F238E27FC236}">
                <a16:creationId xmlns:a16="http://schemas.microsoft.com/office/drawing/2014/main" id="{3D551732-9B30-4FEE-0E58-0AAB9158CB30}"/>
              </a:ext>
            </a:extLst>
          </p:cNvPr>
          <p:cNvSpPr/>
          <p:nvPr/>
        </p:nvSpPr>
        <p:spPr>
          <a:xfrm>
            <a:off x="9125776" y="5334503"/>
            <a:ext cx="265369" cy="240599"/>
          </a:xfrm>
          <a:prstGeom prst="rect">
            <a:avLst/>
          </a:prstGeom>
          <a:solidFill>
            <a:srgbClr val="DA291C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>
              <a:solidFill>
                <a:srgbClr val="0C2340"/>
              </a:solidFill>
              <a:latin typeface="Work Sans SemiBold" pitchFamily="2" charset="0"/>
            </a:endParaRPr>
          </a:p>
        </p:txBody>
      </p:sp>
      <p:sp>
        <p:nvSpPr>
          <p:cNvPr id="44" name="TextBox 10">
            <a:extLst>
              <a:ext uri="{FF2B5EF4-FFF2-40B4-BE49-F238E27FC236}">
                <a16:creationId xmlns:a16="http://schemas.microsoft.com/office/drawing/2014/main" id="{8504A35F-07EB-77A7-2550-3898D06B8DFD}"/>
              </a:ext>
            </a:extLst>
          </p:cNvPr>
          <p:cNvSpPr txBox="1"/>
          <p:nvPr/>
        </p:nvSpPr>
        <p:spPr>
          <a:xfrm>
            <a:off x="9197036" y="5330034"/>
            <a:ext cx="120560" cy="188610"/>
          </a:xfrm>
          <a:prstGeom prst="rect">
            <a:avLst/>
          </a:prstGeom>
          <a:noFill/>
        </p:spPr>
        <p:txBody>
          <a:bodyPr wrap="square" lIns="0" tIns="36576" rIns="0" bIns="0" rtlCol="0" anchor="t">
            <a:noAutofit/>
          </a:bodyPr>
          <a:lstStyle/>
          <a:p>
            <a:pPr>
              <a:spcBef>
                <a:spcPts val="600"/>
              </a:spcBef>
              <a:buClr>
                <a:schemeClr val="accent6">
                  <a:lumMod val="50000"/>
                </a:schemeClr>
              </a:buClr>
              <a:buSzPct val="90000"/>
            </a:pPr>
            <a:r>
              <a:rPr lang="en-US" sz="1200">
                <a:solidFill>
                  <a:schemeClr val="bg1"/>
                </a:solidFill>
                <a:latin typeface="Work Sans SemiBold" pitchFamily="2" charset="0"/>
              </a:rPr>
              <a:t>6</a:t>
            </a:r>
          </a:p>
        </p:txBody>
      </p:sp>
      <p:sp>
        <p:nvSpPr>
          <p:cNvPr id="45" name="TextBox 10">
            <a:extLst>
              <a:ext uri="{FF2B5EF4-FFF2-40B4-BE49-F238E27FC236}">
                <a16:creationId xmlns:a16="http://schemas.microsoft.com/office/drawing/2014/main" id="{9E370908-4BBE-8629-5449-6AB0702A8889}"/>
              </a:ext>
            </a:extLst>
          </p:cNvPr>
          <p:cNvSpPr txBox="1"/>
          <p:nvPr/>
        </p:nvSpPr>
        <p:spPr>
          <a:xfrm>
            <a:off x="9132170" y="5616886"/>
            <a:ext cx="2437786" cy="368804"/>
          </a:xfrm>
          <a:prstGeom prst="rect">
            <a:avLst/>
          </a:prstGeom>
          <a:noFill/>
        </p:spPr>
        <p:txBody>
          <a:bodyPr wrap="square" lIns="0" tIns="36576" rIns="0" bIns="0" rtlCol="0" anchor="t">
            <a:noAutofit/>
          </a:bodyPr>
          <a:lstStyle/>
          <a:p>
            <a:pPr>
              <a:spcBef>
                <a:spcPts val="600"/>
              </a:spcBef>
              <a:buClr>
                <a:schemeClr val="accent6">
                  <a:lumMod val="50000"/>
                </a:schemeClr>
              </a:buClr>
              <a:buSzPct val="90000"/>
            </a:pPr>
            <a:r>
              <a:rPr lang="en-US" sz="1000">
                <a:solidFill>
                  <a:srgbClr val="0C2340"/>
                </a:solidFill>
                <a:latin typeface="Work Sans SemiBold" pitchFamily="2" charset="0"/>
              </a:rPr>
              <a:t>Lorem Ipsum</a:t>
            </a:r>
            <a:endParaRPr lang="en-US" sz="1000" i="1">
              <a:solidFill>
                <a:srgbClr val="0C2340"/>
              </a:solidFill>
              <a:latin typeface="Work Sans SemiBold" pitchFamily="2" charset="0"/>
            </a:endParaRPr>
          </a:p>
        </p:txBody>
      </p:sp>
      <p:sp>
        <p:nvSpPr>
          <p:cNvPr id="46" name="TextBox 10">
            <a:extLst>
              <a:ext uri="{FF2B5EF4-FFF2-40B4-BE49-F238E27FC236}">
                <a16:creationId xmlns:a16="http://schemas.microsoft.com/office/drawing/2014/main" id="{69E76B89-418D-0105-DAEF-CC64DA6B0009}"/>
              </a:ext>
            </a:extLst>
          </p:cNvPr>
          <p:cNvSpPr txBox="1"/>
          <p:nvPr/>
        </p:nvSpPr>
        <p:spPr>
          <a:xfrm>
            <a:off x="9130327" y="5797040"/>
            <a:ext cx="2437786" cy="584710"/>
          </a:xfrm>
          <a:prstGeom prst="rect">
            <a:avLst/>
          </a:prstGeom>
          <a:noFill/>
        </p:spPr>
        <p:txBody>
          <a:bodyPr wrap="square" lIns="0" tIns="36576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buClr>
                <a:schemeClr val="accent6">
                  <a:lumMod val="50000"/>
                </a:schemeClr>
              </a:buClr>
              <a:buSzPct val="90000"/>
            </a:pPr>
            <a:r>
              <a:rPr lang="en-US" sz="1000">
                <a:solidFill>
                  <a:srgbClr val="0C2340"/>
                </a:solidFill>
                <a:latin typeface="Work Sans" pitchFamily="2" charset="0"/>
              </a:rPr>
              <a:t>Lorem ipsum dolor sit </a:t>
            </a:r>
            <a:r>
              <a:rPr lang="en-US" sz="1000" err="1">
                <a:solidFill>
                  <a:srgbClr val="0C2340"/>
                </a:solidFill>
                <a:latin typeface="Work Sans" pitchFamily="2" charset="0"/>
              </a:rPr>
              <a:t>amet</a:t>
            </a:r>
            <a:r>
              <a:rPr lang="en-US" sz="1000">
                <a:solidFill>
                  <a:srgbClr val="0C2340"/>
                </a:solidFill>
                <a:latin typeface="Work Sans" pitchFamily="2" charset="0"/>
              </a:rPr>
              <a:t>, </a:t>
            </a:r>
            <a:r>
              <a:rPr lang="en-US" sz="1000" err="1">
                <a:solidFill>
                  <a:srgbClr val="0C2340"/>
                </a:solidFill>
                <a:latin typeface="Work Sans" pitchFamily="2" charset="0"/>
              </a:rPr>
              <a:t>consectetur</a:t>
            </a:r>
            <a:r>
              <a:rPr lang="en-US" sz="10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000" err="1">
                <a:solidFill>
                  <a:srgbClr val="0C2340"/>
                </a:solidFill>
                <a:latin typeface="Work Sans" pitchFamily="2" charset="0"/>
              </a:rPr>
              <a:t>adipiscing</a:t>
            </a:r>
            <a:r>
              <a:rPr lang="en-US" sz="10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000" err="1">
                <a:solidFill>
                  <a:srgbClr val="0C2340"/>
                </a:solidFill>
                <a:latin typeface="Work Sans" pitchFamily="2" charset="0"/>
              </a:rPr>
              <a:t>elit</a:t>
            </a:r>
            <a:r>
              <a:rPr lang="en-US" sz="1000">
                <a:solidFill>
                  <a:srgbClr val="0C2340"/>
                </a:solidFill>
                <a:latin typeface="Work Sans" pitchFamily="2" charset="0"/>
              </a:rPr>
              <a:t>, sed do </a:t>
            </a:r>
            <a:r>
              <a:rPr lang="en-US" sz="1000" err="1">
                <a:solidFill>
                  <a:srgbClr val="0C2340"/>
                </a:solidFill>
                <a:latin typeface="Work Sans" pitchFamily="2" charset="0"/>
              </a:rPr>
              <a:t>eiusmod</a:t>
            </a:r>
            <a:r>
              <a:rPr lang="en-US" sz="10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000" err="1">
                <a:solidFill>
                  <a:srgbClr val="0C2340"/>
                </a:solidFill>
                <a:latin typeface="Work Sans" pitchFamily="2" charset="0"/>
              </a:rPr>
              <a:t>tempor</a:t>
            </a:r>
            <a:r>
              <a:rPr lang="en-US" sz="10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000" err="1">
                <a:solidFill>
                  <a:srgbClr val="0C2340"/>
                </a:solidFill>
                <a:latin typeface="Work Sans" pitchFamily="2" charset="0"/>
              </a:rPr>
              <a:t>incididunt</a:t>
            </a:r>
            <a:r>
              <a:rPr lang="en-US" sz="10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000" err="1">
                <a:solidFill>
                  <a:srgbClr val="0C2340"/>
                </a:solidFill>
                <a:latin typeface="Work Sans" pitchFamily="2" charset="0"/>
              </a:rPr>
              <a:t>ut</a:t>
            </a:r>
            <a:r>
              <a:rPr lang="en-US" sz="1000">
                <a:solidFill>
                  <a:srgbClr val="0C2340"/>
                </a:solidFill>
                <a:latin typeface="Work Sans" pitchFamily="2" charset="0"/>
              </a:rPr>
              <a:t> labore.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E2AD79-3B19-260B-D054-DC67259F3B69}"/>
              </a:ext>
            </a:extLst>
          </p:cNvPr>
          <p:cNvSpPr txBox="1">
            <a:spLocks/>
          </p:cNvSpPr>
          <p:nvPr/>
        </p:nvSpPr>
        <p:spPr>
          <a:xfrm>
            <a:off x="228209" y="613997"/>
            <a:ext cx="2519754" cy="215057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09585" rtl="0" eaLnBrk="1" latinLnBrk="0" hangingPunct="1">
              <a:lnSpc>
                <a:spcPts val="2400"/>
              </a:lnSpc>
              <a:spcBef>
                <a:spcPct val="0"/>
              </a:spcBef>
              <a:buNone/>
              <a:defRPr sz="2133" b="1" i="0" kern="0" spc="0" baseline="0">
                <a:solidFill>
                  <a:schemeClr val="accent1"/>
                </a:solidFill>
                <a:latin typeface="FS Elliot Pro" panose="02000503040000020004" pitchFamily="50" charset="0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</a:pPr>
            <a:r>
              <a:rPr lang="pt-BR" sz="4400" b="0" err="1">
                <a:solidFill>
                  <a:srgbClr val="0C2340"/>
                </a:solidFill>
                <a:latin typeface="Work Sans Light" pitchFamily="2" charset="0"/>
              </a:rPr>
              <a:t>Lorem</a:t>
            </a:r>
            <a:r>
              <a:rPr lang="pt-BR" sz="4400" b="0">
                <a:solidFill>
                  <a:srgbClr val="0C2340"/>
                </a:solidFill>
                <a:latin typeface="Work Sans Light" pitchFamily="2" charset="0"/>
              </a:rPr>
              <a:t> ipsum </a:t>
            </a:r>
            <a:r>
              <a:rPr lang="pt-BR" sz="4400" b="0" err="1">
                <a:solidFill>
                  <a:srgbClr val="0C2340"/>
                </a:solidFill>
                <a:latin typeface="Work Sans Light" pitchFamily="2" charset="0"/>
              </a:rPr>
              <a:t>sit</a:t>
            </a:r>
            <a:r>
              <a:rPr lang="pt-BR" sz="4400" b="0">
                <a:solidFill>
                  <a:srgbClr val="0C2340"/>
                </a:solidFill>
                <a:latin typeface="Work Sans Light" pitchFamily="2" charset="0"/>
              </a:rPr>
              <a:t> </a:t>
            </a:r>
            <a:r>
              <a:rPr lang="pt-BR" sz="4400" b="0" err="1">
                <a:solidFill>
                  <a:srgbClr val="0C2340"/>
                </a:solidFill>
                <a:latin typeface="Work Sans Light" pitchFamily="2" charset="0"/>
              </a:rPr>
              <a:t>amet</a:t>
            </a:r>
            <a:r>
              <a:rPr lang="pt-BR" sz="4400" b="0">
                <a:solidFill>
                  <a:srgbClr val="0C2340"/>
                </a:solidFill>
                <a:latin typeface="Work Sans Light" pitchFamily="2" charset="0"/>
              </a:rPr>
              <a:t> </a:t>
            </a:r>
            <a:r>
              <a:rPr lang="pt-BR" sz="4400" b="0" err="1">
                <a:solidFill>
                  <a:srgbClr val="0C2340"/>
                </a:solidFill>
                <a:latin typeface="Work Sans Light" pitchFamily="2" charset="0"/>
              </a:rPr>
              <a:t>sit</a:t>
            </a:r>
            <a:r>
              <a:rPr lang="pt-BR" sz="4400" b="0">
                <a:solidFill>
                  <a:srgbClr val="0C2340"/>
                </a:solidFill>
                <a:latin typeface="Work Sans Light" pitchFamily="2" charset="0"/>
              </a:rPr>
              <a:t> </a:t>
            </a:r>
            <a:r>
              <a:rPr lang="pt-BR" sz="4400" b="0" err="1">
                <a:solidFill>
                  <a:srgbClr val="0C2340"/>
                </a:solidFill>
                <a:latin typeface="Work Sans Light" pitchFamily="2" charset="0"/>
              </a:rPr>
              <a:t>lorem</a:t>
            </a:r>
            <a:endParaRPr lang="pt-BR" sz="4400" b="0">
              <a:solidFill>
                <a:srgbClr val="0C2340"/>
              </a:solidFill>
              <a:latin typeface="Work Sans Light" pitchFamily="2" charset="0"/>
            </a:endParaRP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EEF8877B-C4C5-FF15-AE8A-7AF45E052BB4}"/>
              </a:ext>
            </a:extLst>
          </p:cNvPr>
          <p:cNvSpPr txBox="1"/>
          <p:nvPr/>
        </p:nvSpPr>
        <p:spPr>
          <a:xfrm>
            <a:off x="257175" y="235177"/>
            <a:ext cx="2039291" cy="201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0"/>
              </a:lnSpc>
            </a:pPr>
            <a:r>
              <a:rPr lang="en-US" sz="1200" dirty="0">
                <a:solidFill>
                  <a:srgbClr val="DA291C"/>
                </a:solidFill>
                <a:latin typeface="Work Sans SemiBold" pitchFamily="2" charset="0"/>
              </a:rPr>
              <a:t>LOREM IPSUM</a:t>
            </a:r>
          </a:p>
        </p:txBody>
      </p:sp>
    </p:spTree>
    <p:extLst>
      <p:ext uri="{BB962C8B-B14F-4D97-AF65-F5344CB8AC3E}">
        <p14:creationId xmlns:p14="http://schemas.microsoft.com/office/powerpoint/2010/main" val="1582837934"/>
      </p:ext>
    </p:extLst>
  </p:cSld>
  <p:clrMapOvr>
    <a:masterClrMapping/>
  </p:clrMapOvr>
</p:sld>
</file>

<file path=ppt/theme/theme1.xml><?xml version="1.0" encoding="utf-8"?>
<a:theme xmlns:a="http://schemas.openxmlformats.org/drawingml/2006/main" name="Covers">
  <a:themeElements>
    <a:clrScheme name="BIP Group">
      <a:dk1>
        <a:srgbClr val="0C2340"/>
      </a:dk1>
      <a:lt1>
        <a:srgbClr val="FFFFFF"/>
      </a:lt1>
      <a:dk2>
        <a:srgbClr val="0C2340"/>
      </a:dk2>
      <a:lt2>
        <a:srgbClr val="FFFFFF"/>
      </a:lt2>
      <a:accent1>
        <a:srgbClr val="DA291C"/>
      </a:accent1>
      <a:accent2>
        <a:srgbClr val="0C2340"/>
      </a:accent2>
      <a:accent3>
        <a:srgbClr val="546579"/>
      </a:accent3>
      <a:accent4>
        <a:srgbClr val="9DA7B3"/>
      </a:accent4>
      <a:accent5>
        <a:srgbClr val="DADEE2"/>
      </a:accent5>
      <a:accent6>
        <a:srgbClr val="F0F0F0"/>
      </a:accent6>
      <a:hlink>
        <a:srgbClr val="6E7FA5"/>
      </a:hlink>
      <a:folHlink>
        <a:srgbClr val="DADEE2"/>
      </a:folHlink>
    </a:clrScheme>
    <a:fontScheme name="Default">
      <a:majorFont>
        <a:latin typeface="Work Sans Light"/>
        <a:ea typeface=""/>
        <a:cs typeface=""/>
      </a:majorFont>
      <a:minorFont>
        <a:latin typeface="Work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 algn="l">
          <a:defRPr sz="12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01_BIP PPT Template_Long Version" id="{12FF0FFF-C109-4743-B42E-A28DAED04AD2}" vid="{65C111EE-5B43-4D02-A910-42E9F3775C1A}"/>
    </a:ext>
  </a:extLst>
</a:theme>
</file>

<file path=ppt/theme/theme2.xml><?xml version="1.0" encoding="utf-8"?>
<a:theme xmlns:a="http://schemas.openxmlformats.org/drawingml/2006/main" name="Basic Section Dividers">
  <a:themeElements>
    <a:clrScheme name="BIP Group">
      <a:dk1>
        <a:srgbClr val="546579"/>
      </a:dk1>
      <a:lt1>
        <a:srgbClr val="FFFFFF"/>
      </a:lt1>
      <a:dk2>
        <a:srgbClr val="0C2340"/>
      </a:dk2>
      <a:lt2>
        <a:srgbClr val="FFFFFF"/>
      </a:lt2>
      <a:accent1>
        <a:srgbClr val="DA291C"/>
      </a:accent1>
      <a:accent2>
        <a:srgbClr val="0C2340"/>
      </a:accent2>
      <a:accent3>
        <a:srgbClr val="546579"/>
      </a:accent3>
      <a:accent4>
        <a:srgbClr val="9DA7B3"/>
      </a:accent4>
      <a:accent5>
        <a:srgbClr val="DADEE2"/>
      </a:accent5>
      <a:accent6>
        <a:srgbClr val="F0F0F0"/>
      </a:accent6>
      <a:hlink>
        <a:srgbClr val="6E7FA5"/>
      </a:hlink>
      <a:folHlink>
        <a:srgbClr val="DADEE2"/>
      </a:folHlink>
    </a:clrScheme>
    <a:fontScheme name="Default">
      <a:majorFont>
        <a:latin typeface="Work Sans Light"/>
        <a:ea typeface=""/>
        <a:cs typeface=""/>
      </a:majorFont>
      <a:minorFont>
        <a:latin typeface="Work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1_BIP PPT Template_Long Version" id="{12FF0FFF-C109-4743-B42E-A28DAED04AD2}" vid="{2CFDA18E-F5BD-4BA1-A5F4-94BE0EC232C3}"/>
    </a:ext>
  </a:extLst>
</a:theme>
</file>

<file path=ppt/theme/theme3.xml><?xml version="1.0" encoding="utf-8"?>
<a:theme xmlns:a="http://schemas.openxmlformats.org/drawingml/2006/main" name="[B] Basic Slides">
  <a:themeElements>
    <a:clrScheme name="BIP Group">
      <a:dk1>
        <a:srgbClr val="0C2340"/>
      </a:dk1>
      <a:lt1>
        <a:srgbClr val="FFFFFF"/>
      </a:lt1>
      <a:dk2>
        <a:srgbClr val="0C2340"/>
      </a:dk2>
      <a:lt2>
        <a:srgbClr val="FFFFFF"/>
      </a:lt2>
      <a:accent1>
        <a:srgbClr val="DA291C"/>
      </a:accent1>
      <a:accent2>
        <a:srgbClr val="0C2340"/>
      </a:accent2>
      <a:accent3>
        <a:srgbClr val="546579"/>
      </a:accent3>
      <a:accent4>
        <a:srgbClr val="9DA7B3"/>
      </a:accent4>
      <a:accent5>
        <a:srgbClr val="DADEE2"/>
      </a:accent5>
      <a:accent6>
        <a:srgbClr val="F0F0F0"/>
      </a:accent6>
      <a:hlink>
        <a:srgbClr val="DA291C"/>
      </a:hlink>
      <a:folHlink>
        <a:srgbClr val="DA291C"/>
      </a:folHlink>
    </a:clrScheme>
    <a:fontScheme name="Default 2">
      <a:majorFont>
        <a:latin typeface="Work Sans SemiBold"/>
        <a:ea typeface=""/>
        <a:cs typeface=""/>
      </a:majorFont>
      <a:minorFont>
        <a:latin typeface="Work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DA291C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6350">
          <a:solidFill>
            <a:srgbClr val="DA291C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wrap="square" lIns="0" tIns="0" rIns="0" bIns="0" numCol="1" spcCol="180000" rtlCol="0" anchor="b">
        <a:spAutoFit/>
      </a:bodyPr>
      <a:lstStyle>
        <a:defPPr algn="l" defTabSz="609630">
          <a:lnSpc>
            <a:spcPct val="120000"/>
          </a:lnSpc>
          <a:spcAft>
            <a:spcPts val="1200"/>
          </a:spcAft>
          <a:defRPr sz="1000" dirty="0">
            <a:solidFill>
              <a:srgbClr val="0C2340"/>
            </a:solidFill>
            <a:latin typeface="Work Sans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01_BIP PPT Template_Long Version" id="{12FF0FFF-C109-4743-B42E-A28DAED04AD2}" vid="{6547DB03-9229-4D87-9CAE-4C80BAF10EDB}"/>
    </a:ext>
  </a:extLst>
</a:theme>
</file>

<file path=ppt/theme/theme4.xml><?xml version="1.0" encoding="utf-8"?>
<a:theme xmlns:a="http://schemas.openxmlformats.org/drawingml/2006/main" name="[W] Basic Slides">
  <a:themeElements>
    <a:clrScheme name="BIP Group">
      <a:dk1>
        <a:srgbClr val="0C2340"/>
      </a:dk1>
      <a:lt1>
        <a:srgbClr val="FFFFFF"/>
      </a:lt1>
      <a:dk2>
        <a:srgbClr val="0C2340"/>
      </a:dk2>
      <a:lt2>
        <a:srgbClr val="FFFFFF"/>
      </a:lt2>
      <a:accent1>
        <a:srgbClr val="DA291C"/>
      </a:accent1>
      <a:accent2>
        <a:srgbClr val="0C2340"/>
      </a:accent2>
      <a:accent3>
        <a:srgbClr val="546579"/>
      </a:accent3>
      <a:accent4>
        <a:srgbClr val="9DA7B3"/>
      </a:accent4>
      <a:accent5>
        <a:srgbClr val="DADEE2"/>
      </a:accent5>
      <a:accent6>
        <a:srgbClr val="F0F0F0"/>
      </a:accent6>
      <a:hlink>
        <a:srgbClr val="DA291C"/>
      </a:hlink>
      <a:folHlink>
        <a:srgbClr val="DA291C"/>
      </a:folHlink>
    </a:clrScheme>
    <a:fontScheme name="Default 2">
      <a:majorFont>
        <a:latin typeface="Work Sans SemiBold"/>
        <a:ea typeface=""/>
        <a:cs typeface=""/>
      </a:majorFont>
      <a:minorFont>
        <a:latin typeface="Work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DA291C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6350">
          <a:solidFill>
            <a:srgbClr val="DA291C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wrap="square" lIns="0" tIns="0" rIns="0" bIns="0" numCol="1" spcCol="180000" rtlCol="0" anchor="b">
        <a:spAutoFit/>
      </a:bodyPr>
      <a:lstStyle>
        <a:defPPr algn="l" defTabSz="609630">
          <a:lnSpc>
            <a:spcPct val="120000"/>
          </a:lnSpc>
          <a:spcAft>
            <a:spcPts val="1200"/>
          </a:spcAft>
          <a:defRPr sz="1000" dirty="0">
            <a:solidFill>
              <a:srgbClr val="0C2340"/>
            </a:solidFill>
            <a:latin typeface="Work Sans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01_BIP PPT Template_Long Version" id="{12FF0FFF-C109-4743-B42E-A28DAED04AD2}" vid="{5271196F-6484-4CEC-8F7A-0088E4380C8F}"/>
    </a:ext>
  </a:extLst>
</a:theme>
</file>

<file path=ppt/theme/theme5.xml><?xml version="1.0" encoding="utf-8"?>
<a:theme xmlns:a="http://schemas.openxmlformats.org/drawingml/2006/main" name="[R] Basic Slides">
  <a:themeElements>
    <a:clrScheme name="BIP Group">
      <a:dk1>
        <a:srgbClr val="0C2340"/>
      </a:dk1>
      <a:lt1>
        <a:srgbClr val="FFFFFF"/>
      </a:lt1>
      <a:dk2>
        <a:srgbClr val="0C2340"/>
      </a:dk2>
      <a:lt2>
        <a:srgbClr val="FFFFFF"/>
      </a:lt2>
      <a:accent1>
        <a:srgbClr val="DA291C"/>
      </a:accent1>
      <a:accent2>
        <a:srgbClr val="0C2340"/>
      </a:accent2>
      <a:accent3>
        <a:srgbClr val="546579"/>
      </a:accent3>
      <a:accent4>
        <a:srgbClr val="9DA7B3"/>
      </a:accent4>
      <a:accent5>
        <a:srgbClr val="DADEE2"/>
      </a:accent5>
      <a:accent6>
        <a:srgbClr val="F0F0F0"/>
      </a:accent6>
      <a:hlink>
        <a:srgbClr val="DA291C"/>
      </a:hlink>
      <a:folHlink>
        <a:srgbClr val="DA291C"/>
      </a:folHlink>
    </a:clrScheme>
    <a:fontScheme name="Default 2">
      <a:majorFont>
        <a:latin typeface="Work Sans SemiBold"/>
        <a:ea typeface=""/>
        <a:cs typeface=""/>
      </a:majorFont>
      <a:minorFont>
        <a:latin typeface="Work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DA291C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6350">
          <a:solidFill>
            <a:srgbClr val="DA291C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wrap="square" lIns="0" tIns="0" rIns="0" bIns="0" numCol="1" spcCol="180000" rtlCol="0" anchor="b">
        <a:spAutoFit/>
      </a:bodyPr>
      <a:lstStyle>
        <a:defPPr algn="l" defTabSz="609630">
          <a:lnSpc>
            <a:spcPct val="120000"/>
          </a:lnSpc>
          <a:spcAft>
            <a:spcPts val="1200"/>
          </a:spcAft>
          <a:defRPr sz="1000" dirty="0">
            <a:solidFill>
              <a:srgbClr val="0C2340"/>
            </a:solidFill>
            <a:latin typeface="Work Sans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01_BIP PPT Template_Long Version" id="{12FF0FFF-C109-4743-B42E-A28DAED04AD2}" vid="{E5D69AEE-5671-4E86-B30A-C05DA8AEAF51}"/>
    </a:ext>
  </a:extLst>
</a:theme>
</file>

<file path=ppt/theme/theme6.xml><?xml version="1.0" encoding="utf-8"?>
<a:theme xmlns:a="http://schemas.openxmlformats.org/drawingml/2006/main" name="[B] Column Grid">
  <a:themeElements>
    <a:clrScheme name="BIP Group">
      <a:dk1>
        <a:srgbClr val="0C2340"/>
      </a:dk1>
      <a:lt1>
        <a:srgbClr val="FFFFFF"/>
      </a:lt1>
      <a:dk2>
        <a:srgbClr val="0C2340"/>
      </a:dk2>
      <a:lt2>
        <a:srgbClr val="FFFFFF"/>
      </a:lt2>
      <a:accent1>
        <a:srgbClr val="DA291C"/>
      </a:accent1>
      <a:accent2>
        <a:srgbClr val="0C2340"/>
      </a:accent2>
      <a:accent3>
        <a:srgbClr val="546579"/>
      </a:accent3>
      <a:accent4>
        <a:srgbClr val="9DA7B3"/>
      </a:accent4>
      <a:accent5>
        <a:srgbClr val="DADEE2"/>
      </a:accent5>
      <a:accent6>
        <a:srgbClr val="F0F0F0"/>
      </a:accent6>
      <a:hlink>
        <a:srgbClr val="6E7FA5"/>
      </a:hlink>
      <a:folHlink>
        <a:srgbClr val="DADEE2"/>
      </a:folHlink>
    </a:clrScheme>
    <a:fontScheme name="Default">
      <a:majorFont>
        <a:latin typeface="Work Sans Light"/>
        <a:ea typeface=""/>
        <a:cs typeface=""/>
      </a:majorFont>
      <a:minorFont>
        <a:latin typeface="Work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DA291C"/>
        </a:solidFill>
        <a:ln>
          <a:noFill/>
        </a:ln>
        <a:effectLst/>
      </a:spPr>
      <a:bodyPr rtlCol="0" anchor="ctr"/>
      <a:lstStyle>
        <a:defPPr algn="ctr">
          <a:defRPr sz="1000" dirty="0" smtClean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6350">
          <a:solidFill>
            <a:srgbClr val="DA291C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wrap="square" lIns="0" tIns="0" rIns="0" bIns="0" numCol="1" spcCol="180000" rtlCol="0" anchor="b">
        <a:spAutoFit/>
      </a:bodyPr>
      <a:lstStyle>
        <a:defPPr algn="l" defTabSz="609630">
          <a:lnSpc>
            <a:spcPct val="120000"/>
          </a:lnSpc>
          <a:spcAft>
            <a:spcPts val="1200"/>
          </a:spcAft>
          <a:defRPr sz="1000" dirty="0">
            <a:solidFill>
              <a:srgbClr val="0C2340"/>
            </a:solidFill>
            <a:latin typeface="Work Sans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01_BIP PPT Template_Long Version" id="{12FF0FFF-C109-4743-B42E-A28DAED04AD2}" vid="{7DF92E2C-033C-4CC6-9B96-44660C689A02}"/>
    </a:ext>
  </a:extLst>
</a:theme>
</file>

<file path=ppt/theme/theme7.xml><?xml version="1.0" encoding="utf-8"?>
<a:theme xmlns:a="http://schemas.openxmlformats.org/drawingml/2006/main" name="[W] Column Grid">
  <a:themeElements>
    <a:clrScheme name="BIP Group">
      <a:dk1>
        <a:srgbClr val="0C2340"/>
      </a:dk1>
      <a:lt1>
        <a:srgbClr val="FFFFFF"/>
      </a:lt1>
      <a:dk2>
        <a:srgbClr val="0C2340"/>
      </a:dk2>
      <a:lt2>
        <a:srgbClr val="FFFFFF"/>
      </a:lt2>
      <a:accent1>
        <a:srgbClr val="DA291C"/>
      </a:accent1>
      <a:accent2>
        <a:srgbClr val="0C2340"/>
      </a:accent2>
      <a:accent3>
        <a:srgbClr val="546579"/>
      </a:accent3>
      <a:accent4>
        <a:srgbClr val="9DA7B3"/>
      </a:accent4>
      <a:accent5>
        <a:srgbClr val="DADEE2"/>
      </a:accent5>
      <a:accent6>
        <a:srgbClr val="F0F0F0"/>
      </a:accent6>
      <a:hlink>
        <a:srgbClr val="6E7FA5"/>
      </a:hlink>
      <a:folHlink>
        <a:srgbClr val="DADEE2"/>
      </a:folHlink>
    </a:clrScheme>
    <a:fontScheme name="Default">
      <a:majorFont>
        <a:latin typeface="Work Sans Light"/>
        <a:ea typeface=""/>
        <a:cs typeface=""/>
      </a:majorFont>
      <a:minorFont>
        <a:latin typeface="Work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 sz="1200" dirty="0" smtClean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6350">
          <a:solidFill>
            <a:srgbClr val="DA291C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wrap="square" lIns="0" tIns="0" rIns="0" bIns="0" rtlCol="0" anchor="b">
        <a:spAutoFit/>
      </a:bodyPr>
      <a:lstStyle>
        <a:defPPr algn="l" defTabSz="609630">
          <a:spcAft>
            <a:spcPts val="1200"/>
          </a:spcAft>
          <a:defRPr sz="1000">
            <a:latin typeface="Work Sans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01_BIP PPT Template_Long Version" id="{12FF0FFF-C109-4743-B42E-A28DAED04AD2}" vid="{C0612C40-8B12-4EE4-A615-0E5D94D3F0A2}"/>
    </a:ext>
  </a:extLst>
</a:theme>
</file>

<file path=ppt/theme/theme8.xml><?xml version="1.0" encoding="utf-8"?>
<a:theme xmlns:a="http://schemas.openxmlformats.org/drawingml/2006/main" name="[R] Column Grid">
  <a:themeElements>
    <a:clrScheme name="BIP Group">
      <a:dk1>
        <a:srgbClr val="0C2340"/>
      </a:dk1>
      <a:lt1>
        <a:srgbClr val="FFFFFF"/>
      </a:lt1>
      <a:dk2>
        <a:srgbClr val="0C2340"/>
      </a:dk2>
      <a:lt2>
        <a:srgbClr val="FFFFFF"/>
      </a:lt2>
      <a:accent1>
        <a:srgbClr val="DA291C"/>
      </a:accent1>
      <a:accent2>
        <a:srgbClr val="0C2340"/>
      </a:accent2>
      <a:accent3>
        <a:srgbClr val="546579"/>
      </a:accent3>
      <a:accent4>
        <a:srgbClr val="9DA7B3"/>
      </a:accent4>
      <a:accent5>
        <a:srgbClr val="DADEE2"/>
      </a:accent5>
      <a:accent6>
        <a:srgbClr val="F0F0F0"/>
      </a:accent6>
      <a:hlink>
        <a:srgbClr val="6E7FA5"/>
      </a:hlink>
      <a:folHlink>
        <a:srgbClr val="DADEE2"/>
      </a:folHlink>
    </a:clrScheme>
    <a:fontScheme name="Default 2">
      <a:majorFont>
        <a:latin typeface="Work Sans SemiBold"/>
        <a:ea typeface=""/>
        <a:cs typeface=""/>
      </a:majorFont>
      <a:minorFont>
        <a:latin typeface="Work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DA291C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6350">
          <a:solidFill>
            <a:srgbClr val="DA291C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01_BIP PPT Template_Long Version" id="{12FF0FFF-C109-4743-B42E-A28DAED04AD2}" vid="{20AFE57E-85D4-4E7F-8F1D-D1961042FC22}"/>
    </a:ext>
  </a:extLst>
</a:theme>
</file>

<file path=ppt/theme/theme9.xml><?xml version="1.0" encoding="utf-8"?>
<a:theme xmlns:a="http://schemas.openxmlformats.org/drawingml/2006/main" name="CV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rgbClr val="DA291C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200" dirty="0" err="1" smtClean="0">
            <a:solidFill>
              <a:srgbClr val="0C2340"/>
            </a:solidFill>
            <a:latin typeface="Work Sans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01_BIP PPT Template_Long Version" id="{12FF0FFF-C109-4743-B42E-A28DAED04AD2}" vid="{53B917D8-7DF5-4ECE-9B07-70BB2C11100C}"/>
    </a:ext>
  </a:extLst>
</a:theme>
</file>

<file path=ppt/theme/theme10.xml><?xml version="1.0" encoding="utf-8"?>
<a:theme xmlns:a="http://schemas.openxmlformats.org/drawingml/2006/main" name="Endings">
  <a:themeElements>
    <a:clrScheme name="BIP Group">
      <a:dk1>
        <a:srgbClr val="0C2340"/>
      </a:dk1>
      <a:lt1>
        <a:srgbClr val="FFFFFF"/>
      </a:lt1>
      <a:dk2>
        <a:srgbClr val="0C2340"/>
      </a:dk2>
      <a:lt2>
        <a:srgbClr val="FFFFFF"/>
      </a:lt2>
      <a:accent1>
        <a:srgbClr val="DA291C"/>
      </a:accent1>
      <a:accent2>
        <a:srgbClr val="0C2340"/>
      </a:accent2>
      <a:accent3>
        <a:srgbClr val="546579"/>
      </a:accent3>
      <a:accent4>
        <a:srgbClr val="9DA7B3"/>
      </a:accent4>
      <a:accent5>
        <a:srgbClr val="DADEE2"/>
      </a:accent5>
      <a:accent6>
        <a:srgbClr val="F0F0F0"/>
      </a:accent6>
      <a:hlink>
        <a:srgbClr val="DA291C"/>
      </a:hlink>
      <a:folHlink>
        <a:srgbClr val="DA291C"/>
      </a:folHlink>
    </a:clrScheme>
    <a:fontScheme name="BIP Group">
      <a:majorFont>
        <a:latin typeface="FS Elliot Pro Light"/>
        <a:ea typeface=""/>
        <a:cs typeface=""/>
      </a:majorFont>
      <a:minorFont>
        <a:latin typeface="FS Ellio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DA291C"/>
        </a:solidFill>
        <a:ln>
          <a:noFill/>
        </a:ln>
        <a:effectLst/>
      </a:spPr>
      <a:bodyPr lIns="0" tIns="0" rIns="0" bIns="0"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6350">
          <a:solidFill>
            <a:srgbClr val="DA291C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b">
        <a:spAutoFit/>
      </a:bodyPr>
      <a:lstStyle>
        <a:defPPr algn="l">
          <a:lnSpc>
            <a:spcPct val="120000"/>
          </a:lnSpc>
          <a:defRPr sz="1000" dirty="0">
            <a:solidFill>
              <a:srgbClr val="0C2340"/>
            </a:solidFill>
            <a:latin typeface="Work Sans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01_BIP PPT Template_Long Version" id="{12FF0FFF-C109-4743-B42E-A28DAED04AD2}" vid="{1DA14942-3B96-4196-925F-03EC175DAF6E}"/>
    </a:ext>
  </a:extLst>
</a:theme>
</file>

<file path=ppt/theme/theme11.xml><?xml version="1.0" encoding="utf-8"?>
<a:theme xmlns:a="http://schemas.openxmlformats.org/drawingml/2006/main" name="Blank">
  <a:themeElements>
    <a:clrScheme name="BIP Group">
      <a:dk1>
        <a:srgbClr val="0C2340"/>
      </a:dk1>
      <a:lt1>
        <a:srgbClr val="FFFFFF"/>
      </a:lt1>
      <a:dk2>
        <a:srgbClr val="0C2340"/>
      </a:dk2>
      <a:lt2>
        <a:srgbClr val="FFFFFF"/>
      </a:lt2>
      <a:accent1>
        <a:srgbClr val="DA291C"/>
      </a:accent1>
      <a:accent2>
        <a:srgbClr val="0C2340"/>
      </a:accent2>
      <a:accent3>
        <a:srgbClr val="546579"/>
      </a:accent3>
      <a:accent4>
        <a:srgbClr val="9DA7B3"/>
      </a:accent4>
      <a:accent5>
        <a:srgbClr val="DADEE2"/>
      </a:accent5>
      <a:accent6>
        <a:srgbClr val="F0F0F0"/>
      </a:accent6>
      <a:hlink>
        <a:srgbClr val="DA291C"/>
      </a:hlink>
      <a:folHlink>
        <a:srgbClr val="DA291C"/>
      </a:folHlink>
    </a:clrScheme>
    <a:fontScheme name="BIP Group">
      <a:majorFont>
        <a:latin typeface="FS Elliot Pro Light"/>
        <a:ea typeface=""/>
        <a:cs typeface=""/>
      </a:majorFont>
      <a:minorFont>
        <a:latin typeface="FS Ellio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DA291C"/>
        </a:solidFill>
        <a:ln>
          <a:noFill/>
        </a:ln>
        <a:effectLst/>
      </a:spPr>
      <a:bodyPr lIns="0" tIns="0" rIns="0" bIns="0"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6350">
          <a:solidFill>
            <a:srgbClr val="DA291C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b">
        <a:spAutoFit/>
      </a:bodyPr>
      <a:lstStyle>
        <a:defPPr algn="l">
          <a:lnSpc>
            <a:spcPct val="120000"/>
          </a:lnSpc>
          <a:defRPr sz="1000" dirty="0">
            <a:solidFill>
              <a:srgbClr val="0C2340"/>
            </a:solidFill>
            <a:latin typeface="Work Sans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01_BIP PPT Template_Long Version" id="{12FF0FFF-C109-4743-B42E-A28DAED04AD2}" vid="{EF13D6B8-6238-49E9-9F2E-B88BAA90B7F8}"/>
    </a:ext>
  </a:extLst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7DF1EF99FF67F47846B4FAD34540D85" ma:contentTypeVersion="13" ma:contentTypeDescription="Creare un nuovo documento." ma:contentTypeScope="" ma:versionID="00218aa49fa47941b686d9dcf4a436d3">
  <xsd:schema xmlns:xsd="http://www.w3.org/2001/XMLSchema" xmlns:xs="http://www.w3.org/2001/XMLSchema" xmlns:p="http://schemas.microsoft.com/office/2006/metadata/properties" xmlns:ns3="bdc50783-95fb-42bd-90d3-e6d763cf6142" xmlns:ns4="8a252674-5bef-4d02-b5ec-fc84efa581d0" targetNamespace="http://schemas.microsoft.com/office/2006/metadata/properties" ma:root="true" ma:fieldsID="e3639184e071a48bedf91650a678f8cd" ns3:_="" ns4:_="">
    <xsd:import namespace="bdc50783-95fb-42bd-90d3-e6d763cf6142"/>
    <xsd:import namespace="8a252674-5bef-4d02-b5ec-fc84efa581d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c50783-95fb-42bd-90d3-e6d763cf6142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252674-5bef-4d02-b5ec-fc84efa581d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ash suggerimento condivisione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8a252674-5bef-4d02-b5ec-fc84efa581d0">
      <UserInfo>
        <DisplayName>Leta, Amanda (Bip Group)</DisplayName>
        <AccountId>99</AccountId>
        <AccountType/>
      </UserInfo>
      <UserInfo>
        <DisplayName>Aranha, Carolina (Bip Group)</DisplayName>
        <AccountId>247</AccountId>
        <AccountType/>
      </UserInfo>
      <UserInfo>
        <DisplayName>Tresnan, George (Bip Group)</DisplayName>
        <AccountId>25</AccountId>
        <AccountType/>
      </UserInfo>
      <UserInfo>
        <DisplayName>Pasi, Margherita (Bip Group)</DisplayName>
        <AccountId>557</AccountId>
        <AccountType/>
      </UserInfo>
      <UserInfo>
        <DisplayName>Di Mari, Francesca (Bip Group)</DisplayName>
        <AccountId>164</AccountId>
        <AccountType/>
      </UserInfo>
      <UserInfo>
        <DisplayName>Barbaro, Antonino (Bip Group)</DisplayName>
        <AccountId>13</AccountId>
        <AccountType/>
      </UserInfo>
      <UserInfo>
        <DisplayName>Garofalo, Roberta (Bip Group)</DisplayName>
        <AccountId>15</AccountId>
        <AccountType/>
      </UserInfo>
      <UserInfo>
        <DisplayName>Schiavoni, Cecilia (Bip Group)</DisplayName>
        <AccountId>285</AccountId>
        <AccountType/>
      </UserInfo>
    </SharedWithUsers>
    <_activity xmlns="bdc50783-95fb-42bd-90d3-e6d763cf6142" xsi:nil="true"/>
  </documentManagement>
</p:properties>
</file>

<file path=customXml/itemProps1.xml><?xml version="1.0" encoding="utf-8"?>
<ds:datastoreItem xmlns:ds="http://schemas.openxmlformats.org/officeDocument/2006/customXml" ds:itemID="{561683C4-77C7-4D57-80A7-0A3EDE298B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dc50783-95fb-42bd-90d3-e6d763cf6142"/>
    <ds:schemaRef ds:uri="8a252674-5bef-4d02-b5ec-fc84efa581d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E0769B7-4DC8-420C-B1DB-6908AA51EF4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A4FB46-B038-42A2-951F-9A49AC4283DE}">
  <ds:schemaRefs>
    <ds:schemaRef ds:uri="http://schemas.microsoft.com/office/2006/documentManagement/types"/>
    <ds:schemaRef ds:uri="http://purl.org/dc/dcmitype/"/>
    <ds:schemaRef ds:uri="bdc50783-95fb-42bd-90d3-e6d763cf6142"/>
    <ds:schemaRef ds:uri="http://purl.org/dc/elements/1.1/"/>
    <ds:schemaRef ds:uri="http://purl.org/dc/terms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8a252674-5bef-4d02-b5ec-fc84efa581d0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bb1a63eb-eb09-471a-a005-37b07792a5b5}" enabled="0" method="" siteId="{bb1a63eb-eb09-471a-a005-37b07792a5b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01_BIP PPT Template_Long Version</Template>
  <TotalTime>10</TotalTime>
  <Words>632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3</vt:i4>
      </vt:variant>
    </vt:vector>
  </HeadingPairs>
  <TitlesOfParts>
    <vt:vector size="22" baseType="lpstr">
      <vt:lpstr>Aptos</vt:lpstr>
      <vt:lpstr>Arial</vt:lpstr>
      <vt:lpstr>Wingdings</vt:lpstr>
      <vt:lpstr>Work Sans</vt:lpstr>
      <vt:lpstr>Work Sans Light</vt:lpstr>
      <vt:lpstr>Work Sans Medium</vt:lpstr>
      <vt:lpstr>Work Sans SemiBold</vt:lpstr>
      <vt:lpstr>Work Sans Thin</vt:lpstr>
      <vt:lpstr>Covers</vt:lpstr>
      <vt:lpstr>Basic Section Dividers</vt:lpstr>
      <vt:lpstr>[B] Basic Slides</vt:lpstr>
      <vt:lpstr>[W] Basic Slides</vt:lpstr>
      <vt:lpstr>[R] Basic Slides</vt:lpstr>
      <vt:lpstr>[B] Column Grid</vt:lpstr>
      <vt:lpstr>[W] Column Grid</vt:lpstr>
      <vt:lpstr>[R] Column Grid</vt:lpstr>
      <vt:lpstr>CV</vt:lpstr>
      <vt:lpstr>Endings</vt:lpstr>
      <vt:lpstr>Blank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Pensa, Matthew (Bip.Monticello)</dc:creator>
  <cp:lastModifiedBy>Pensa, Matthew (Bip.Monticello)</cp:lastModifiedBy>
  <cp:revision>3</cp:revision>
  <dcterms:created xsi:type="dcterms:W3CDTF">2025-11-24T23:51:54Z</dcterms:created>
  <dcterms:modified xsi:type="dcterms:W3CDTF">2025-11-30T19:14:30Z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0x010100E7DF1EF99FF67F47846B4FAD34540D85</vt:lpwstr>
  </property>
  <property fmtid="{D5CDD505-2E9C-101B-9397-08002B2CF9AE}" pid="3" name="MediaServiceImageTags">
    <vt:lpwstr/>
  </property>
</Properties>
</file>