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391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W] 1 Column (Tag-Title-Subtitle-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002798E8-9946-A385-F444-0695D934C7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>
            <a:noAutofit/>
          </a:bodyPr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  <p:sp>
        <p:nvSpPr>
          <p:cNvPr id="3" name="Segnaposto titolo 4">
            <a:extLst>
              <a:ext uri="{FF2B5EF4-FFF2-40B4-BE49-F238E27FC236}">
                <a16:creationId xmlns:a16="http://schemas.microsoft.com/office/drawing/2014/main" id="{D7363CB8-0B7A-38C8-2F03-3473503518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099" y="594777"/>
            <a:ext cx="1165563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Title here</a:t>
            </a:r>
            <a:endParaRPr lang="en-GB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AC97DEC4-AF09-7E7A-6D7B-6725889AF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099" y="1795748"/>
            <a:ext cx="11655631" cy="45860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8897EF-3DFA-0CF9-0BD2-4E99B4BA60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3525" y="1174813"/>
            <a:ext cx="11653838" cy="341473"/>
          </a:xfrm>
        </p:spPr>
        <p:txBody>
          <a:bodyPr>
            <a:noAutofit/>
          </a:bodyPr>
          <a:lstStyle>
            <a:lvl1pPr>
              <a:defRPr sz="180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5840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40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W]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C80D77BC-BD64-94F7-F4CD-7C8BE395D7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177236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85">
          <p15:clr>
            <a:srgbClr val="A4A3A4"/>
          </p15:clr>
        </p15:guide>
        <p15:guide id="2" pos="3795">
          <p15:clr>
            <a:srgbClr val="A4A3A4"/>
          </p15:clr>
        </p15:guide>
        <p15:guide id="5" pos="3840">
          <p15:clr>
            <a:srgbClr val="000000"/>
          </p15:clr>
        </p15:guide>
        <p15:guide id="6" pos="3568">
          <p15:clr>
            <a:srgbClr val="FBAE40"/>
          </p15:clr>
        </p15:guide>
        <p15:guide id="7" pos="728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47A05B7D-758B-13FB-710B-5DB83BDFC2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1843766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61">
          <p15:clr>
            <a:srgbClr val="A4A3A4"/>
          </p15:clr>
        </p15:guide>
        <p15:guide id="2" pos="5110">
          <p15:clr>
            <a:srgbClr val="A4A3A4"/>
          </p15:clr>
        </p15:guide>
        <p15:guide id="3" pos="2570">
          <p15:clr>
            <a:srgbClr val="A4A3A4"/>
          </p15:clr>
        </p15:guide>
        <p15:guide id="6" pos="5019">
          <p15:clr>
            <a:srgbClr val="A4A3A4"/>
          </p15:clr>
        </p15:guide>
        <p15:guide id="7" pos="5065">
          <p15:clr>
            <a:srgbClr val="000000"/>
          </p15:clr>
        </p15:guide>
        <p15:guide id="8" pos="2615">
          <p15:clr>
            <a:srgbClr val="000000"/>
          </p15:clr>
        </p15:guide>
        <p15:guide id="9" pos="2343">
          <p15:clr>
            <a:srgbClr val="FBAE40"/>
          </p15:clr>
        </p15:guide>
        <p15:guide id="10" pos="4793">
          <p15:clr>
            <a:srgbClr val="FBAE40"/>
          </p15:clr>
        </p15:guide>
        <p15:guide id="11" pos="7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9E5B1260-627F-BA44-F890-70C27A3037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2355285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A37B1C57-DE1C-3D55-9AA6-2EC73EA09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183067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numero diapositiva 3">
            <a:extLst>
              <a:ext uri="{FF2B5EF4-FFF2-40B4-BE49-F238E27FC236}">
                <a16:creationId xmlns:a16="http://schemas.microsoft.com/office/drawing/2014/main" id="{48B86079-8055-54E2-967C-5BB6A992C7D0}"/>
              </a:ext>
            </a:extLst>
          </p:cNvPr>
          <p:cNvSpPr txBox="1">
            <a:spLocks/>
          </p:cNvSpPr>
          <p:nvPr userDrawn="1"/>
        </p:nvSpPr>
        <p:spPr>
          <a:xfrm>
            <a:off x="258396" y="6522680"/>
            <a:ext cx="494299" cy="19721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600" b="0" i="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C18EA95-C3D3-214C-9452-EF8527DBCD86}" type="slidenum">
              <a:rPr lang="it-IT" sz="800" smtClean="0">
                <a:latin typeface="+mn-lt"/>
              </a:rPr>
              <a:pPr algn="l"/>
              <a:t>‹#›</a:t>
            </a:fld>
            <a:endParaRPr lang="it-IT" sz="800">
              <a:latin typeface="+mn-lt"/>
            </a:endParaRPr>
          </a:p>
        </p:txBody>
      </p:sp>
      <p:sp>
        <p:nvSpPr>
          <p:cNvPr id="5" name="Segnaposto titolo 4"/>
          <p:cNvSpPr>
            <a:spLocks noGrp="1"/>
          </p:cNvSpPr>
          <p:nvPr>
            <p:ph type="title"/>
          </p:nvPr>
        </p:nvSpPr>
        <p:spPr>
          <a:xfrm>
            <a:off x="275099" y="307439"/>
            <a:ext cx="1165563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Title here</a:t>
            </a:r>
            <a:endParaRPr lang="en-GB"/>
          </a:p>
        </p:txBody>
      </p:sp>
      <p:grpSp>
        <p:nvGrpSpPr>
          <p:cNvPr id="22" name="Graphic 6">
            <a:extLst>
              <a:ext uri="{FF2B5EF4-FFF2-40B4-BE49-F238E27FC236}">
                <a16:creationId xmlns:a16="http://schemas.microsoft.com/office/drawing/2014/main" id="{0AEDAF7C-5160-AD8E-0DC4-7807EDCD172F}"/>
              </a:ext>
            </a:extLst>
          </p:cNvPr>
          <p:cNvGrpSpPr/>
          <p:nvPr/>
        </p:nvGrpSpPr>
        <p:grpSpPr>
          <a:xfrm>
            <a:off x="11618002" y="6507090"/>
            <a:ext cx="312729" cy="218045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CB30FE0-AD6C-B08A-E8E5-34150463D083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B82BADA-C32C-04B5-DD2E-0E4B72F53EDF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41F6A31-F524-6913-0301-610BFEEAFC44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4D8D972-84DE-D2D1-B133-9D10E3CD9F14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84E9D118-7602-3AA8-0AD5-359A7A2EE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099" y="934720"/>
            <a:ext cx="11655631" cy="54470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019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spcAft>
          <a:spcPts val="1200"/>
        </a:spcAft>
        <a:buNone/>
        <a:defRPr sz="3600" b="0" i="0" kern="0" spc="0" baseline="0">
          <a:solidFill>
            <a:srgbClr val="0C2340"/>
          </a:solidFill>
          <a:latin typeface="Work Sans Light" pitchFamily="2" charset="0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1pPr>
      <a:lvl2pPr marL="0" indent="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2pPr>
      <a:lvl3pPr marL="538163" indent="-182563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rabicPeriod"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3pPr>
      <a:lvl4pPr marL="893763" indent="-173038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lphaUcPeriod"/>
        <a:defRPr sz="1200" kern="1200" baseline="0">
          <a:solidFill>
            <a:srgbClr val="0C2340"/>
          </a:solidFill>
          <a:latin typeface="+mn-lt"/>
          <a:ea typeface="+mn-ea"/>
          <a:cs typeface="+mn-cs"/>
        </a:defRPr>
      </a:lvl4pPr>
      <a:lvl5pPr marL="1247775" indent="-171450" algn="l" defTabSz="609585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DA291C"/>
        </a:buClr>
        <a:buFont typeface="Wingdings" panose="05000000000000000000" pitchFamily="2" charset="2"/>
        <a:buChar char="§"/>
        <a:defRPr sz="1200" b="0" kern="1200" baseline="0">
          <a:solidFill>
            <a:srgbClr val="546579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66">
          <p15:clr>
            <a:srgbClr val="F26B43"/>
          </p15:clr>
        </p15:guide>
        <p15:guide id="3" orient="horz" pos="187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9">
            <a:extLst>
              <a:ext uri="{FF2B5EF4-FFF2-40B4-BE49-F238E27FC236}">
                <a16:creationId xmlns:a16="http://schemas.microsoft.com/office/drawing/2014/main" id="{904B0775-B63B-44E7-BB2C-ABC119F2C369}"/>
              </a:ext>
            </a:extLst>
          </p:cNvPr>
          <p:cNvSpPr txBox="1"/>
          <p:nvPr/>
        </p:nvSpPr>
        <p:spPr>
          <a:xfrm>
            <a:off x="257175" y="3168899"/>
            <a:ext cx="5407026" cy="3239092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 et dolore magna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aliqua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. Ut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enim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ad minim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veniam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quis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nostrud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exercitation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 et dolore magna: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 et dolore magna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aliqua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. Ut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enim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ad minim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veniam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quis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nostrud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exercitation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 et dolore magna.</a:t>
            </a:r>
          </a:p>
          <a:p>
            <a:pPr marL="0" marR="0" lvl="0" indent="0" algn="l" defTabSz="60963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 et dolore magna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aliqua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. Ut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enim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ad minim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veniam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quis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nostrud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exercitation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 et dolore magna.</a:t>
            </a:r>
          </a:p>
        </p:txBody>
      </p:sp>
      <p:sp>
        <p:nvSpPr>
          <p:cNvPr id="12" name="Retângulo 19">
            <a:extLst>
              <a:ext uri="{FF2B5EF4-FFF2-40B4-BE49-F238E27FC236}">
                <a16:creationId xmlns:a16="http://schemas.microsoft.com/office/drawing/2014/main" id="{F36D62A6-1BA4-407A-E79D-0A745A02E443}"/>
              </a:ext>
            </a:extLst>
          </p:cNvPr>
          <p:cNvSpPr/>
          <p:nvPr/>
        </p:nvSpPr>
        <p:spPr>
          <a:xfrm>
            <a:off x="6167438" y="2766041"/>
            <a:ext cx="258735" cy="240599"/>
          </a:xfrm>
          <a:prstGeom prst="rect">
            <a:avLst/>
          </a:prstGeom>
          <a:solidFill>
            <a:srgbClr val="DA291C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Work Sans SemiBold" pitchFamily="2" charset="0"/>
              <a:ea typeface="+mn-ea"/>
              <a:cs typeface="+mn-cs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417EDAFE-855B-7430-C020-11EC54ADBB10}"/>
              </a:ext>
            </a:extLst>
          </p:cNvPr>
          <p:cNvSpPr txBox="1"/>
          <p:nvPr/>
        </p:nvSpPr>
        <p:spPr>
          <a:xfrm>
            <a:off x="6238698" y="2757762"/>
            <a:ext cx="117546" cy="1886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 SemiBold" pitchFamily="2" charset="0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96E338E-7F5D-17EF-334A-2A3CB9BA44E4}"/>
              </a:ext>
            </a:extLst>
          </p:cNvPr>
          <p:cNvSpPr txBox="1"/>
          <p:nvPr/>
        </p:nvSpPr>
        <p:spPr>
          <a:xfrm>
            <a:off x="6170335" y="3048424"/>
            <a:ext cx="2410103" cy="368804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SemiBold" pitchFamily="2" charset="0"/>
                <a:ea typeface="+mn-ea"/>
                <a:cs typeface="+mn-cs"/>
              </a:rPr>
              <a:t>Lorem Ipsum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Work Sans SemiBold" pitchFamily="2" charset="0"/>
              <a:ea typeface="+mn-ea"/>
              <a:cs typeface="+mn-cs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3F22E6B-9925-7BB0-0A7A-6B517C86636F}"/>
              </a:ext>
            </a:extLst>
          </p:cNvPr>
          <p:cNvSpPr txBox="1"/>
          <p:nvPr/>
        </p:nvSpPr>
        <p:spPr>
          <a:xfrm>
            <a:off x="6168492" y="3228577"/>
            <a:ext cx="2411945" cy="584711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Lorem ipsum dolor sit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labore.</a:t>
            </a:r>
          </a:p>
        </p:txBody>
      </p:sp>
      <p:sp>
        <p:nvSpPr>
          <p:cNvPr id="27" name="Retângulo 45">
            <a:extLst>
              <a:ext uri="{FF2B5EF4-FFF2-40B4-BE49-F238E27FC236}">
                <a16:creationId xmlns:a16="http://schemas.microsoft.com/office/drawing/2014/main" id="{EAE7D525-2C30-E491-3B3A-A629BA74AEC7}"/>
              </a:ext>
            </a:extLst>
          </p:cNvPr>
          <p:cNvSpPr/>
          <p:nvPr/>
        </p:nvSpPr>
        <p:spPr>
          <a:xfrm>
            <a:off x="9125776" y="2766041"/>
            <a:ext cx="265369" cy="240599"/>
          </a:xfrm>
          <a:prstGeom prst="rect">
            <a:avLst/>
          </a:prstGeom>
          <a:solidFill>
            <a:srgbClr val="DA291C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Work Sans SemiBold" pitchFamily="2" charset="0"/>
              <a:ea typeface="+mn-ea"/>
              <a:cs typeface="+mn-cs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2A52E4BF-DFE1-4F52-0FB6-DF990C43014F}"/>
              </a:ext>
            </a:extLst>
          </p:cNvPr>
          <p:cNvSpPr txBox="1"/>
          <p:nvPr/>
        </p:nvSpPr>
        <p:spPr>
          <a:xfrm>
            <a:off x="9202751" y="2757762"/>
            <a:ext cx="120560" cy="1886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 SemiBold" pitchFamily="2" charset="0"/>
                <a:ea typeface="+mn-ea"/>
                <a:cs typeface="+mn-cs"/>
              </a:rPr>
              <a:t>2</a:t>
            </a: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01F9442D-11BA-5DFD-D435-160E17643011}"/>
              </a:ext>
            </a:extLst>
          </p:cNvPr>
          <p:cNvSpPr txBox="1"/>
          <p:nvPr/>
        </p:nvSpPr>
        <p:spPr>
          <a:xfrm>
            <a:off x="9132170" y="3048424"/>
            <a:ext cx="2437786" cy="368804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SemiBold" pitchFamily="2" charset="0"/>
                <a:ea typeface="+mn-ea"/>
                <a:cs typeface="+mn-cs"/>
              </a:rPr>
              <a:t>Lorem Ipsum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Work Sans SemiBold" pitchFamily="2" charset="0"/>
              <a:ea typeface="+mn-ea"/>
              <a:cs typeface="+mn-cs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AA0AAB04-F94D-F33C-8D72-22F4DFDD2D88}"/>
              </a:ext>
            </a:extLst>
          </p:cNvPr>
          <p:cNvSpPr txBox="1"/>
          <p:nvPr/>
        </p:nvSpPr>
        <p:spPr>
          <a:xfrm>
            <a:off x="9130327" y="3228578"/>
            <a:ext cx="2437786" cy="5847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Lorem ipsum dolor sit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labore.</a:t>
            </a:r>
          </a:p>
        </p:txBody>
      </p:sp>
      <p:sp>
        <p:nvSpPr>
          <p:cNvPr id="31" name="Retângulo 19">
            <a:extLst>
              <a:ext uri="{FF2B5EF4-FFF2-40B4-BE49-F238E27FC236}">
                <a16:creationId xmlns:a16="http://schemas.microsoft.com/office/drawing/2014/main" id="{5BC88CD4-A54C-C359-ECF1-E307164ECE11}"/>
              </a:ext>
            </a:extLst>
          </p:cNvPr>
          <p:cNvSpPr/>
          <p:nvPr/>
        </p:nvSpPr>
        <p:spPr>
          <a:xfrm>
            <a:off x="6167438" y="4043423"/>
            <a:ext cx="258735" cy="240599"/>
          </a:xfrm>
          <a:prstGeom prst="rect">
            <a:avLst/>
          </a:prstGeom>
          <a:solidFill>
            <a:srgbClr val="DA291C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Work Sans SemiBold" pitchFamily="2" charset="0"/>
              <a:ea typeface="+mn-ea"/>
              <a:cs typeface="+mn-cs"/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53400D36-97E3-7751-443E-D6E54B26004C}"/>
              </a:ext>
            </a:extLst>
          </p:cNvPr>
          <p:cNvSpPr txBox="1"/>
          <p:nvPr/>
        </p:nvSpPr>
        <p:spPr>
          <a:xfrm>
            <a:off x="6246318" y="4035144"/>
            <a:ext cx="117546" cy="1886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 SemiBold" pitchFamily="2" charset="0"/>
                <a:ea typeface="+mn-ea"/>
                <a:cs typeface="+mn-cs"/>
              </a:rPr>
              <a:t>3</a:t>
            </a: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EDCD2E7B-AE33-AE2D-D0F2-F485F6958E66}"/>
              </a:ext>
            </a:extLst>
          </p:cNvPr>
          <p:cNvSpPr txBox="1"/>
          <p:nvPr/>
        </p:nvSpPr>
        <p:spPr>
          <a:xfrm>
            <a:off x="6170335" y="4325806"/>
            <a:ext cx="2410102" cy="368804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SemiBold" pitchFamily="2" charset="0"/>
                <a:ea typeface="+mn-ea"/>
                <a:cs typeface="+mn-cs"/>
              </a:rPr>
              <a:t>Lorem Ipsum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Work Sans SemiBold" pitchFamily="2" charset="0"/>
              <a:ea typeface="+mn-ea"/>
              <a:cs typeface="+mn-cs"/>
            </a:endParaRP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800BCA96-888D-ED7C-C328-5DCF6470F3BA}"/>
              </a:ext>
            </a:extLst>
          </p:cNvPr>
          <p:cNvSpPr txBox="1"/>
          <p:nvPr/>
        </p:nvSpPr>
        <p:spPr>
          <a:xfrm>
            <a:off x="6168492" y="4505959"/>
            <a:ext cx="2411945" cy="584711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Lorem ipsum dolor sit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labore.</a:t>
            </a:r>
          </a:p>
        </p:txBody>
      </p:sp>
      <p:sp>
        <p:nvSpPr>
          <p:cNvPr id="35" name="Retângulo 45">
            <a:extLst>
              <a:ext uri="{FF2B5EF4-FFF2-40B4-BE49-F238E27FC236}">
                <a16:creationId xmlns:a16="http://schemas.microsoft.com/office/drawing/2014/main" id="{85AD2E49-B7BB-4384-63CE-512A2CE4DA1D}"/>
              </a:ext>
            </a:extLst>
          </p:cNvPr>
          <p:cNvSpPr/>
          <p:nvPr/>
        </p:nvSpPr>
        <p:spPr>
          <a:xfrm>
            <a:off x="9125776" y="4043423"/>
            <a:ext cx="265369" cy="240599"/>
          </a:xfrm>
          <a:prstGeom prst="rect">
            <a:avLst/>
          </a:prstGeom>
          <a:solidFill>
            <a:srgbClr val="DA291C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Work Sans SemiBold" pitchFamily="2" charset="0"/>
              <a:ea typeface="+mn-ea"/>
              <a:cs typeface="+mn-cs"/>
            </a:endParaRPr>
          </a:p>
        </p:txBody>
      </p:sp>
      <p:sp>
        <p:nvSpPr>
          <p:cNvPr id="36" name="TextBox 10">
            <a:extLst>
              <a:ext uri="{FF2B5EF4-FFF2-40B4-BE49-F238E27FC236}">
                <a16:creationId xmlns:a16="http://schemas.microsoft.com/office/drawing/2014/main" id="{5E0766EF-5FDC-67AA-B701-B66E7EC82C26}"/>
              </a:ext>
            </a:extLst>
          </p:cNvPr>
          <p:cNvSpPr txBox="1"/>
          <p:nvPr/>
        </p:nvSpPr>
        <p:spPr>
          <a:xfrm>
            <a:off x="9204656" y="4035144"/>
            <a:ext cx="120560" cy="1886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 SemiBold" pitchFamily="2" charset="0"/>
                <a:ea typeface="+mn-ea"/>
                <a:cs typeface="+mn-cs"/>
              </a:rPr>
              <a:t>4</a:t>
            </a: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6890C3D1-51E6-B4C5-5FE5-D8D54184D479}"/>
              </a:ext>
            </a:extLst>
          </p:cNvPr>
          <p:cNvSpPr txBox="1"/>
          <p:nvPr/>
        </p:nvSpPr>
        <p:spPr>
          <a:xfrm>
            <a:off x="9132170" y="4325806"/>
            <a:ext cx="2437786" cy="368804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SemiBold" pitchFamily="2" charset="0"/>
                <a:ea typeface="+mn-ea"/>
                <a:cs typeface="+mn-cs"/>
              </a:rPr>
              <a:t>Lorem Ipsum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Work Sans SemiBold" pitchFamily="2" charset="0"/>
              <a:ea typeface="+mn-ea"/>
              <a:cs typeface="+mn-cs"/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1E4A6599-60CD-A88A-2F10-7814B7EF3CC9}"/>
              </a:ext>
            </a:extLst>
          </p:cNvPr>
          <p:cNvSpPr txBox="1"/>
          <p:nvPr/>
        </p:nvSpPr>
        <p:spPr>
          <a:xfrm>
            <a:off x="9130327" y="4505960"/>
            <a:ext cx="2437786" cy="5847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Lorem ipsum dolor sit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labore.</a:t>
            </a:r>
          </a:p>
        </p:txBody>
      </p:sp>
      <p:sp>
        <p:nvSpPr>
          <p:cNvPr id="39" name="Retângulo 19">
            <a:extLst>
              <a:ext uri="{FF2B5EF4-FFF2-40B4-BE49-F238E27FC236}">
                <a16:creationId xmlns:a16="http://schemas.microsoft.com/office/drawing/2014/main" id="{0F19AFB2-1B8E-D419-82DD-239AB0A09F4D}"/>
              </a:ext>
            </a:extLst>
          </p:cNvPr>
          <p:cNvSpPr/>
          <p:nvPr/>
        </p:nvSpPr>
        <p:spPr>
          <a:xfrm>
            <a:off x="6167438" y="5334503"/>
            <a:ext cx="258735" cy="240599"/>
          </a:xfrm>
          <a:prstGeom prst="rect">
            <a:avLst/>
          </a:prstGeom>
          <a:solidFill>
            <a:srgbClr val="DA291C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Work Sans SemiBold" pitchFamily="2" charset="0"/>
              <a:ea typeface="+mn-ea"/>
              <a:cs typeface="+mn-cs"/>
            </a:endParaRPr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9D59D173-7FC8-E2A6-3D0B-E5ADCA0E12FD}"/>
              </a:ext>
            </a:extLst>
          </p:cNvPr>
          <p:cNvSpPr txBox="1"/>
          <p:nvPr/>
        </p:nvSpPr>
        <p:spPr>
          <a:xfrm>
            <a:off x="6238698" y="5330034"/>
            <a:ext cx="117546" cy="1886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 SemiBold" pitchFamily="2" charset="0"/>
                <a:ea typeface="+mn-ea"/>
                <a:cs typeface="+mn-cs"/>
              </a:rPr>
              <a:t>5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B8E6660E-CA76-36EE-B4C1-519F507218E4}"/>
              </a:ext>
            </a:extLst>
          </p:cNvPr>
          <p:cNvSpPr txBox="1"/>
          <p:nvPr/>
        </p:nvSpPr>
        <p:spPr>
          <a:xfrm>
            <a:off x="6170335" y="5616886"/>
            <a:ext cx="2410103" cy="368804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SemiBold" pitchFamily="2" charset="0"/>
                <a:ea typeface="+mn-ea"/>
                <a:cs typeface="+mn-cs"/>
              </a:rPr>
              <a:t>Lorem Ipsum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Work Sans SemiBold" pitchFamily="2" charset="0"/>
              <a:ea typeface="+mn-ea"/>
              <a:cs typeface="+mn-cs"/>
            </a:endParaRPr>
          </a:p>
        </p:txBody>
      </p:sp>
      <p:sp>
        <p:nvSpPr>
          <p:cNvPr id="42" name="TextBox 10">
            <a:extLst>
              <a:ext uri="{FF2B5EF4-FFF2-40B4-BE49-F238E27FC236}">
                <a16:creationId xmlns:a16="http://schemas.microsoft.com/office/drawing/2014/main" id="{549F1154-57BF-A31A-0FAB-7106B8380B0F}"/>
              </a:ext>
            </a:extLst>
          </p:cNvPr>
          <p:cNvSpPr txBox="1"/>
          <p:nvPr/>
        </p:nvSpPr>
        <p:spPr>
          <a:xfrm>
            <a:off x="6168492" y="5797039"/>
            <a:ext cx="2411945" cy="584711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Lorem ipsum dolor sit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labore.</a:t>
            </a:r>
          </a:p>
        </p:txBody>
      </p:sp>
      <p:sp>
        <p:nvSpPr>
          <p:cNvPr id="43" name="Retângulo 45">
            <a:extLst>
              <a:ext uri="{FF2B5EF4-FFF2-40B4-BE49-F238E27FC236}">
                <a16:creationId xmlns:a16="http://schemas.microsoft.com/office/drawing/2014/main" id="{3D551732-9B30-4FEE-0E58-0AAB9158CB30}"/>
              </a:ext>
            </a:extLst>
          </p:cNvPr>
          <p:cNvSpPr/>
          <p:nvPr/>
        </p:nvSpPr>
        <p:spPr>
          <a:xfrm>
            <a:off x="9125776" y="5334503"/>
            <a:ext cx="265369" cy="240599"/>
          </a:xfrm>
          <a:prstGeom prst="rect">
            <a:avLst/>
          </a:prstGeom>
          <a:solidFill>
            <a:srgbClr val="DA291C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Work Sans SemiBold" pitchFamily="2" charset="0"/>
              <a:ea typeface="+mn-ea"/>
              <a:cs typeface="+mn-cs"/>
            </a:endParaRPr>
          </a:p>
        </p:txBody>
      </p:sp>
      <p:sp>
        <p:nvSpPr>
          <p:cNvPr id="44" name="TextBox 10">
            <a:extLst>
              <a:ext uri="{FF2B5EF4-FFF2-40B4-BE49-F238E27FC236}">
                <a16:creationId xmlns:a16="http://schemas.microsoft.com/office/drawing/2014/main" id="{8504A35F-07EB-77A7-2550-3898D06B8DFD}"/>
              </a:ext>
            </a:extLst>
          </p:cNvPr>
          <p:cNvSpPr txBox="1"/>
          <p:nvPr/>
        </p:nvSpPr>
        <p:spPr>
          <a:xfrm>
            <a:off x="9197036" y="5330034"/>
            <a:ext cx="120560" cy="1886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 SemiBold" pitchFamily="2" charset="0"/>
                <a:ea typeface="+mn-ea"/>
                <a:cs typeface="+mn-cs"/>
              </a:rPr>
              <a:t>6</a:t>
            </a:r>
          </a:p>
        </p:txBody>
      </p:sp>
      <p:sp>
        <p:nvSpPr>
          <p:cNvPr id="45" name="TextBox 10">
            <a:extLst>
              <a:ext uri="{FF2B5EF4-FFF2-40B4-BE49-F238E27FC236}">
                <a16:creationId xmlns:a16="http://schemas.microsoft.com/office/drawing/2014/main" id="{9E370908-4BBE-8629-5449-6AB0702A8889}"/>
              </a:ext>
            </a:extLst>
          </p:cNvPr>
          <p:cNvSpPr txBox="1"/>
          <p:nvPr/>
        </p:nvSpPr>
        <p:spPr>
          <a:xfrm>
            <a:off x="9132170" y="5616886"/>
            <a:ext cx="2437786" cy="368804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SemiBold" pitchFamily="2" charset="0"/>
                <a:ea typeface="+mn-ea"/>
                <a:cs typeface="+mn-cs"/>
              </a:rPr>
              <a:t>Lorem Ipsum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Work Sans SemiBold" pitchFamily="2" charset="0"/>
              <a:ea typeface="+mn-ea"/>
              <a:cs typeface="+mn-cs"/>
            </a:endParaRPr>
          </a:p>
        </p:txBody>
      </p:sp>
      <p:sp>
        <p:nvSpPr>
          <p:cNvPr id="46" name="TextBox 10">
            <a:extLst>
              <a:ext uri="{FF2B5EF4-FFF2-40B4-BE49-F238E27FC236}">
                <a16:creationId xmlns:a16="http://schemas.microsoft.com/office/drawing/2014/main" id="{69E76B89-418D-0105-DAEF-CC64DA6B0009}"/>
              </a:ext>
            </a:extLst>
          </p:cNvPr>
          <p:cNvSpPr txBox="1"/>
          <p:nvPr/>
        </p:nvSpPr>
        <p:spPr>
          <a:xfrm>
            <a:off x="9130327" y="5797040"/>
            <a:ext cx="2437786" cy="584710"/>
          </a:xfrm>
          <a:prstGeom prst="rect">
            <a:avLst/>
          </a:prstGeom>
          <a:noFill/>
        </p:spPr>
        <p:txBody>
          <a:bodyPr wrap="square" lIns="0" tIns="36576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F0F0F0">
                  <a:lumMod val="50000"/>
                </a:srgbClr>
              </a:buClr>
              <a:buSzPct val="900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Lorem ipsum dolor sit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amet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consectetur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adipiscing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elit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, sed do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eiusmod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tempor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incididunt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ut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" pitchFamily="2" charset="0"/>
                <a:ea typeface="+mn-ea"/>
                <a:cs typeface="+mn-cs"/>
              </a:rPr>
              <a:t> labore.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E2AD79-3B19-260B-D054-DC67259F3B69}"/>
              </a:ext>
            </a:extLst>
          </p:cNvPr>
          <p:cNvSpPr txBox="1">
            <a:spLocks/>
          </p:cNvSpPr>
          <p:nvPr/>
        </p:nvSpPr>
        <p:spPr>
          <a:xfrm>
            <a:off x="228209" y="613997"/>
            <a:ext cx="2519754" cy="21505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133" b="1" i="0" kern="0" spc="0" baseline="0">
                <a:solidFill>
                  <a:schemeClr val="accent1"/>
                </a:solidFill>
                <a:latin typeface="FS Elliot Pro" panose="02000503040000020004" pitchFamily="50" charset="0"/>
                <a:ea typeface="+mj-ea"/>
                <a:cs typeface="+mj-cs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0" i="0" u="none" strike="noStrike" kern="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rPr>
              <a:t>Lorem</a:t>
            </a:r>
            <a:r>
              <a:rPr kumimoji="0" lang="pt-BR" sz="4400" b="0" i="0" u="none" strike="noStrike" kern="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rPr>
              <a:t> ipsum </a:t>
            </a:r>
            <a:r>
              <a:rPr kumimoji="0" lang="pt-BR" sz="4400" b="0" i="0" u="none" strike="noStrike" kern="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rPr>
              <a:t>sit</a:t>
            </a:r>
            <a:r>
              <a:rPr kumimoji="0" lang="pt-BR" sz="4400" b="0" i="0" u="none" strike="noStrike" kern="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rPr>
              <a:t> </a:t>
            </a:r>
            <a:r>
              <a:rPr kumimoji="0" lang="pt-BR" sz="4400" b="0" i="0" u="none" strike="noStrike" kern="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rPr>
              <a:t>amet</a:t>
            </a:r>
            <a:r>
              <a:rPr kumimoji="0" lang="pt-BR" sz="4400" b="0" i="0" u="none" strike="noStrike" kern="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rPr>
              <a:t> </a:t>
            </a:r>
            <a:r>
              <a:rPr kumimoji="0" lang="pt-BR" sz="4400" b="0" i="0" u="none" strike="noStrike" kern="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rPr>
              <a:t>sit</a:t>
            </a:r>
            <a:r>
              <a:rPr kumimoji="0" lang="pt-BR" sz="4400" b="0" i="0" u="none" strike="noStrike" kern="0" cap="none" spc="0" normalizeH="0" baseline="0" noProof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rPr>
              <a:t> </a:t>
            </a:r>
            <a:r>
              <a:rPr kumimoji="0" lang="pt-BR" sz="4400" b="0" i="0" u="none" strike="noStrike" kern="0" cap="none" spc="0" normalizeH="0" baseline="0" noProof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Work Sans Light" pitchFamily="2" charset="0"/>
                <a:ea typeface="+mj-ea"/>
                <a:cs typeface="+mj-cs"/>
              </a:rPr>
              <a:t>lorem</a:t>
            </a:r>
            <a:endParaRPr kumimoji="0" lang="pt-BR" sz="4400" b="0" i="0" u="none" strike="noStrike" kern="0" cap="none" spc="0" normalizeH="0" baseline="0" noProof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Work Sans Light" pitchFamily="2" charset="0"/>
              <a:ea typeface="+mj-ea"/>
              <a:cs typeface="+mj-cs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EEF8877B-C4C5-FF15-AE8A-7AF45E052BB4}"/>
              </a:ext>
            </a:extLst>
          </p:cNvPr>
          <p:cNvSpPr txBox="1"/>
          <p:nvPr/>
        </p:nvSpPr>
        <p:spPr>
          <a:xfrm>
            <a:off x="257175" y="235177"/>
            <a:ext cx="2039291" cy="201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A291C"/>
                </a:solidFill>
                <a:effectLst/>
                <a:uLnTx/>
                <a:uFillTx/>
                <a:latin typeface="Work Sans SemiBold" pitchFamily="2" charset="0"/>
                <a:ea typeface="+mn-ea"/>
                <a:cs typeface="+mn-cs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582837934"/>
      </p:ext>
    </p:extLst>
  </p:cSld>
  <p:clrMapOvr>
    <a:masterClrMapping/>
  </p:clrMapOvr>
</p:sld>
</file>

<file path=ppt/theme/theme1.xml><?xml version="1.0" encoding="utf-8"?>
<a:theme xmlns:a="http://schemas.openxmlformats.org/drawingml/2006/main" name="[W] Column Grid">
  <a:themeElements>
    <a:clrScheme name="BIP Group">
      <a:dk1>
        <a:srgbClr val="0C2340"/>
      </a:dk1>
      <a:lt1>
        <a:srgbClr val="FFFFFF"/>
      </a:lt1>
      <a:dk2>
        <a:srgbClr val="0C2340"/>
      </a:dk2>
      <a:lt2>
        <a:srgbClr val="FFFFFF"/>
      </a:lt2>
      <a:accent1>
        <a:srgbClr val="DA291C"/>
      </a:accent1>
      <a:accent2>
        <a:srgbClr val="0C2340"/>
      </a:accent2>
      <a:accent3>
        <a:srgbClr val="546579"/>
      </a:accent3>
      <a:accent4>
        <a:srgbClr val="9DA7B3"/>
      </a:accent4>
      <a:accent5>
        <a:srgbClr val="DADEE2"/>
      </a:accent5>
      <a:accent6>
        <a:srgbClr val="F0F0F0"/>
      </a:accent6>
      <a:hlink>
        <a:srgbClr val="6E7FA5"/>
      </a:hlink>
      <a:folHlink>
        <a:srgbClr val="DADEE2"/>
      </a:folHlink>
    </a:clrScheme>
    <a:fontScheme name="Default">
      <a:majorFont>
        <a:latin typeface="Work Sans Light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sz="1200"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DA291C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rtlCol="0" anchor="b">
        <a:spAutoFit/>
      </a:bodyPr>
      <a:lstStyle>
        <a:defPPr algn="l" defTabSz="609630">
          <a:spcAft>
            <a:spcPts val="1200"/>
          </a:spcAft>
          <a:defRPr sz="1000">
            <a:latin typeface="Work Sans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1_BIP PPT Template_Long Version" id="{12FF0FFF-C109-4743-B42E-A28DAED04AD2}" vid="{C0612C40-8B12-4EE4-A615-0E5D94D3F0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290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Wingdings</vt:lpstr>
      <vt:lpstr>Work Sans</vt:lpstr>
      <vt:lpstr>Work Sans Light</vt:lpstr>
      <vt:lpstr>Work Sans SemiBold</vt:lpstr>
      <vt:lpstr>[W] Column Grid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Pensa, Matthew (Bip.Monticello)</dc:creator>
  <cp:lastModifiedBy>Pensa, Matthew (Bip.Monticello)</cp:lastModifiedBy>
  <cp:revision>1</cp:revision>
  <dcterms:created xsi:type="dcterms:W3CDTF">2025-12-15T17:43:06Z</dcterms:created>
  <dcterms:modified xsi:type="dcterms:W3CDTF">2025-12-15T17:44:38Z</dcterms:modified>
</cp:coreProperties>
</file>